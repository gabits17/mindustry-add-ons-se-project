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76" roundtripDataSignature="AMtx7mho92GSpZ5lQENO7H18/j3XEx/U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slide" Target="slides/slide70.xml"/><Relationship Id="rId30" Type="http://schemas.openxmlformats.org/officeDocument/2006/relationships/slide" Target="slides/slide25.xml"/><Relationship Id="rId74" Type="http://schemas.openxmlformats.org/officeDocument/2006/relationships/slide" Target="slides/slide6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76" Type="http://customschemas.google.com/relationships/presentationmetadata" Target="metadata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90f6613fc7_2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90f6613fc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5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90f6613fc7_2_57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7" name="Google Shape;2917;g390f6613fc7_2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9" name="Shape 2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" name="Google Shape;2970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1" name="Google Shape;2971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3" name="Shape 3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4" name="Google Shape;3024;g390f6613fc7_2_5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5" name="Google Shape;3025;g390f6613fc7_2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7" name="Shape 3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8" name="Google Shape;3078;g3a34e3416ec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9" name="Google Shape;3079;g3a34e3416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3" name="Shape 3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Google Shape;3134;g390f6613fc7_2_16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5" name="Google Shape;3135;g390f6613fc7_2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9" name="Shape 3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0" name="Google Shape;3190;g3a3b8b61372_1_5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1" name="Google Shape;3191;g3a3b8b61372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8" name="Shape 3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9" name="Google Shape;3249;g390f6613fc7_2_29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0" name="Google Shape;3250;g390f6613fc7_2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6" name="Shape 3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" name="Google Shape;3307;g390f6613fc7_2_38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8" name="Google Shape;3308;g390f6613fc7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4" name="Shape 3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g390f6613fc7_2_4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6" name="Google Shape;3366;g390f6613fc7_2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2" name="Shape 3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3" name="Google Shape;3423;g3a3b8b61372_1_1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24" name="Google Shape;3424;g3a3b8b61372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0" name="Shape 3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" name="Google Shape;3481;g390f6613fc7_2_51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2" name="Google Shape;3482;g390f6613fc7_2_5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8" name="Shape 3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9" name="Google Shape;3539;g390e2b18344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40" name="Google Shape;3540;g390e2b1834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6" name="Shape 3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7" name="Google Shape;3597;g3a46774ecb2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8" name="Google Shape;3598;g3a46774ec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2" name="Shape 3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3" name="Google Shape;3603;g3a46774ecb2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4" name="Google Shape;3604;g3a46774ecb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2" name="Shape 3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3" name="Google Shape;3643;g390e7909646_0_8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4" name="Google Shape;3644;g390e790964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5" name="Shape 3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6" name="Google Shape;3696;g3a547e7f83b_0_109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7" name="Google Shape;3697;g3a547e7f83b_0_10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8" name="Shape 3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9" name="Google Shape;3749;g3a5af5b02b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0" name="Google Shape;3750;g3a5af5b02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3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5477950" y="27932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/>
              <a:t>Review: 68130, 67286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90f6613fc7_2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90f6613fc7_2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90f6613fc7_2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90f6613fc7_2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90f6613fc7_2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90f6613fc7_2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90f6613fc7_2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90f6613fc7_2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90f6613fc7_2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90f6613fc7_2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90f6613fc7_2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90f6613fc7_2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90f6613fc7_2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90f6613fc7_2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90f6613fc7_2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90f6613fc7_2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90f6613fc7_2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90f6613fc7_2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90f6613fc7_2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90f6613fc7_2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90f6613fc7_2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90f6613fc7_2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90f6613fc7_2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90f6613fc7_2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90f6613fc7_2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90f6613fc7_2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90f6613fc7_2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90f6613fc7_2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90f6613fc7_2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90f6613fc7_2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90f6613fc7_2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90f6613fc7_2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90f6613fc7_2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90f6613fc7_2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90f6613fc7_2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90f6613fc7_2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90f6613fc7_2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90f6613fc7_2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90f6613fc7_2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90f6613fc7_2_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05" name="Google Shape;2905;g390f6613fc7_2_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06" name="Google Shape;2906;g390f6613fc7_2_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7" name="Google Shape;2907;g390f6613fc7_2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08" name="Google Shape;2908;g390f6613fc7_2_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g390f6613fc7_2_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0" name="Google Shape;2910;g390f6613fc7_2_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1" name="Google Shape;2911;g390f6613fc7_2_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2" name="Google Shape;2912;g390f6613fc7_2_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90f6613fc7_2_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4" name="Google Shape;2914;g390f6613fc7_2_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8" name="Shape 2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19" name="Google Shape;2919;g390f6613fc7_2_57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20" name="Google Shape;2920;g390f6613fc7_2_57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1" name="Google Shape;2921;g390f6613fc7_2_57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2" name="Google Shape;2922;g390f6613fc7_2_57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3" name="Google Shape;2923;g390f6613fc7_2_57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4" name="Google Shape;2924;g390f6613fc7_2_57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5" name="Google Shape;2925;g390f6613fc7_2_57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6" name="Google Shape;2926;g390f6613fc7_2_57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7" name="Google Shape;2927;g390f6613fc7_2_57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8" name="Google Shape;2928;g390f6613fc7_2_57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9" name="Google Shape;2929;g390f6613fc7_2_57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0" name="Google Shape;2930;g390f6613fc7_2_57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1" name="Google Shape;2931;g390f6613fc7_2_57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2" name="Google Shape;2932;g390f6613fc7_2_57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3" name="Google Shape;2933;g390f6613fc7_2_57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34" name="Google Shape;2934;g390f6613fc7_2_57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5" name="Google Shape;2935;g390f6613fc7_2_57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6" name="Google Shape;2936;g390f6613fc7_2_57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7" name="Google Shape;2937;g390f6613fc7_2_57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8" name="Google Shape;2938;g390f6613fc7_2_57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9" name="Google Shape;2939;g390f6613fc7_2_57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0" name="Google Shape;2940;g390f6613fc7_2_578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1" name="Google Shape;2941;g390f6613fc7_2_578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2" name="Google Shape;2942;g390f6613fc7_2_578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3" name="Google Shape;2943;g390f6613fc7_2_578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4" name="Google Shape;2944;g390f6613fc7_2_578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5" name="Google Shape;2945;g390f6613fc7_2_578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6" name="Google Shape;2946;g390f6613fc7_2_578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7" name="Google Shape;2947;g390f6613fc7_2_578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8" name="Google Shape;2948;g390f6613fc7_2_578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9" name="Google Shape;2949;g390f6613fc7_2_578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0" name="Google Shape;2950;g390f6613fc7_2_578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1" name="Google Shape;2951;g390f6613fc7_2_578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2" name="Google Shape;2952;g390f6613fc7_2_578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3" name="Google Shape;2953;g390f6613fc7_2_578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4" name="Google Shape;2954;g390f6613fc7_2_578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5" name="Google Shape;2955;g390f6613fc7_2_578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6" name="Google Shape;2956;g390f6613fc7_2_578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7" name="Google Shape;2957;g390f6613fc7_2_578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8" name="Google Shape;2958;g390f6613fc7_2_578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59" name="Google Shape;2959;g390f6613fc7_2_578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60" name="Google Shape;2960;g390f6613fc7_2_578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1" name="Google Shape;2961;g390f6613fc7_2_578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62" name="Google Shape;2962;g390f6613fc7_2_578"/>
          <p:cNvSpPr/>
          <p:nvPr/>
        </p:nvSpPr>
        <p:spPr>
          <a:xfrm>
            <a:off x="123284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3" name="Google Shape;2963;g390f6613fc7_2_578"/>
          <p:cNvSpPr/>
          <p:nvPr/>
        </p:nvSpPr>
        <p:spPr>
          <a:xfrm>
            <a:off x="124319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4" name="Google Shape;2964;g390f6613fc7_2_578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65" name="Google Shape;2965;g390f6613fc7_2_578"/>
          <p:cNvSpPr/>
          <p:nvPr/>
        </p:nvSpPr>
        <p:spPr>
          <a:xfrm>
            <a:off x="128480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6" name="Google Shape;2966;g390f6613fc7_2_578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7" name="Google Shape;2967;g390f6613fc7_2_578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8" name="Google Shape;2968;g390f6613fc7_2_578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2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3" name="Google Shape;2973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74" name="Google Shape;2974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5" name="Google Shape;2975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6" name="Google Shape;2976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7" name="Google Shape;2977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8" name="Google Shape;2978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9" name="Google Shape;2979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0" name="Google Shape;2980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1" name="Google Shape;2981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2" name="Google Shape;2982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3" name="Google Shape;2983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4" name="Google Shape;2984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5" name="Google Shape;2985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6" name="Google Shape;2986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7" name="Google Shape;2987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88" name="Google Shape;2988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89" name="Google Shape;2989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0" name="Google Shape;2990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1" name="Google Shape;2991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2" name="Google Shape;2992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3" name="Google Shape;2993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4" name="Google Shape;2994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5" name="Google Shape;2995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6" name="Google Shape;2996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97" name="Google Shape;2997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8" name="Google Shape;2998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9" name="Google Shape;2999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0" name="Google Shape;3000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1" name="Google Shape;3001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2" name="Google Shape;3002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3" name="Google Shape;3003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4" name="Google Shape;3004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5" name="Google Shape;3005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6" name="Google Shape;3006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7" name="Google Shape;3007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8" name="Google Shape;3008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9" name="Google Shape;3009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10" name="Google Shape;3010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1" name="Google Shape;3011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2" name="Google Shape;3012;g3a2d1a72bb1_0_303"/>
          <p:cNvSpPr/>
          <p:nvPr/>
        </p:nvSpPr>
        <p:spPr>
          <a:xfrm>
            <a:off x="15495175" y="2686901"/>
            <a:ext cx="2519700" cy="1381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/>
              <a:t>Review: 68547</a:t>
            </a:r>
            <a:endParaRPr/>
          </a:p>
        </p:txBody>
      </p:sp>
      <p:sp>
        <p:nvSpPr>
          <p:cNvPr id="3013" name="Google Shape;3013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14" name="Google Shape;3014;g3a2d1a72bb1_0_303"/>
          <p:cNvSpPr/>
          <p:nvPr/>
        </p:nvSpPr>
        <p:spPr>
          <a:xfrm>
            <a:off x="15932300" y="2613250"/>
            <a:ext cx="2736600" cy="1031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15" name="Google Shape;3015;g3a2d1a72bb1_0_303"/>
          <p:cNvSpPr/>
          <p:nvPr/>
        </p:nvSpPr>
        <p:spPr>
          <a:xfrm>
            <a:off x="15477950" y="7578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br>
              <a:rPr lang="en-GB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6" name="Google Shape;3016;g3a2d1a72bb1_0_303"/>
          <p:cNvSpPr/>
          <p:nvPr/>
        </p:nvSpPr>
        <p:spPr>
          <a:xfrm>
            <a:off x="15495175" y="4424725"/>
            <a:ext cx="2519700" cy="1278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Review: 67804</a:t>
            </a:r>
            <a:endParaRPr/>
          </a:p>
        </p:txBody>
      </p:sp>
      <p:sp>
        <p:nvSpPr>
          <p:cNvPr id="3017" name="Google Shape;3017;g3a2d1a72bb1_0_303"/>
          <p:cNvSpPr/>
          <p:nvPr/>
        </p:nvSpPr>
        <p:spPr>
          <a:xfrm>
            <a:off x="16040750" y="4442750"/>
            <a:ext cx="2519700" cy="957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/>
              <a:t>Review</a:t>
            </a:r>
            <a:r>
              <a:rPr lang="en-GB"/>
              <a:t>: 67763, 68130</a:t>
            </a:r>
            <a:endParaRPr/>
          </a:p>
        </p:txBody>
      </p:sp>
      <p:sp>
        <p:nvSpPr>
          <p:cNvPr id="3018" name="Google Shape;3018;g3a2d1a72bb1_0_303"/>
          <p:cNvSpPr/>
          <p:nvPr/>
        </p:nvSpPr>
        <p:spPr>
          <a:xfrm>
            <a:off x="15495175" y="5910650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9" name="Google Shape;3019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0" name="Google Shape;3020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1" name="Google Shape;3021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22" name="Google Shape;3022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6" name="Shape 3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27" name="Google Shape;3027;g390f6613fc7_2_5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8" name="Google Shape;3028;g390f6613fc7_2_5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29" name="Google Shape;3029;g390f6613fc7_2_5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0" name="Google Shape;3030;g390f6613fc7_2_5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1" name="Google Shape;3031;g390f6613fc7_2_5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2" name="Google Shape;3032;g390f6613fc7_2_5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3" name="Google Shape;3033;g390f6613fc7_2_5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4" name="Google Shape;3034;g390f6613fc7_2_5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5" name="Google Shape;3035;g390f6613fc7_2_5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6" name="Google Shape;3036;g390f6613fc7_2_5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7" name="Google Shape;3037;g390f6613fc7_2_5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8" name="Google Shape;3038;g390f6613fc7_2_5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9" name="Google Shape;3039;g390f6613fc7_2_5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0" name="Google Shape;3040;g390f6613fc7_2_5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1" name="Google Shape;3041;g390f6613fc7_2_5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42" name="Google Shape;3042;g390f6613fc7_2_5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3" name="Google Shape;3043;g390f6613fc7_2_5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4" name="Google Shape;3044;g390f6613fc7_2_5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5" name="Google Shape;3045;g390f6613fc7_2_5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6" name="Google Shape;3046;g390f6613fc7_2_5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7" name="Google Shape;3047;g390f6613fc7_2_5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8" name="Google Shape;3048;g390f6613fc7_2_5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49" name="Google Shape;3049;g390f6613fc7_2_5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0" name="Google Shape;3050;g390f6613fc7_2_5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1" name="Google Shape;3051;g390f6613fc7_2_5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2" name="Google Shape;3052;g390f6613fc7_2_5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3" name="Google Shape;3053;g390f6613fc7_2_5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4" name="Google Shape;3054;g390f6613fc7_2_5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5" name="Google Shape;3055;g390f6613fc7_2_5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6" name="Google Shape;3056;g390f6613fc7_2_5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7" name="Google Shape;3057;g390f6613fc7_2_5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8" name="Google Shape;3058;g390f6613fc7_2_5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9" name="Google Shape;3059;g390f6613fc7_2_5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0" name="Google Shape;3060;g390f6613fc7_2_5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1" name="Google Shape;3061;g390f6613fc7_2_5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2" name="Google Shape;3062;g390f6613fc7_2_5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3" name="Google Shape;3063;g390f6613fc7_2_5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4" name="Google Shape;3064;g390f6613fc7_2_5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5" name="Google Shape;3065;g390f6613fc7_2_5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6" name="Google Shape;3066;g390f6613fc7_2_53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067" name="Google Shape;3067;g390f6613fc7_2_5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68" name="Google Shape;3068;g390f6613fc7_2_53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69" name="Google Shape;3069;g390f6613fc7_2_5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0" name="Google Shape;3070;g390f6613fc7_2_53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1" name="Google Shape;3071;g390f6613fc7_2_53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072" name="Google Shape;3072;g390f6613fc7_2_53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3" name="Google Shape;3073;g390f6613fc7_2_5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4" name="Google Shape;3074;g390f6613fc7_2_5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5" name="Google Shape;3075;g390f6613fc7_2_5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76" name="Google Shape;3076;g390f6613fc7_2_5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0" name="Shape 3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81" name="Google Shape;3081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82" name="Google Shape;3082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83" name="Google Shape;3083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4" name="Google Shape;3084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5" name="Google Shape;3085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6" name="Google Shape;3086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7" name="Google Shape;3087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8" name="Google Shape;3088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9" name="Google Shape;3089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0" name="Google Shape;3090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1" name="Google Shape;3091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2" name="Google Shape;3092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3" name="Google Shape;3093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4" name="Google Shape;3094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5" name="Google Shape;3095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96" name="Google Shape;3096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7" name="Google Shape;3097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8" name="Google Shape;3098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9" name="Google Shape;3099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0" name="Google Shape;3100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1" name="Google Shape;3101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02" name="Google Shape;3102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3" name="Google Shape;3103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04" name="Google Shape;3104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05" name="Google Shape;3105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6" name="Google Shape;3106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07" name="Google Shape;3107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08" name="Google Shape;3108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9" name="Google Shape;3109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0" name="Google Shape;3110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1" name="Google Shape;3111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2" name="Google Shape;3112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3" name="Google Shape;3113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4" name="Google Shape;3114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5" name="Google Shape;3115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6" name="Google Shape;3116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7" name="Google Shape;3117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8" name="Google Shape;3118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9" name="Google Shape;3119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0" name="Google Shape;3120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1" name="Google Shape;3121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2" name="Google Shape;3122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23" name="Google Shape;3123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24" name="Google Shape;3124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25" name="Google Shape;3125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26" name="Google Shape;3126;g3a34e3416ec_0_0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27" name="Google Shape;3127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28" name="Google Shape;3128;g3a34e3416ec_0_0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29" name="Google Shape;3129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0" name="Google Shape;3130;g3a34e3416ec_0_0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1" name="Google Shape;3131;g3a34e3416ec_0_0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32" name="Google Shape;3132;g3a34e3416ec_0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6" name="Shape 3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37" name="Google Shape;3137;g390f6613fc7_2_16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38" name="Google Shape;3138;g390f6613fc7_2_16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9" name="Google Shape;3139;g390f6613fc7_2_16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0" name="Google Shape;3140;g390f6613fc7_2_16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1" name="Google Shape;3141;g390f6613fc7_2_16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2" name="Google Shape;3142;g390f6613fc7_2_16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3" name="Google Shape;3143;g390f6613fc7_2_16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4" name="Google Shape;3144;g390f6613fc7_2_16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5" name="Google Shape;3145;g390f6613fc7_2_16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6" name="Google Shape;3146;g390f6613fc7_2_16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7" name="Google Shape;3147;g390f6613fc7_2_16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8" name="Google Shape;3148;g390f6613fc7_2_16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9" name="Google Shape;3149;g390f6613fc7_2_16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0" name="Google Shape;3150;g390f6613fc7_2_16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1" name="Google Shape;3151;g390f6613fc7_2_16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52" name="Google Shape;3152;g390f6613fc7_2_16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3" name="Google Shape;3153;g390f6613fc7_2_16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4" name="Google Shape;3154;g390f6613fc7_2_16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5" name="Google Shape;3155;g390f6613fc7_2_16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6" name="Google Shape;3156;g390f6613fc7_2_16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7" name="Google Shape;3157;g390f6613fc7_2_16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58" name="Google Shape;3158;g390f6613fc7_2_16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59" name="Google Shape;3159;g390f6613fc7_2_16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0" name="Google Shape;3160;g390f6613fc7_2_16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1" name="Google Shape;3161;g390f6613fc7_2_16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2" name="Google Shape;3162;g390f6613fc7_2_16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3" name="Google Shape;3163;g390f6613fc7_2_16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4" name="Google Shape;3164;g390f6613fc7_2_16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5" name="Google Shape;3165;g390f6613fc7_2_16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6" name="Google Shape;3166;g390f6613fc7_2_16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7" name="Google Shape;3167;g390f6613fc7_2_16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8" name="Google Shape;3168;g390f6613fc7_2_16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9" name="Google Shape;3169;g390f6613fc7_2_16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0" name="Google Shape;3170;g390f6613fc7_2_16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71" name="Google Shape;3171;g390f6613fc7_2_16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72" name="Google Shape;3172;g390f6613fc7_2_16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3" name="Google Shape;3173;g390f6613fc7_2_16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74" name="Google Shape;3174;g390f6613fc7_2_16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75" name="Google Shape;3175;g390f6613fc7_2_16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6" name="Google Shape;3176;g390f6613fc7_2_166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7" name="Google Shape;3177;g390f6613fc7_2_166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78" name="Google Shape;3178;g390f6613fc7_2_166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79" name="Google Shape;3179;g390f6613fc7_2_166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80" name="Google Shape;3180;g390f6613fc7_2_166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81" name="Google Shape;3181;g390f6613fc7_2_166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82" name="Google Shape;3182;g390f6613fc7_2_166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83" name="Google Shape;3183;g390f6613fc7_2_166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84" name="Google Shape;3184;g390f6613fc7_2_16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5" name="Google Shape;3185;g390f6613fc7_2_16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6" name="Google Shape;3186;g390f6613fc7_2_166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87" name="Google Shape;3187;g390f6613fc7_2_16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8" name="Google Shape;3188;g390f6613fc7_2_166"/>
          <p:cNvSpPr/>
          <p:nvPr/>
        </p:nvSpPr>
        <p:spPr>
          <a:xfrm>
            <a:off x="15477950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2" name="Shape 3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93" name="Google Shape;3193;g3a3b8b61372_1_5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94" name="Google Shape;3194;g3a3b8b61372_1_5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5" name="Google Shape;3195;g3a3b8b61372_1_5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6" name="Google Shape;3196;g3a3b8b61372_1_5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7" name="Google Shape;3197;g3a3b8b61372_1_5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8" name="Google Shape;3198;g3a3b8b61372_1_5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9" name="Google Shape;3199;g3a3b8b61372_1_5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0" name="Google Shape;3200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1" name="Google Shape;3201;g3a3b8b61372_1_5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2" name="Google Shape;3202;g3a3b8b61372_1_5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3" name="Google Shape;3203;g3a3b8b61372_1_5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4" name="Google Shape;3204;g3a3b8b61372_1_5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5" name="Google Shape;3205;g3a3b8b61372_1_5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6" name="Google Shape;3206;g3a3b8b61372_1_5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7" name="Google Shape;3207;g3a3b8b61372_1_5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08" name="Google Shape;3208;g3a3b8b61372_1_5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09" name="Google Shape;3209;g3a3b8b61372_1_5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0" name="Google Shape;3210;g3a3b8b61372_1_5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1" name="Google Shape;3211;g3a3b8b61372_1_5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2" name="Google Shape;3212;g3a3b8b61372_1_5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3" name="Google Shape;3213;g3a3b8b61372_1_5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14" name="Google Shape;3214;g3a3b8b61372_1_55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15" name="Google Shape;3215;g3a3b8b61372_1_55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16" name="Google Shape;3216;g3a3b8b61372_1_55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17" name="Google Shape;3217;g3a3b8b61372_1_55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18" name="Google Shape;3218;g3a3b8b61372_1_55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19" name="Google Shape;3219;g3a3b8b61372_1_55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0" name="Google Shape;3220;g3a3b8b61372_1_55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1" name="Google Shape;3221;g3a3b8b61372_1_55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2" name="Google Shape;3222;g3a3b8b61372_1_55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3" name="Google Shape;3223;g3a3b8b61372_1_55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4" name="Google Shape;3224;g3a3b8b61372_1_55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5" name="Google Shape;3225;g3a3b8b61372_1_55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6" name="Google Shape;3226;g3a3b8b61372_1_55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7" name="Google Shape;3227;g3a3b8b61372_1_55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8" name="Google Shape;3228;g3a3b8b61372_1_55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9" name="Google Shape;3229;g3a3b8b61372_1_55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30" name="Google Shape;3230;g3a3b8b61372_1_55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31" name="Google Shape;3231;g3a3b8b61372_1_55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32" name="Google Shape;3232;g3a3b8b61372_1_55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233" name="Google Shape;3233;g3a3b8b61372_1_55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234" name="Google Shape;3234;g3a3b8b61372_1_55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35" name="Google Shape;3235;g3a3b8b61372_1_55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36" name="Google Shape;3236;g3a3b8b61372_1_55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237" name="Google Shape;3237;g3a3b8b61372_1_55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38" name="Google Shape;3238;g3a3b8b61372_1_55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239" name="Google Shape;3239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0" name="Google Shape;3240;g3a3b8b61372_1_55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41" name="Google Shape;3241;g3a3b8b61372_1_55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2" name="Google Shape;3242;g3a3b8b61372_1_55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3" name="Google Shape;3243;g3a3b8b61372_1_55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4" name="Google Shape;3244;g3a3b8b61372_1_55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5" name="Google Shape;3245;g3a3b8b61372_1_55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6" name="Google Shape;3246;g3a3b8b61372_1_55"/>
          <p:cNvSpPr/>
          <p:nvPr/>
        </p:nvSpPr>
        <p:spPr>
          <a:xfrm>
            <a:off x="94845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47" name="Google Shape;3247;g3a3b8b61372_1_55"/>
          <p:cNvSpPr/>
          <p:nvPr/>
        </p:nvSpPr>
        <p:spPr>
          <a:xfrm>
            <a:off x="94674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1" name="Shape 3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52" name="Google Shape;3252;g390f6613fc7_2_29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53" name="Google Shape;3253;g390f6613fc7_2_29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54" name="Google Shape;3254;g390f6613fc7_2_29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5" name="Google Shape;3255;g390f6613fc7_2_29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6" name="Google Shape;3256;g390f6613fc7_2_29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7" name="Google Shape;3257;g390f6613fc7_2_29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8" name="Google Shape;3258;g390f6613fc7_2_29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9" name="Google Shape;3259;g390f6613fc7_2_29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0" name="Google Shape;3260;g390f6613fc7_2_29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1" name="Google Shape;3261;g390f6613fc7_2_29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2" name="Google Shape;3262;g390f6613fc7_2_29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3" name="Google Shape;3263;g390f6613fc7_2_29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4" name="Google Shape;3264;g390f6613fc7_2_29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5" name="Google Shape;3265;g390f6613fc7_2_29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6" name="Google Shape;3266;g390f6613fc7_2_29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67" name="Google Shape;3267;g390f6613fc7_2_29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68" name="Google Shape;3268;g390f6613fc7_2_29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69" name="Google Shape;3269;g390f6613fc7_2_29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0" name="Google Shape;3270;g390f6613fc7_2_29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1" name="Google Shape;3271;g390f6613fc7_2_29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2" name="Google Shape;3272;g390f6613fc7_2_29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73" name="Google Shape;3273;g390f6613fc7_2_297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74" name="Google Shape;3274;g390f6613fc7_2_297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75" name="Google Shape;3275;g390f6613fc7_2_297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76" name="Google Shape;3276;g390f6613fc7_2_297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77" name="Google Shape;3277;g390f6613fc7_2_297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78" name="Google Shape;3278;g390f6613fc7_2_297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79" name="Google Shape;3279;g390f6613fc7_2_297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0" name="Google Shape;3280;g390f6613fc7_2_297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1" name="Google Shape;3281;g390f6613fc7_2_297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2" name="Google Shape;3282;g390f6613fc7_2_297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3" name="Google Shape;3283;g390f6613fc7_2_297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4" name="Google Shape;3284;g390f6613fc7_2_297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5" name="Google Shape;3285;g390f6613fc7_2_297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6" name="Google Shape;3286;g390f6613fc7_2_297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7" name="Google Shape;3287;g390f6613fc7_2_297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8" name="Google Shape;3288;g390f6613fc7_2_297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9" name="Google Shape;3289;g390f6613fc7_2_297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90" name="Google Shape;3290;g390f6613fc7_2_297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91" name="Google Shape;3291;g390f6613fc7_2_297"/>
          <p:cNvSpPr/>
          <p:nvPr/>
        </p:nvSpPr>
        <p:spPr>
          <a:xfrm>
            <a:off x="9466263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92" name="Google Shape;3292;g390f6613fc7_2_297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93" name="Google Shape;3293;g390f6613fc7_2_297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4" name="Google Shape;3294;g390f6613fc7_2_297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5" name="Google Shape;3295;g390f6613fc7_2_297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6" name="Google Shape;3296;g390f6613fc7_2_297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7" name="Google Shape;3297;g390f6613fc7_2_297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8" name="Google Shape;3298;g390f6613fc7_2_297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299" name="Google Shape;3299;g390f6613fc7_2_297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00" name="Google Shape;3300;g390f6613fc7_2_297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01" name="Google Shape;3301;g390f6613fc7_2_297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02" name="Google Shape;3302;g390f6613fc7_2_297"/>
          <p:cNvSpPr/>
          <p:nvPr/>
        </p:nvSpPr>
        <p:spPr>
          <a:xfrm>
            <a:off x="123618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endParaRPr/>
          </a:p>
        </p:txBody>
      </p:sp>
      <p:sp>
        <p:nvSpPr>
          <p:cNvPr id="3303" name="Google Shape;3303;g390f6613fc7_2_297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endParaRPr/>
          </a:p>
        </p:txBody>
      </p:sp>
      <p:sp>
        <p:nvSpPr>
          <p:cNvPr id="3304" name="Google Shape;3304;g390f6613fc7_2_297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05" name="Google Shape;3305;g390f6613fc7_2_297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9" name="Shape 3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10" name="Google Shape;3310;g390f6613fc7_2_38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11" name="Google Shape;3311;g390f6613fc7_2_38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12" name="Google Shape;3312;g390f6613fc7_2_38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3" name="Google Shape;3313;g390f6613fc7_2_38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4" name="Google Shape;3314;g390f6613fc7_2_38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5" name="Google Shape;3315;g390f6613fc7_2_38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6" name="Google Shape;3316;g390f6613fc7_2_38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7" name="Google Shape;3317;g390f6613fc7_2_38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8" name="Google Shape;3318;g390f6613fc7_2_38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9" name="Google Shape;3319;g390f6613fc7_2_38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0" name="Google Shape;3320;g390f6613fc7_2_38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1" name="Google Shape;3321;g390f6613fc7_2_38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2" name="Google Shape;3322;g390f6613fc7_2_38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3" name="Google Shape;3323;g390f6613fc7_2_38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4" name="Google Shape;3324;g390f6613fc7_2_38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25" name="Google Shape;3325;g390f6613fc7_2_38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6" name="Google Shape;3326;g390f6613fc7_2_38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7" name="Google Shape;3327;g390f6613fc7_2_38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8" name="Google Shape;3328;g390f6613fc7_2_38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9" name="Google Shape;3329;g390f6613fc7_2_38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30" name="Google Shape;3330;g390f6613fc7_2_38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31" name="Google Shape;3331;g390f6613fc7_2_38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2" name="Google Shape;3332;g390f6613fc7_2_38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3" name="Google Shape;3333;g390f6613fc7_2_38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34" name="Google Shape;3334;g390f6613fc7_2_38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5" name="Google Shape;3335;g390f6613fc7_2_38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6" name="Google Shape;3336;g390f6613fc7_2_38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37" name="Google Shape;3337;g390f6613fc7_2_38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8" name="Google Shape;3338;g390f6613fc7_2_38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9" name="Google Shape;3339;g390f6613fc7_2_38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0" name="Google Shape;3340;g390f6613fc7_2_38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1" name="Google Shape;3341;g390f6613fc7_2_38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2" name="Google Shape;3342;g390f6613fc7_2_38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3" name="Google Shape;3343;g390f6613fc7_2_38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4" name="Google Shape;3344;g390f6613fc7_2_38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5" name="Google Shape;3345;g390f6613fc7_2_38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6" name="Google Shape;3346;g390f6613fc7_2_38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7" name="Google Shape;3347;g390f6613fc7_2_38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8" name="Google Shape;3348;g390f6613fc7_2_38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9" name="Google Shape;3349;g390f6613fc7_2_384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50" name="Google Shape;3350;g390f6613fc7_2_384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1" name="Google Shape;3351;g390f6613fc7_2_384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2" name="Google Shape;3352;g390f6613fc7_2_384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3" name="Google Shape;3353;g390f6613fc7_2_384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4" name="Google Shape;3354;g390f6613fc7_2_384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5" name="Google Shape;3355;g390f6613fc7_2_384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356" name="Google Shape;3356;g390f6613fc7_2_384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57" name="Google Shape;3357;g390f6613fc7_2_384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58" name="Google Shape;3358;g390f6613fc7_2_384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359" name="Google Shape;3359;g390f6613fc7_2_384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60" name="Google Shape;3360;g390f6613fc7_2_384"/>
          <p:cNvSpPr/>
          <p:nvPr/>
        </p:nvSpPr>
        <p:spPr>
          <a:xfrm>
            <a:off x="155379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361" name="Google Shape;3361;g390f6613fc7_2_384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62" name="Google Shape;3362;g390f6613fc7_2_384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63" name="Google Shape;3363;g390f6613fc7_2_384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7" name="Shape 3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68" name="Google Shape;3368;g390f6613fc7_2_4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69" name="Google Shape;3369;g390f6613fc7_2_4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0" name="Google Shape;3370;g390f6613fc7_2_4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1" name="Google Shape;3371;g390f6613fc7_2_4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2" name="Google Shape;3372;g390f6613fc7_2_4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3" name="Google Shape;3373;g390f6613fc7_2_4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4" name="Google Shape;3374;g390f6613fc7_2_4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5" name="Google Shape;3375;g390f6613fc7_2_4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6" name="Google Shape;3376;g390f6613fc7_2_4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7" name="Google Shape;3377;g390f6613fc7_2_4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8" name="Google Shape;3378;g390f6613fc7_2_4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9" name="Google Shape;3379;g390f6613fc7_2_4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0" name="Google Shape;3380;g390f6613fc7_2_4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1" name="Google Shape;3381;g390f6613fc7_2_4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2" name="Google Shape;3382;g390f6613fc7_2_4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83" name="Google Shape;3383;g390f6613fc7_2_4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4" name="Google Shape;3384;g390f6613fc7_2_4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5" name="Google Shape;3385;g390f6613fc7_2_4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6" name="Google Shape;3386;g390f6613fc7_2_4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7" name="Google Shape;3387;g390f6613fc7_2_4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8" name="Google Shape;3388;g390f6613fc7_2_4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89" name="Google Shape;3389;g390f6613fc7_2_459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0" name="Google Shape;3390;g390f6613fc7_2_459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1" name="Google Shape;3391;g390f6613fc7_2_459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2" name="Google Shape;3392;g390f6613fc7_2_459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3" name="Google Shape;3393;g390f6613fc7_2_459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4" name="Google Shape;3394;g390f6613fc7_2_459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5" name="Google Shape;3395;g390f6613fc7_2_459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6" name="Google Shape;3396;g390f6613fc7_2_459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7" name="Google Shape;3397;g390f6613fc7_2_459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8" name="Google Shape;3398;g390f6613fc7_2_459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9" name="Google Shape;3399;g390f6613fc7_2_459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0" name="Google Shape;3400;g390f6613fc7_2_459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1" name="Google Shape;3401;g390f6613fc7_2_459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02" name="Google Shape;3402;g390f6613fc7_2_459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3" name="Google Shape;3403;g390f6613fc7_2_459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4" name="Google Shape;3404;g390f6613fc7_2_459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05" name="Google Shape;3405;g390f6613fc7_2_459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6" name="Google Shape;3406;g390f6613fc7_2_459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7" name="Google Shape;3407;g390f6613fc7_2_459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08" name="Google Shape;3408;g390f6613fc7_2_459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9" name="Google Shape;3409;g390f6613fc7_2_459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0" name="Google Shape;3410;g390f6613fc7_2_459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1" name="Google Shape;3411;g390f6613fc7_2_459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2" name="Google Shape;3412;g390f6613fc7_2_459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3" name="Google Shape;3413;g390f6613fc7_2_459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14" name="Google Shape;3414;g390f6613fc7_2_459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15" name="Google Shape;3415;g390f6613fc7_2_459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16" name="Google Shape;3416;g390f6613fc7_2_459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17" name="Google Shape;3417;g390f6613fc7_2_459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18" name="Google Shape;3418;g390f6613fc7_2_459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19" name="Google Shape;3419;g390f6613fc7_2_459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20" name="Google Shape;3420;g390f6613fc7_2_459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21" name="Google Shape;3421;g390f6613fc7_2_459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5" name="Shape 3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26" name="Google Shape;3426;g3a3b8b61372_1_1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27" name="Google Shape;3427;g3a3b8b61372_1_1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28" name="Google Shape;3428;g3a3b8b61372_1_1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29" name="Google Shape;3429;g3a3b8b61372_1_1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0" name="Google Shape;3430;g3a3b8b61372_1_1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1" name="Google Shape;3431;g3a3b8b61372_1_1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2" name="Google Shape;3432;g3a3b8b61372_1_1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3" name="Google Shape;3433;g3a3b8b61372_1_1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4" name="Google Shape;3434;g3a3b8b61372_1_1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5" name="Google Shape;3435;g3a3b8b61372_1_1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6" name="Google Shape;3436;g3a3b8b61372_1_1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7" name="Google Shape;3437;g3a3b8b61372_1_1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8" name="Google Shape;3438;g3a3b8b61372_1_1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9" name="Google Shape;3439;g3a3b8b61372_1_1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40" name="Google Shape;3440;g3a3b8b61372_1_1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41" name="Google Shape;3441;g3a3b8b61372_1_1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2" name="Google Shape;3442;g3a3b8b61372_1_1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3" name="Google Shape;3443;g3a3b8b61372_1_1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4" name="Google Shape;3444;g3a3b8b61372_1_1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5" name="Google Shape;3445;g3a3b8b61372_1_1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6" name="Google Shape;3446;g3a3b8b61372_1_1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47" name="Google Shape;3447;g3a3b8b61372_1_11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48" name="Google Shape;3448;g3a3b8b61372_1_11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49" name="Google Shape;3449;g3a3b8b61372_1_11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0" name="Google Shape;3450;g3a3b8b61372_1_11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1" name="Google Shape;3451;g3a3b8b61372_1_11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2" name="Google Shape;3452;g3a3b8b61372_1_11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3" name="Google Shape;3453;g3a3b8b61372_1_11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4" name="Google Shape;3454;g3a3b8b61372_1_11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5" name="Google Shape;3455;g3a3b8b61372_1_11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6" name="Google Shape;3456;g3a3b8b61372_1_11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7" name="Google Shape;3457;g3a3b8b61372_1_11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8" name="Google Shape;3458;g3a3b8b61372_1_11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9" name="Google Shape;3459;g3a3b8b61372_1_11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60" name="Google Shape;3460;g3a3b8b61372_1_11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61" name="Google Shape;3461;g3a3b8b61372_1_11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62" name="Google Shape;3462;g3a3b8b61372_1_11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63" name="Google Shape;3463;g3a3b8b61372_1_11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64" name="Google Shape;3464;g3a3b8b61372_1_11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65" name="Google Shape;3465;g3a3b8b61372_1_110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66" name="Google Shape;3466;g3a3b8b61372_1_11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7" name="Google Shape;3467;g3a3b8b61372_1_110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8" name="Google Shape;3468;g3a3b8b61372_1_11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9" name="Google Shape;3469;g3a3b8b61372_1_11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0" name="Google Shape;3470;g3a3b8b61372_1_11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1" name="Google Shape;3471;g3a3b8b61372_1_110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72" name="Google Shape;3472;g3a3b8b61372_1_110"/>
          <p:cNvSpPr/>
          <p:nvPr/>
        </p:nvSpPr>
        <p:spPr>
          <a:xfrm>
            <a:off x="121835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73" name="Google Shape;3473;g3a3b8b61372_1_110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74" name="Google Shape;3474;g3a3b8b61372_1_110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75" name="Google Shape;3475;g3a3b8b61372_1_110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76" name="Google Shape;3476;g3a3b8b61372_1_110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77" name="Google Shape;3477;g3a3b8b61372_1_110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68130</a:t>
            </a:r>
            <a:endParaRPr/>
          </a:p>
        </p:txBody>
      </p:sp>
      <p:sp>
        <p:nvSpPr>
          <p:cNvPr id="3478" name="Google Shape;3478;g3a3b8b61372_1_110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79" name="Google Shape;3479;g3a3b8b61372_1_110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3" name="Shape 3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84" name="Google Shape;3484;g390f6613fc7_2_5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5" name="Google Shape;3485;g390f6613fc7_2_5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86" name="Google Shape;3486;g390f6613fc7_2_5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7" name="Google Shape;3487;g390f6613fc7_2_5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8" name="Google Shape;3488;g390f6613fc7_2_5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9" name="Google Shape;3489;g390f6613fc7_2_5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0" name="Google Shape;3490;g390f6613fc7_2_5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1" name="Google Shape;3491;g390f6613fc7_2_5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2" name="Google Shape;3492;g390f6613fc7_2_5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3" name="Google Shape;3493;g390f6613fc7_2_51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4" name="Google Shape;3494;g390f6613fc7_2_51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5" name="Google Shape;3495;g390f6613fc7_2_51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6" name="Google Shape;3496;g390f6613fc7_2_51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7" name="Google Shape;3497;g390f6613fc7_2_51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8" name="Google Shape;3498;g390f6613fc7_2_51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99" name="Google Shape;3499;g390f6613fc7_2_5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0" name="Google Shape;3500;g390f6613fc7_2_5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1" name="Google Shape;3501;g390f6613fc7_2_5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2" name="Google Shape;3502;g390f6613fc7_2_5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3" name="Google Shape;3503;g390f6613fc7_2_5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4" name="Google Shape;3504;g390f6613fc7_2_5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05" name="Google Shape;3505;g390f6613fc7_2_51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06" name="Google Shape;3506;g390f6613fc7_2_51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07" name="Google Shape;3507;g390f6613fc7_2_51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08" name="Google Shape;3508;g390f6613fc7_2_51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09" name="Google Shape;3509;g390f6613fc7_2_51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0" name="Google Shape;3510;g390f6613fc7_2_51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1" name="Google Shape;3511;g390f6613fc7_2_51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2" name="Google Shape;3512;g390f6613fc7_2_51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3" name="Google Shape;3513;g390f6613fc7_2_51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4" name="Google Shape;3514;g390f6613fc7_2_51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5" name="Google Shape;3515;g390f6613fc7_2_51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6" name="Google Shape;3516;g390f6613fc7_2_51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7" name="Google Shape;3517;g390f6613fc7_2_51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8" name="Google Shape;3518;g390f6613fc7_2_51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9" name="Google Shape;3519;g390f6613fc7_2_51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20" name="Google Shape;3520;g390f6613fc7_2_51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21" name="Google Shape;3521;g390f6613fc7_2_51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22" name="Google Shape;3522;g390f6613fc7_2_51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23" name="Google Shape;3523;g390f6613fc7_2_516"/>
          <p:cNvSpPr/>
          <p:nvPr/>
        </p:nvSpPr>
        <p:spPr>
          <a:xfrm>
            <a:off x="18591150" y="2478732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24" name="Google Shape;3524;g390f6613fc7_2_51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5" name="Google Shape;3525;g390f6613fc7_2_51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6" name="Google Shape;3526;g390f6613fc7_2_51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7" name="Google Shape;3527;g390f6613fc7_2_516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8" name="Google Shape;3528;g390f6613fc7_2_516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9" name="Google Shape;3529;g390f6613fc7_2_516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30" name="Google Shape;3530;g390f6613fc7_2_516"/>
          <p:cNvSpPr/>
          <p:nvPr/>
        </p:nvSpPr>
        <p:spPr>
          <a:xfrm>
            <a:off x="15433926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531" name="Google Shape;3531;g390f6613fc7_2_516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32" name="Google Shape;3532;g390f6613fc7_2_516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33" name="Google Shape;3533;g390f6613fc7_2_516"/>
          <p:cNvSpPr/>
          <p:nvPr/>
        </p:nvSpPr>
        <p:spPr>
          <a:xfrm>
            <a:off x="15466526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534" name="Google Shape;3534;g390f6613fc7_2_516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35" name="Google Shape;3535;g390f6613fc7_2_516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536" name="Google Shape;3536;g390f6613fc7_2_516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37" name="Google Shape;3537;g390f6613fc7_2_516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1" name="Shape 3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42" name="Google Shape;3542;g390e2b18344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3" name="Google Shape;3543;g390e2b18344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4" name="Google Shape;3544;g390e2b18344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5" name="Google Shape;3545;g390e2b18344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6" name="Google Shape;3546;g390e2b18344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7" name="Google Shape;3547;g390e2b18344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8" name="Google Shape;3548;g390e2b18344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9" name="Google Shape;3549;g390e2b18344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0" name="Google Shape;3550;g390e2b18344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1" name="Google Shape;3551;g390e2b18344_1_0"/>
          <p:cNvSpPr/>
          <p:nvPr/>
        </p:nvSpPr>
        <p:spPr>
          <a:xfrm>
            <a:off x="18538250" y="6565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2" name="Google Shape;3552;g390e2b18344_1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3" name="Google Shape;3553;g390e2b18344_1_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4" name="Google Shape;3554;g390e2b18344_1_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5" name="Google Shape;3555;g390e2b18344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6" name="Google Shape;3556;g390e2b18344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7" name="Google Shape;3557;g390e2b18344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8" name="Google Shape;3558;g390e2b18344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9" name="Google Shape;3559;g390e2b18344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0" name="Google Shape;3560;g390e2b18344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1" name="Google Shape;3561;g390e2b18344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2" name="Google Shape;3562;g390e2b18344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3" name="Google Shape;3563;g390e2b18344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4" name="Google Shape;3564;g390e2b18344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5" name="Google Shape;3565;g390e2b18344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566" name="Google Shape;3566;g390e2b18344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67" name="Google Shape;3567;g390e2b18344_1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68" name="Google Shape;3568;g390e2b18344_1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69" name="Google Shape;3569;g390e2b18344_1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0" name="Google Shape;3570;g390e2b18344_1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1" name="Google Shape;3571;g390e2b18344_1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2" name="Google Shape;3572;g390e2b18344_1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3" name="Google Shape;3573;g390e2b18344_1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4" name="Google Shape;3574;g390e2b18344_1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5" name="Google Shape;3575;g390e2b18344_1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6" name="Google Shape;3576;g390e2b18344_1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7" name="Google Shape;3577;g390e2b18344_1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8" name="Google Shape;3578;g390e2b18344_1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9" name="Google Shape;3579;g390e2b18344_1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0" name="Google Shape;3580;g390e2b18344_1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1" name="Google Shape;3581;g390e2b18344_1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82" name="Google Shape;3582;g390e2b18344_1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3" name="Google Shape;3583;g390e2b18344_1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4" name="Google Shape;3584;g390e2b18344_1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85" name="Google Shape;3585;g390e2b18344_1_0"/>
          <p:cNvSpPr/>
          <p:nvPr/>
        </p:nvSpPr>
        <p:spPr>
          <a:xfrm>
            <a:off x="19005362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586" name="Google Shape;3586;g390e2b18344_1_0"/>
          <p:cNvSpPr/>
          <p:nvPr/>
        </p:nvSpPr>
        <p:spPr>
          <a:xfrm>
            <a:off x="19037962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587" name="Google Shape;3587;g390e2b18344_1_0"/>
          <p:cNvSpPr/>
          <p:nvPr/>
        </p:nvSpPr>
        <p:spPr>
          <a:xfrm>
            <a:off x="19057511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88" name="Google Shape;3588;g390e2b18344_1_0"/>
          <p:cNvSpPr/>
          <p:nvPr/>
        </p:nvSpPr>
        <p:spPr>
          <a:xfrm>
            <a:off x="18999586" y="10998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589" name="Google Shape;3589;g390e2b18344_1_0"/>
          <p:cNvSpPr/>
          <p:nvPr/>
        </p:nvSpPr>
        <p:spPr>
          <a:xfrm>
            <a:off x="18013250" y="2367187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90" name="Google Shape;3590;g390e2b18344_1_0"/>
          <p:cNvSpPr/>
          <p:nvPr/>
        </p:nvSpPr>
        <p:spPr>
          <a:xfrm>
            <a:off x="18246225" y="265558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91" name="Google Shape;3591;g390e2b18344_1_0"/>
          <p:cNvSpPr/>
          <p:nvPr/>
        </p:nvSpPr>
        <p:spPr>
          <a:xfrm>
            <a:off x="18508536" y="2979665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92" name="Google Shape;3592;g390e2b18344_1_0"/>
          <p:cNvSpPr/>
          <p:nvPr/>
        </p:nvSpPr>
        <p:spPr>
          <a:xfrm>
            <a:off x="18846355" y="3180264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93" name="Google Shape;3593;g390e2b18344_1_0"/>
          <p:cNvSpPr/>
          <p:nvPr/>
        </p:nvSpPr>
        <p:spPr>
          <a:xfrm>
            <a:off x="18196025" y="41622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94" name="Google Shape;3594;g390e2b18344_1_0"/>
          <p:cNvSpPr/>
          <p:nvPr/>
        </p:nvSpPr>
        <p:spPr>
          <a:xfrm>
            <a:off x="18496088" y="453397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5" name="Google Shape;3595;g390e2b18344_1_0"/>
          <p:cNvSpPr/>
          <p:nvPr/>
        </p:nvSpPr>
        <p:spPr>
          <a:xfrm>
            <a:off x="18880473" y="49390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9" name="Shape 3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0" name="Google Shape;3600;g3a46774ecb2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1" name="Google Shape;3601;g3a46774ecb2_0_0"/>
          <p:cNvSpPr/>
          <p:nvPr/>
        </p:nvSpPr>
        <p:spPr>
          <a:xfrm>
            <a:off x="814250" y="3300663"/>
            <a:ext cx="20036537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5" name="Shape 3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06" name="Google Shape;3606;g3a46774ecb2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07" name="Google Shape;3607;g3a46774ecb2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8" name="Google Shape;3608;g3a46774ecb2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9" name="Google Shape;3609;g3a46774ecb2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0" name="Google Shape;3610;g3a46774ecb2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1" name="Google Shape;3611;g3a46774ecb2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2" name="Google Shape;3612;g3a46774ecb2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3" name="Google Shape;3613;g3a46774ecb2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4" name="Google Shape;3614;g3a46774ecb2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5" name="Google Shape;3615;g3a46774ecb2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6" name="Google Shape;3616;g3a46774ecb2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7" name="Google Shape;3617;g3a46774ecb2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8" name="Google Shape;3618;g3a46774ecb2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9" name="Google Shape;3619;g3a46774ecb2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0" name="Google Shape;3620;g3a46774ecb2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21" name="Google Shape;3621;g3a46774ecb2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2" name="Google Shape;3622;g3a46774ecb2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3" name="Google Shape;3623;g3a46774ecb2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4" name="Google Shape;3624;g3a46774ecb2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5" name="Google Shape;3625;g3a46774ecb2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6" name="Google Shape;3626;g3a46774ecb2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27" name="Google Shape;3627;g3a46774ecb2_0_5"/>
          <p:cNvSpPr/>
          <p:nvPr/>
        </p:nvSpPr>
        <p:spPr>
          <a:xfrm>
            <a:off x="154750" y="640400"/>
            <a:ext cx="2519700" cy="1558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US13: As an aspiring software engineer, I want to implement an US defined in milestone 1, so that I can accomplish my group's work.</a:t>
            </a:r>
            <a:endParaRPr/>
          </a:p>
        </p:txBody>
      </p:sp>
      <p:sp>
        <p:nvSpPr>
          <p:cNvPr id="3628" name="Google Shape;3628;g3a46774ecb2_0_5"/>
          <p:cNvSpPr/>
          <p:nvPr/>
        </p:nvSpPr>
        <p:spPr>
          <a:xfrm>
            <a:off x="154750" y="2697513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3629" name="Google Shape;3629;g3a46774ecb2_0_5"/>
          <p:cNvSpPr/>
          <p:nvPr/>
        </p:nvSpPr>
        <p:spPr>
          <a:xfrm>
            <a:off x="140775" y="79296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3630" name="Google Shape;3630;g3a46774ecb2_0_5"/>
          <p:cNvSpPr/>
          <p:nvPr/>
        </p:nvSpPr>
        <p:spPr>
          <a:xfrm>
            <a:off x="140775" y="11753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T31: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1" name="Google Shape;3631;g3a46774ecb2_0_5"/>
          <p:cNvSpPr/>
          <p:nvPr/>
        </p:nvSpPr>
        <p:spPr>
          <a:xfrm>
            <a:off x="140775" y="1593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T32: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2" name="Google Shape;3632;g3a46774ecb2_0_5"/>
          <p:cNvSpPr/>
          <p:nvPr/>
        </p:nvSpPr>
        <p:spPr>
          <a:xfrm>
            <a:off x="143950" y="327532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T33: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3" name="Google Shape;3633;g3a46774ecb2_0_5"/>
          <p:cNvSpPr/>
          <p:nvPr/>
        </p:nvSpPr>
        <p:spPr>
          <a:xfrm>
            <a:off x="154738" y="37827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T34: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4" name="Google Shape;3634;g3a46774ecb2_0_5"/>
          <p:cNvSpPr/>
          <p:nvPr/>
        </p:nvSpPr>
        <p:spPr>
          <a:xfrm>
            <a:off x="154738" y="4344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T35: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5" name="Google Shape;3635;g3a46774ecb2_0_5"/>
          <p:cNvSpPr/>
          <p:nvPr/>
        </p:nvSpPr>
        <p:spPr>
          <a:xfrm>
            <a:off x="129963" y="48891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T36: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6" name="Google Shape;3636;g3a46774ecb2_0_5"/>
          <p:cNvSpPr/>
          <p:nvPr/>
        </p:nvSpPr>
        <p:spPr>
          <a:xfrm>
            <a:off x="143938" y="52062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T37: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7" name="Google Shape;3637;g3a46774ecb2_0_5"/>
          <p:cNvSpPr/>
          <p:nvPr/>
        </p:nvSpPr>
        <p:spPr>
          <a:xfrm>
            <a:off x="154738" y="55404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T38: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8" name="Google Shape;3638;g3a46774ecb2_0_5"/>
          <p:cNvSpPr/>
          <p:nvPr/>
        </p:nvSpPr>
        <p:spPr>
          <a:xfrm>
            <a:off x="154738" y="6005112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T39: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9" name="Google Shape;3639;g3a46774ecb2_0_5"/>
          <p:cNvSpPr/>
          <p:nvPr/>
        </p:nvSpPr>
        <p:spPr>
          <a:xfrm>
            <a:off x="154738" y="66393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T40: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0" name="Google Shape;3640;g3a46774ecb2_0_5"/>
          <p:cNvSpPr/>
          <p:nvPr/>
        </p:nvSpPr>
        <p:spPr>
          <a:xfrm>
            <a:off x="154750" y="86488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T41: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1" name="Google Shape;3641;g3a46774ecb2_0_5"/>
          <p:cNvSpPr/>
          <p:nvPr/>
        </p:nvSpPr>
        <p:spPr>
          <a:xfrm>
            <a:off x="154750" y="93537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T42: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5" name="Shape 3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46" name="Google Shape;3646;g390e7909646_0_8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47" name="Google Shape;3647;g390e7909646_0_8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48" name="Google Shape;3648;g390e7909646_0_8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9" name="Google Shape;3649;g390e7909646_0_8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0" name="Google Shape;3650;g390e7909646_0_8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1" name="Google Shape;3651;g390e7909646_0_8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2" name="Google Shape;3652;g390e7909646_0_8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3" name="Google Shape;3653;g390e7909646_0_8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4" name="Google Shape;3654;g390e7909646_0_8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5" name="Google Shape;3655;g390e7909646_0_8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6" name="Google Shape;3656;g390e7909646_0_8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7" name="Google Shape;3657;g390e7909646_0_8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8" name="Google Shape;3658;g390e7909646_0_8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9" name="Google Shape;3659;g390e7909646_0_8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0" name="Google Shape;3660;g390e7909646_0_8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61" name="Google Shape;3661;g390e7909646_0_8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2" name="Google Shape;3662;g390e7909646_0_8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3" name="Google Shape;3663;g390e7909646_0_8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4" name="Google Shape;3664;g390e7909646_0_8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5" name="Google Shape;3665;g390e7909646_0_8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6" name="Google Shape;3666;g390e7909646_0_8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7" name="Google Shape;3667;g390e7909646_0_81"/>
          <p:cNvSpPr/>
          <p:nvPr/>
        </p:nvSpPr>
        <p:spPr>
          <a:xfrm>
            <a:off x="9366075" y="7098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8" name="Google Shape;3668;g390e7909646_0_81"/>
          <p:cNvSpPr/>
          <p:nvPr/>
        </p:nvSpPr>
        <p:spPr>
          <a:xfrm>
            <a:off x="9366063" y="40512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9" name="Google Shape;3669;g390e7909646_0_81"/>
          <p:cNvSpPr/>
          <p:nvPr/>
        </p:nvSpPr>
        <p:spPr>
          <a:xfrm>
            <a:off x="9366063" y="22404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0" name="Google Shape;3670;g390e7909646_0_81"/>
          <p:cNvSpPr/>
          <p:nvPr/>
        </p:nvSpPr>
        <p:spPr>
          <a:xfrm>
            <a:off x="9366063" y="429826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1" name="Google Shape;3671;g390e7909646_0_81"/>
          <p:cNvSpPr/>
          <p:nvPr/>
        </p:nvSpPr>
        <p:spPr>
          <a:xfrm>
            <a:off x="9366063" y="24857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2" name="Google Shape;3672;g390e7909646_0_81"/>
          <p:cNvSpPr/>
          <p:nvPr/>
        </p:nvSpPr>
        <p:spPr>
          <a:xfrm>
            <a:off x="9366075" y="4552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3" name="Google Shape;3673;g390e7909646_0_81"/>
          <p:cNvSpPr/>
          <p:nvPr/>
        </p:nvSpPr>
        <p:spPr>
          <a:xfrm>
            <a:off x="9366075" y="264378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4" name="Google Shape;3674;g390e7909646_0_81"/>
          <p:cNvSpPr/>
          <p:nvPr/>
        </p:nvSpPr>
        <p:spPr>
          <a:xfrm>
            <a:off x="6725925" y="70286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5" name="Google Shape;3675;g390e7909646_0_81"/>
          <p:cNvSpPr/>
          <p:nvPr/>
        </p:nvSpPr>
        <p:spPr>
          <a:xfrm>
            <a:off x="6725925" y="549662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6" name="Google Shape;3676;g390e7909646_0_81"/>
          <p:cNvSpPr/>
          <p:nvPr/>
        </p:nvSpPr>
        <p:spPr>
          <a:xfrm>
            <a:off x="6725925" y="710554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7" name="Google Shape;3677;g390e7909646_0_81"/>
          <p:cNvSpPr/>
          <p:nvPr/>
        </p:nvSpPr>
        <p:spPr>
          <a:xfrm>
            <a:off x="6725925" y="875374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8" name="Google Shape;3678;g390e7909646_0_81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679" name="Google Shape;3679;g390e7909646_0_81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680" name="Google Shape;3680;g390e7909646_0_81"/>
          <p:cNvSpPr/>
          <p:nvPr/>
        </p:nvSpPr>
        <p:spPr>
          <a:xfrm>
            <a:off x="9366075" y="90322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1" name="Google Shape;3681;g390e7909646_0_81"/>
          <p:cNvSpPr/>
          <p:nvPr/>
        </p:nvSpPr>
        <p:spPr>
          <a:xfrm>
            <a:off x="9366082" y="102632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2" name="Google Shape;3682;g390e7909646_0_81"/>
          <p:cNvSpPr/>
          <p:nvPr/>
        </p:nvSpPr>
        <p:spPr>
          <a:xfrm>
            <a:off x="9366075" y="729283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3" name="Google Shape;3683;g390e7909646_0_81"/>
          <p:cNvSpPr/>
          <p:nvPr/>
        </p:nvSpPr>
        <p:spPr>
          <a:xfrm>
            <a:off x="9366075" y="754573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4" name="Google Shape;3684;g390e7909646_0_81"/>
          <p:cNvSpPr/>
          <p:nvPr/>
        </p:nvSpPr>
        <p:spPr>
          <a:xfrm>
            <a:off x="9366063" y="783423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5" name="Google Shape;3685;g390e7909646_0_81"/>
          <p:cNvSpPr/>
          <p:nvPr/>
        </p:nvSpPr>
        <p:spPr>
          <a:xfrm>
            <a:off x="9366075" y="577697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6" name="Google Shape;3686;g390e7909646_0_81"/>
          <p:cNvSpPr/>
          <p:nvPr/>
        </p:nvSpPr>
        <p:spPr>
          <a:xfrm>
            <a:off x="9366075" y="597014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7" name="Google Shape;3687;g390e7909646_0_81"/>
          <p:cNvSpPr/>
          <p:nvPr/>
        </p:nvSpPr>
        <p:spPr>
          <a:xfrm>
            <a:off x="9366063" y="621194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8" name="Google Shape;3688;g390e7909646_0_81"/>
          <p:cNvSpPr/>
          <p:nvPr/>
        </p:nvSpPr>
        <p:spPr>
          <a:xfrm>
            <a:off x="9366075" y="89538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9" name="Google Shape;3689;g390e7909646_0_81"/>
          <p:cNvSpPr/>
          <p:nvPr/>
        </p:nvSpPr>
        <p:spPr>
          <a:xfrm>
            <a:off x="9366075" y="930074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0" name="Google Shape;3690;g390e7909646_0_81"/>
          <p:cNvSpPr/>
          <p:nvPr/>
        </p:nvSpPr>
        <p:spPr>
          <a:xfrm>
            <a:off x="9366063" y="96564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1" name="Google Shape;3691;g390e7909646_0_81"/>
          <p:cNvSpPr/>
          <p:nvPr/>
        </p:nvSpPr>
        <p:spPr>
          <a:xfrm>
            <a:off x="6045600" y="586185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2" name="Google Shape;3692;g390e7909646_0_81"/>
          <p:cNvSpPr/>
          <p:nvPr/>
        </p:nvSpPr>
        <p:spPr>
          <a:xfrm>
            <a:off x="6045600" y="111764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3" name="Google Shape;3693;g390e7909646_0_81"/>
          <p:cNvSpPr/>
          <p:nvPr/>
        </p:nvSpPr>
        <p:spPr>
          <a:xfrm>
            <a:off x="6045600" y="745427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4" name="Google Shape;3694;g390e7909646_0_81"/>
          <p:cNvSpPr/>
          <p:nvPr/>
        </p:nvSpPr>
        <p:spPr>
          <a:xfrm>
            <a:off x="6045600" y="913549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8" name="Shape 3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99" name="Google Shape;3699;g3a547e7f83b_0_109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00" name="Google Shape;3700;g3a547e7f83b_0_109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1" name="Google Shape;3701;g3a547e7f83b_0_109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2" name="Google Shape;3702;g3a547e7f83b_0_109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3" name="Google Shape;3703;g3a547e7f83b_0_109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4" name="Google Shape;3704;g3a547e7f83b_0_109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5" name="Google Shape;3705;g3a547e7f83b_0_109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6" name="Google Shape;3706;g3a547e7f83b_0_109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7" name="Google Shape;3707;g3a547e7f83b_0_109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8" name="Google Shape;3708;g3a547e7f83b_0_109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9" name="Google Shape;3709;g3a547e7f83b_0_109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0" name="Google Shape;3710;g3a547e7f83b_0_109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1" name="Google Shape;3711;g3a547e7f83b_0_109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2" name="Google Shape;3712;g3a547e7f83b_0_109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3" name="Google Shape;3713;g3a547e7f83b_0_109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14" name="Google Shape;3714;g3a547e7f83b_0_109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5" name="Google Shape;3715;g3a547e7f83b_0_109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6" name="Google Shape;3716;g3a547e7f83b_0_109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7" name="Google Shape;3717;g3a547e7f83b_0_109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8" name="Google Shape;3718;g3a547e7f83b_0_109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9" name="Google Shape;3719;g3a547e7f83b_0_109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20" name="Google Shape;3720;g3a547e7f83b_0_1093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1" name="Google Shape;3721;g3a547e7f83b_0_1093"/>
          <p:cNvSpPr/>
          <p:nvPr/>
        </p:nvSpPr>
        <p:spPr>
          <a:xfrm>
            <a:off x="12341488" y="398556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2" name="Google Shape;3722;g3a547e7f83b_0_1093"/>
          <p:cNvSpPr/>
          <p:nvPr/>
        </p:nvSpPr>
        <p:spPr>
          <a:xfrm>
            <a:off x="9366063" y="22899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3" name="Google Shape;3723;g3a547e7f83b_0_1093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4" name="Google Shape;3724;g3a547e7f83b_0_1093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5" name="Google Shape;3725;g3a547e7f83b_0_1093"/>
          <p:cNvSpPr/>
          <p:nvPr/>
        </p:nvSpPr>
        <p:spPr>
          <a:xfrm>
            <a:off x="12341500" y="44601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6" name="Google Shape;3726;g3a547e7f83b_0_1093"/>
          <p:cNvSpPr/>
          <p:nvPr/>
        </p:nvSpPr>
        <p:spPr>
          <a:xfrm>
            <a:off x="12341500" y="24953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7" name="Google Shape;3727;g3a547e7f83b_0_1093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28" name="Google Shape;3728;g3a547e7f83b_0_1093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29" name="Google Shape;3729;g3a547e7f83b_0_1093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30" name="Google Shape;3730;g3a547e7f83b_0_1093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31" name="Google Shape;3731;g3a547e7f83b_0_1093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32" name="Google Shape;3732;g3a547e7f83b_0_1093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3" name="Google Shape;3733;g3a547e7f83b_0_1093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4" name="Google Shape;3734;g3a547e7f83b_0_1093"/>
          <p:cNvSpPr/>
          <p:nvPr/>
        </p:nvSpPr>
        <p:spPr>
          <a:xfrm>
            <a:off x="9366075" y="729283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5" name="Google Shape;3735;g3a547e7f83b_0_1093"/>
          <p:cNvSpPr/>
          <p:nvPr/>
        </p:nvSpPr>
        <p:spPr>
          <a:xfrm>
            <a:off x="9366075" y="767784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6" name="Google Shape;3736;g3a547e7f83b_0_1093"/>
          <p:cNvSpPr/>
          <p:nvPr/>
        </p:nvSpPr>
        <p:spPr>
          <a:xfrm>
            <a:off x="9366063" y="799937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7" name="Google Shape;3737;g3a547e7f83b_0_1093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8" name="Google Shape;3738;g3a547e7f83b_0_1093"/>
          <p:cNvSpPr/>
          <p:nvPr/>
        </p:nvSpPr>
        <p:spPr>
          <a:xfrm>
            <a:off x="9366075" y="569198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9" name="Google Shape;3739;g3a547e7f83b_0_1093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0" name="Google Shape;3740;g3a547e7f83b_0_1093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1" name="Google Shape;3741;g3a547e7f83b_0_1093"/>
          <p:cNvSpPr/>
          <p:nvPr/>
        </p:nvSpPr>
        <p:spPr>
          <a:xfrm>
            <a:off x="9366075" y="91803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2" name="Google Shape;3742;g3a547e7f83b_0_1093"/>
          <p:cNvSpPr/>
          <p:nvPr/>
        </p:nvSpPr>
        <p:spPr>
          <a:xfrm>
            <a:off x="9366063" y="9618659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3" name="Google Shape;3743;g3a547e7f83b_0_1093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44" name="Google Shape;3744;g3a547e7f83b_0_1093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5" name="Google Shape;3745;g3a547e7f83b_0_1093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6" name="Google Shape;3746;g3a547e7f83b_0_1093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7" name="Google Shape;3747;g3a547e7f83b_0_1093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1" name="Shape 3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52" name="Google Shape;3752;g3a5af5b02b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53" name="Google Shape;3753;g3a5af5b02b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54" name="Google Shape;3754;g3a5af5b02b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5" name="Google Shape;3755;g3a5af5b02b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6" name="Google Shape;3756;g3a5af5b02b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7" name="Google Shape;3757;g3a5af5b02b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8" name="Google Shape;3758;g3a5af5b02b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9" name="Google Shape;3759;g3a5af5b02b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0" name="Google Shape;3760;g3a5af5b02b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1" name="Google Shape;3761;g3a5af5b02b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2" name="Google Shape;3762;g3a5af5b02b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3" name="Google Shape;3763;g3a5af5b02b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4" name="Google Shape;3764;g3a5af5b02b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5" name="Google Shape;3765;g3a5af5b02b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6" name="Google Shape;3766;g3a5af5b02b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67" name="Google Shape;3767;g3a5af5b02b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68" name="Google Shape;3768;g3a5af5b02b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69" name="Google Shape;3769;g3a5af5b02b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0" name="Google Shape;3770;g3a5af5b02b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1" name="Google Shape;3771;g3a5af5b02b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2" name="Google Shape;3772;g3a5af5b02b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73" name="Google Shape;3773;g3a5af5b02b4_0_0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4" name="Google Shape;3774;g3a5af5b02b4_0_0"/>
          <p:cNvSpPr/>
          <p:nvPr/>
        </p:nvSpPr>
        <p:spPr>
          <a:xfrm>
            <a:off x="12341488" y="398556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5" name="Google Shape;3775;g3a5af5b02b4_0_0"/>
          <p:cNvSpPr/>
          <p:nvPr/>
        </p:nvSpPr>
        <p:spPr>
          <a:xfrm>
            <a:off x="9366063" y="22899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6" name="Google Shape;3776;g3a5af5b02b4_0_0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7" name="Google Shape;3777;g3a5af5b02b4_0_0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8" name="Google Shape;3778;g3a5af5b02b4_0_0"/>
          <p:cNvSpPr/>
          <p:nvPr/>
        </p:nvSpPr>
        <p:spPr>
          <a:xfrm>
            <a:off x="12341500" y="44601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9" name="Google Shape;3779;g3a5af5b02b4_0_0"/>
          <p:cNvSpPr/>
          <p:nvPr/>
        </p:nvSpPr>
        <p:spPr>
          <a:xfrm>
            <a:off x="12341500" y="24953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0" name="Google Shape;3780;g3a5af5b02b4_0_0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1" name="Google Shape;3781;g3a5af5b02b4_0_0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2" name="Google Shape;3782;g3a5af5b02b4_0_0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3" name="Google Shape;3783;g3a5af5b02b4_0_0"/>
          <p:cNvSpPr/>
          <p:nvPr/>
        </p:nvSpPr>
        <p:spPr>
          <a:xfrm>
            <a:off x="6281475" y="2490200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84" name="Google Shape;3784;g3a5af5b02b4_0_0"/>
          <p:cNvSpPr/>
          <p:nvPr/>
        </p:nvSpPr>
        <p:spPr>
          <a:xfrm>
            <a:off x="6281475" y="4009925"/>
            <a:ext cx="2519700" cy="1423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85" name="Google Shape;3785;g3a5af5b02b4_0_0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6" name="Google Shape;3786;g3a5af5b02b4_0_0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7" name="Google Shape;3787;g3a5af5b02b4_0_0"/>
          <p:cNvSpPr/>
          <p:nvPr/>
        </p:nvSpPr>
        <p:spPr>
          <a:xfrm>
            <a:off x="12341500" y="746708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8" name="Google Shape;3788;g3a5af5b02b4_0_0"/>
          <p:cNvSpPr/>
          <p:nvPr/>
        </p:nvSpPr>
        <p:spPr>
          <a:xfrm>
            <a:off x="9366075" y="74466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9" name="Google Shape;3789;g3a5af5b02b4_0_0"/>
          <p:cNvSpPr/>
          <p:nvPr/>
        </p:nvSpPr>
        <p:spPr>
          <a:xfrm>
            <a:off x="9366063" y="776818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0" name="Google Shape;3790;g3a5af5b02b4_0_0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1" name="Google Shape;3791;g3a5af5b02b4_0_0"/>
          <p:cNvSpPr/>
          <p:nvPr/>
        </p:nvSpPr>
        <p:spPr>
          <a:xfrm>
            <a:off x="9366075" y="569198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2" name="Google Shape;3792;g3a5af5b02b4_0_0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3" name="Google Shape;3793;g3a5af5b02b4_0_0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4" name="Google Shape;3794;g3a5af5b02b4_0_0"/>
          <p:cNvSpPr/>
          <p:nvPr/>
        </p:nvSpPr>
        <p:spPr>
          <a:xfrm>
            <a:off x="9366075" y="898222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5" name="Google Shape;3795;g3a5af5b02b4_0_0"/>
          <p:cNvSpPr/>
          <p:nvPr/>
        </p:nvSpPr>
        <p:spPr>
          <a:xfrm>
            <a:off x="9366063" y="942049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6" name="Google Shape;3796;g3a5af5b02b4_0_0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97" name="Google Shape;3797;g3a5af5b02b4_0_0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98" name="Google Shape;3798;g3a5af5b02b4_0_0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99" name="Google Shape;3799;g3a5af5b02b4_0_0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00" name="Google Shape;3800;g3a5af5b02b4_0_0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