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21599525" cy="1079976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3" roundtripDataSignature="AMtx7mimLRXjkuyMwJlo9n28vWGEHZe2B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86" y="139"/>
      </p:cViewPr>
      <p:guideLst>
        <p:guide orient="horz" pos="3402"/>
        <p:guide pos="680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customschemas.google.com/relationships/presentationmetadata" Target="metadata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ogo Antunes" userId="059c692484dd0481" providerId="LiveId" clId="{6EC919A8-06CB-4D63-8E78-D3F4ED54E434}"/>
    <pc:docChg chg="undo custSel modSld">
      <pc:chgData name="Diogo Antunes" userId="059c692484dd0481" providerId="LiveId" clId="{6EC919A8-06CB-4D63-8E78-D3F4ED54E434}" dt="2025-11-17T19:31:00.680" v="1" actId="1076"/>
      <pc:docMkLst>
        <pc:docMk/>
      </pc:docMkLst>
      <pc:sldChg chg="modSp mod">
        <pc:chgData name="Diogo Antunes" userId="059c692484dd0481" providerId="LiveId" clId="{6EC919A8-06CB-4D63-8E78-D3F4ED54E434}" dt="2025-11-17T19:31:00.680" v="1" actId="1076"/>
        <pc:sldMkLst>
          <pc:docMk/>
          <pc:sldMk cId="0" sldId="290"/>
        </pc:sldMkLst>
        <pc:spChg chg="mod">
          <ac:chgData name="Diogo Antunes" userId="059c692484dd0481" providerId="LiveId" clId="{6EC919A8-06CB-4D63-8E78-D3F4ED54E434}" dt="2025-11-17T19:31:00.680" v="1" actId="1076"/>
          <ac:spMkLst>
            <pc:docMk/>
            <pc:sldMk cId="0" sldId="290"/>
            <ac:spMk id="159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8" name="Google Shape;14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7" name="Google Shape;2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3" name="Google Shape;34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8" name="Google Shape;38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2" name="Google Shape;43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6" name="Google Shape;47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59" name="Google Shape;55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6" name="Google Shape;59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3" name="Google Shape;63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9" name="Google Shape;639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7" name="Google Shape;677;g39d66a711aa_0_8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0" name="Google Shape;720;g39d66a711aa_0_8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3" name="Google Shape;763;g39dcbc3614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6" name="Google Shape;806;g39dcbc3614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9" name="Google Shape;849;g39dcbc36143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2" name="Google Shape;892;g39dcbc36143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5" name="Google Shape;935;g39dcbc36143_0_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5" name="Google Shape;975;g39dcbc36143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8" name="Google Shape;1018;g39dcbc36143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1" name="Google Shape;1061;g39dc09b90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7" name="Google Shape;1067;g39e21d174f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3" name="Google Shape;1103;g39f4a0cddd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74" name="Google Shape;1174;g39f4a0cddd7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45" name="Google Shape;1245;g39f4a0cddd7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6" name="Google Shape;1316;g39f4a0cddd7_0_7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7" name="Google Shape;1387;g39f4a0cddd7_0_8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8" name="Google Shape;1458;g39f4a0cddd7_0_9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9" name="Google Shape;1529;g39f4a0cddd7_0_5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0" name="Google Shape;1600;g39f4a0cddd7_0_1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1" name="Google Shape;1671;g39f98e723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7" name="Google Shape;1677;g39f98e7237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5" name="Google Shape;1715;g39f98e7237a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5" name="Google Shape;1815;g3a0c371d84b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5" name="Google Shape;1915;g3a0c371d84b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15" name="Google Shape;2015;g3a1716757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5" name="Google Shape;2115;g3a1716757fe_0_3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15" name="Google Shape;2215;g3a1716757fe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5" name="Google Shape;2315;g3a1716757fe_0_5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15" name="Google Shape;2415;g3a1716757fe_0_6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5" name="Google Shape;2515;g3a27631f3e4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5" name="Google Shape;2615;g3a27631f3e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5" name="Google Shape;2715;g3700fe319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21" name="Google Shape;2721;g3700fe319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5" name="Google Shape;2755;g3700fe3197f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09" name="Google Shape;2809;g3a2d1a72bb1_0_2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3" name="Google Shape;2863;g3a2d1a72bb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a34e3416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17" name="Google Shape;2917;g3a34e3416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2" name="Google Shape;2972;g3a3b8b61372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3" name="Google Shape;2973;g3a3b8b61372_1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8" name="Google Shape;3028;g3a3b8b61372_1_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9" name="Google Shape;3029;g3a3b8b61372_1_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Google Shape;3086;g390e2b18344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685800"/>
            <a:ext cx="6858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7" name="Google Shape;3087;g390e2b18344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subTitle" idx="1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0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20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>
            <a:spLocks noGrp="1"/>
          </p:cNvSpPr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1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2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22"/>
          <p:cNvSpPr txBox="1">
            <a:spLocks noGrp="1"/>
          </p:cNvSpPr>
          <p:nvPr>
            <p:ph type="body" idx="2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22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3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>
            <a:spLocks noGrp="1"/>
          </p:cNvSpPr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24"/>
          <p:cNvSpPr txBox="1">
            <a:spLocks noGrp="1"/>
          </p:cNvSpPr>
          <p:nvPr>
            <p:ph type="body" idx="1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24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>
            <a:spLocks noGrp="1"/>
          </p:cNvSpPr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subTitle" idx="1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>
            <a:spLocks noGrp="1"/>
          </p:cNvSpPr>
          <p:nvPr>
            <p:ph type="body" idx="1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27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>
            <a:spLocks noGrp="1"/>
          </p:cNvSpPr>
          <p:nvPr>
            <p:ph type="title" hasCustomPrompt="1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>
            <a:spLocks noGrp="1"/>
          </p:cNvSpPr>
          <p:nvPr>
            <p:ph type="body" idx="1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sldNum" idx="12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9BC78B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7CA9B2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 dirty="0"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sz="1400" b="0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lang="en-GB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85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76A5AF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>
                <a:ln w="114300" cap="flat" cmpd="sng">
                  <a:solidFill>
                    <a:srgbClr val="434343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5495175" y="44247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604073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18614450" y="58943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20" name="Google Shape;2920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21" name="Google Shape;2921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5" name="Google Shape;2935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6" name="Google Shape;2936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7" name="Google Shape;2937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8" name="Google Shape;2938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39" name="Google Shape;2939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40" name="Google Shape;2940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a34e3416ec_0_0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59" name="Google Shape;2959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60" name="Google Shape;2960;g3a34e3416ec_0_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61" name="Google Shape;2961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2" name="Google Shape;2962;g3a34e3416ec_0_0"/>
          <p:cNvSpPr/>
          <p:nvPr/>
        </p:nvSpPr>
        <p:spPr>
          <a:xfrm>
            <a:off x="15477950" y="44247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3" name="Google Shape;2963;g3a34e3416ec_0_0"/>
          <p:cNvSpPr/>
          <p:nvPr/>
        </p:nvSpPr>
        <p:spPr>
          <a:xfrm>
            <a:off x="16040738" y="44179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4" name="Google Shape;2964;g3a34e3416ec_0_0"/>
          <p:cNvSpPr/>
          <p:nvPr/>
        </p:nvSpPr>
        <p:spPr>
          <a:xfrm>
            <a:off x="18614450" y="6124951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5" name="Google Shape;2965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6" name="Google Shape;2966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7" name="Google Shape;2967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68" name="Google Shape;2968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9" name="Google Shape;2969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2970" name="Google Shape;2970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5" name="Google Shape;2975;g3a3b8b61372_1_5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76" name="Google Shape;2976;g3a3b8b61372_1_5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77" name="Google Shape;2977;g3a3b8b61372_1_5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8" name="Google Shape;2978;g3a3b8b61372_1_5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79" name="Google Shape;2979;g3a3b8b61372_1_5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0" name="Google Shape;2980;g3a3b8b61372_1_5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1" name="Google Shape;2981;g3a3b8b61372_1_5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2" name="Google Shape;2982;g3a3b8b61372_1_5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3" name="Google Shape;2983;g3a3b8b61372_1_5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4" name="Google Shape;2984;g3a3b8b61372_1_5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5" name="Google Shape;2985;g3a3b8b61372_1_5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6" name="Google Shape;2986;g3a3b8b61372_1_5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7" name="Google Shape;2987;g3a3b8b61372_1_5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8" name="Google Shape;2988;g3a3b8b61372_1_5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89" name="Google Shape;2989;g3a3b8b61372_1_5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90" name="Google Shape;2990;g3a3b8b61372_1_5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1" name="Google Shape;2991;g3a3b8b61372_1_5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2" name="Google Shape;2992;g3a3b8b61372_1_5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3" name="Google Shape;2993;g3a3b8b61372_1_5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4" name="Google Shape;2994;g3a3b8b61372_1_5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2995" name="Google Shape;2995;g3a3b8b61372_1_5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96" name="Google Shape;2996;g3a3b8b61372_1_55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97" name="Google Shape;2997;g3a3b8b61372_1_55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98" name="Google Shape;2998;g3a3b8b61372_1_55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99" name="Google Shape;2999;g3a3b8b61372_1_55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0" name="Google Shape;3000;g3a3b8b61372_1_55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1" name="Google Shape;3001;g3a3b8b61372_1_55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2" name="Google Shape;3002;g3a3b8b61372_1_55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3" name="Google Shape;3003;g3a3b8b61372_1_55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4" name="Google Shape;3004;g3a3b8b61372_1_55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5" name="Google Shape;3005;g3a3b8b61372_1_55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6" name="Google Shape;3006;g3a3b8b61372_1_55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07" name="Google Shape;3007;g3a3b8b61372_1_55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08" name="Google Shape;3008;g3a3b8b61372_1_55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09" name="Google Shape;3009;g3a3b8b61372_1_55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0" name="Google Shape;3010;g3a3b8b61372_1_55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1" name="Google Shape;3011;g3a3b8b61372_1_55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12" name="Google Shape;3012;g3a3b8b61372_1_55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13" name="Google Shape;3013;g3a3b8b61372_1_55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14" name="Google Shape;3014;g3a3b8b61372_1_55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015" name="Google Shape;3015;g3a3b8b61372_1_55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016" name="Google Shape;3016;g3a3b8b61372_1_55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017" name="Google Shape;3017;g3a3b8b61372_1_55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8" name="Google Shape;3018;g3a3b8b61372_1_55"/>
          <p:cNvSpPr/>
          <p:nvPr/>
        </p:nvSpPr>
        <p:spPr>
          <a:xfrm>
            <a:off x="18614450" y="44247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9" name="Google Shape;3019;g3a3b8b61372_1_55"/>
          <p:cNvSpPr/>
          <p:nvPr/>
        </p:nvSpPr>
        <p:spPr>
          <a:xfrm>
            <a:off x="16040738" y="44179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20" name="Google Shape;3020;g3a3b8b61372_1_55"/>
          <p:cNvSpPr/>
          <p:nvPr/>
        </p:nvSpPr>
        <p:spPr>
          <a:xfrm>
            <a:off x="18614450" y="59750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1" name="Google Shape;3021;g3a3b8b61372_1_55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2" name="Google Shape;3022;g3a3b8b61372_1_55"/>
          <p:cNvSpPr/>
          <p:nvPr/>
        </p:nvSpPr>
        <p:spPr>
          <a:xfrm>
            <a:off x="18614450" y="92030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3" name="Google Shape;3023;g3a3b8b61372_1_55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24" name="Google Shape;3024;g3a3b8b61372_1_55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25" name="Google Shape;3025;g3a3b8b61372_1_55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026" name="Google Shape;3026;g3a3b8b61372_1_55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31" name="Google Shape;3031;g3a3b8b61372_1_1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32" name="Google Shape;3032;g3a3b8b61372_1_1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33" name="Google Shape;3033;g3a3b8b61372_1_1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4" name="Google Shape;3034;g3a3b8b61372_1_1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5" name="Google Shape;3035;g3a3b8b61372_1_1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6" name="Google Shape;3036;g3a3b8b61372_1_1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7" name="Google Shape;3037;g3a3b8b61372_1_1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8" name="Google Shape;3038;g3a3b8b61372_1_1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39" name="Google Shape;3039;g3a3b8b61372_1_1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0" name="Google Shape;3040;g3a3b8b61372_1_1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1" name="Google Shape;3041;g3a3b8b61372_1_1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2" name="Google Shape;3042;g3a3b8b61372_1_1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3" name="Google Shape;3043;g3a3b8b61372_1_1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4" name="Google Shape;3044;g3a3b8b61372_1_1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45" name="Google Shape;3045;g3a3b8b61372_1_1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046" name="Google Shape;3046;g3a3b8b61372_1_1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7" name="Google Shape;3047;g3a3b8b61372_1_1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8" name="Google Shape;3048;g3a3b8b61372_1_1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49" name="Google Shape;3049;g3a3b8b61372_1_1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50" name="Google Shape;3050;g3a3b8b61372_1_1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51" name="Google Shape;3051;g3a3b8b61372_1_1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52" name="Google Shape;3052;g3a3b8b61372_1_11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3" name="Google Shape;3053;g3a3b8b61372_1_11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4" name="Google Shape;3054;g3a3b8b61372_1_11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5" name="Google Shape;3055;g3a3b8b61372_1_11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6" name="Google Shape;3056;g3a3b8b61372_1_11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57" name="Google Shape;3057;g3a3b8b61372_1_11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58" name="Google Shape;3058;g3a3b8b61372_1_11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59" name="Google Shape;3059;g3a3b8b61372_1_11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0" name="Google Shape;3060;g3a3b8b61372_1_11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1" name="Google Shape;3061;g3a3b8b61372_1_11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2" name="Google Shape;3062;g3a3b8b61372_1_11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3" name="Google Shape;3063;g3a3b8b61372_1_11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4" name="Google Shape;3064;g3a3b8b61372_1_11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5" name="Google Shape;3065;g3a3b8b61372_1_11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6" name="Google Shape;3066;g3a3b8b61372_1_11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67" name="Google Shape;3067;g3a3b8b61372_1_11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068" name="Google Shape;3068;g3a3b8b61372_1_11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069" name="Google Shape;3069;g3a3b8b61372_1_11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070" name="Google Shape;3070;g3a3b8b61372_1_110"/>
          <p:cNvSpPr/>
          <p:nvPr/>
        </p:nvSpPr>
        <p:spPr>
          <a:xfrm>
            <a:off x="18932463" y="2616851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071" name="Google Shape;3071;g3a3b8b61372_1_11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072" name="Google Shape;3072;g3a3b8b61372_1_11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073" name="Google Shape;3073;g3a3b8b61372_1_11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4" name="Google Shape;3074;g3a3b8b61372_1_110"/>
          <p:cNvSpPr/>
          <p:nvPr/>
        </p:nvSpPr>
        <p:spPr>
          <a:xfrm>
            <a:off x="18614450" y="4424726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5" name="Google Shape;3075;g3a3b8b61372_1_110"/>
          <p:cNvSpPr/>
          <p:nvPr/>
        </p:nvSpPr>
        <p:spPr>
          <a:xfrm>
            <a:off x="187683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076" name="Google Shape;3076;g3a3b8b61372_1_110"/>
          <p:cNvSpPr/>
          <p:nvPr/>
        </p:nvSpPr>
        <p:spPr>
          <a:xfrm>
            <a:off x="18614450" y="5910651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7" name="Google Shape;3077;g3a3b8b61372_1_110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8" name="Google Shape;3078;g3a3b8b61372_1_110"/>
          <p:cNvSpPr/>
          <p:nvPr/>
        </p:nvSpPr>
        <p:spPr>
          <a:xfrm>
            <a:off x="18614450" y="92030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9" name="Google Shape;3079;g3a3b8b61372_1_110"/>
          <p:cNvSpPr/>
          <p:nvPr/>
        </p:nvSpPr>
        <p:spPr>
          <a:xfrm>
            <a:off x="12310225" y="1015402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080" name="Google Shape;3080;g3a3b8b61372_1_110"/>
          <p:cNvSpPr/>
          <p:nvPr/>
        </p:nvSpPr>
        <p:spPr>
          <a:xfrm>
            <a:off x="19130463" y="29043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081" name="Google Shape;3081;g3a3b8b61372_1_110"/>
          <p:cNvSpPr/>
          <p:nvPr/>
        </p:nvSpPr>
        <p:spPr>
          <a:xfrm>
            <a:off x="15477938" y="5953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082" name="Google Shape;3082;g3a3b8b61372_1_110"/>
          <p:cNvSpPr/>
          <p:nvPr/>
        </p:nvSpPr>
        <p:spPr>
          <a:xfrm>
            <a:off x="12361863" y="42227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083" name="Google Shape;3083;g3a3b8b61372_1_110"/>
          <p:cNvSpPr/>
          <p:nvPr/>
        </p:nvSpPr>
        <p:spPr>
          <a:xfrm>
            <a:off x="12361863" y="911575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084" name="Google Shape;3084;g3a3b8b61372_1_110"/>
          <p:cNvSpPr/>
          <p:nvPr/>
        </p:nvSpPr>
        <p:spPr>
          <a:xfrm>
            <a:off x="12361875" y="7424027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89" name="Google Shape;3089;g390e2b18344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090" name="Google Shape;3090;g390e2b18344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91" name="Google Shape;3091;g390e2b18344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2" name="Google Shape;3092;g390e2b18344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3" name="Google Shape;3093;g390e2b18344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4" name="Google Shape;3094;g390e2b18344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5" name="Google Shape;3095;g390e2b18344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6" name="Google Shape;3096;g390e2b18344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7" name="Google Shape;3097;g390e2b18344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 cap="flat" cmpd="sng">
            <a:solidFill>
              <a:srgbClr val="B45F0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8" name="Google Shape;3098;g390e2b18344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9" name="Google Shape;3099;g390e2b18344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0" name="Google Shape;3100;g390e2b18344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1" name="Google Shape;3101;g390e2b18344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2" name="Google Shape;3102;g390e2b18344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3" name="Google Shape;3103;g390e2b18344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sz="1800" b="1" i="0" u="none" strike="noStrike" cap="non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04" name="Google Shape;3104;g390e2b18344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5" name="Google Shape;3105;g390e2b18344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6" name="Google Shape;3106;g390e2b18344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7" name="Google Shape;3107;g390e2b18344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8" name="Google Shape;3108;g390e2b18344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w="28575" cap="flat" cmpd="sng">
            <a:solidFill>
              <a:srgbClr val="999999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3109" name="Google Shape;3109;g390e2b18344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w="38100" cap="flat" cmpd="sng">
            <a:solidFill>
              <a:srgbClr val="5B0F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10" name="Google Shape;3110;g390e2b18344_1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1" name="Google Shape;3111;g390e2b18344_1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2" name="Google Shape;3112;g390e2b18344_1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3" name="Google Shape;3113;g390e2b18344_1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4" name="Google Shape;3114;g390e2b18344_1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5" name="Google Shape;3115;g390e2b18344_1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6" name="Google Shape;3116;g390e2b18344_1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17" name="Google Shape;3117;g390e2b18344_1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18" name="Google Shape;3118;g390e2b18344_1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19" name="Google Shape;3119;g390e2b18344_1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20" name="Google Shape;3120;g390e2b18344_1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21" name="Google Shape;3121;g390e2b18344_1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2" name="Google Shape;3122;g390e2b18344_1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23" name="Google Shape;3123;g390e2b18344_1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24" name="Google Shape;3124;g390e2b18344_1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5" name="Google Shape;3125;g390e2b18344_1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3126" name="Google Shape;3126;g390e2b18344_1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3127" name="Google Shape;3127;g390e2b18344_1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name="adj" fmla="val 16667"/>
            </a:avLst>
          </a:prstGeom>
          <a:solidFill>
            <a:srgbClr val="93C47D"/>
          </a:solidFill>
          <a:ln w="23675" cap="flat" cmpd="sng">
            <a:solidFill>
              <a:srgbClr val="274E1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5725" tIns="75725" rIns="75725" bIns="757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3128" name="Google Shape;3128;g390e2b18344_1_0"/>
          <p:cNvSpPr/>
          <p:nvPr/>
        </p:nvSpPr>
        <p:spPr>
          <a:xfrm>
            <a:off x="18932463" y="2616851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3129" name="Google Shape;3129;g390e2b18344_1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3130" name="Google Shape;3130;g390e2b18344_1_0"/>
          <p:cNvSpPr/>
          <p:nvPr/>
        </p:nvSpPr>
        <p:spPr>
          <a:xfrm>
            <a:off x="18343100" y="3404588"/>
            <a:ext cx="2736600" cy="8175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3131" name="Google Shape;3131;g390e2b18344_1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2" name="Google Shape;3132;g390e2b18344_1_0"/>
          <p:cNvSpPr/>
          <p:nvPr/>
        </p:nvSpPr>
        <p:spPr>
          <a:xfrm>
            <a:off x="18451550" y="4384201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3" name="Google Shape;3133;g390e2b18344_1_0"/>
          <p:cNvSpPr/>
          <p:nvPr/>
        </p:nvSpPr>
        <p:spPr>
          <a:xfrm>
            <a:off x="18768388" y="4442738"/>
            <a:ext cx="2519700" cy="6702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3134" name="Google Shape;3134;g390e2b18344_1_0"/>
          <p:cNvSpPr/>
          <p:nvPr/>
        </p:nvSpPr>
        <p:spPr>
          <a:xfrm>
            <a:off x="18614450" y="59750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5" name="Google Shape;3135;g390e2b18344_1_0"/>
          <p:cNvSpPr/>
          <p:nvPr/>
        </p:nvSpPr>
        <p:spPr>
          <a:xfrm>
            <a:off x="18614450" y="7525389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6" name="Google Shape;3136;g390e2b18344_1_0"/>
          <p:cNvSpPr/>
          <p:nvPr/>
        </p:nvSpPr>
        <p:spPr>
          <a:xfrm>
            <a:off x="18614413" y="915681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7" name="Google Shape;3137;g390e2b18344_1_0"/>
          <p:cNvSpPr/>
          <p:nvPr/>
        </p:nvSpPr>
        <p:spPr>
          <a:xfrm>
            <a:off x="18932475" y="4677264"/>
            <a:ext cx="2519700" cy="1221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3138" name="Google Shape;3138;g390e2b18344_1_0"/>
          <p:cNvSpPr/>
          <p:nvPr/>
        </p:nvSpPr>
        <p:spPr>
          <a:xfrm>
            <a:off x="19130463" y="29043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3139" name="Google Shape;3139;g390e2b18344_1_0"/>
          <p:cNvSpPr/>
          <p:nvPr/>
        </p:nvSpPr>
        <p:spPr>
          <a:xfrm>
            <a:off x="19130463" y="7621440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40" name="Google Shape;3140;g390e2b18344_1_0"/>
          <p:cNvSpPr/>
          <p:nvPr/>
        </p:nvSpPr>
        <p:spPr>
          <a:xfrm>
            <a:off x="19130475" y="9333302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  <p:sp>
        <p:nvSpPr>
          <p:cNvPr id="3141" name="Google Shape;3141;g390e2b18344_1_0"/>
          <p:cNvSpPr/>
          <p:nvPr/>
        </p:nvSpPr>
        <p:spPr>
          <a:xfrm>
            <a:off x="19130463" y="901940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3142" name="Google Shape;3142;g390e2b18344_1_0"/>
          <p:cNvSpPr/>
          <p:nvPr/>
        </p:nvSpPr>
        <p:spPr>
          <a:xfrm>
            <a:off x="19130475" y="6058327"/>
            <a:ext cx="2519700" cy="1110300"/>
          </a:xfrm>
          <a:prstGeom prst="roundRect">
            <a:avLst>
              <a:gd name="adj" fmla="val 16667"/>
            </a:avLst>
          </a:prstGeom>
          <a:solidFill>
            <a:srgbClr val="A2C4C9"/>
          </a:solidFill>
          <a:ln w="28575" cap="flat" cmpd="sng">
            <a:solidFill>
              <a:srgbClr val="134F5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38155</Words>
  <Application>Microsoft Office PowerPoint</Application>
  <PresentationFormat>Custom</PresentationFormat>
  <Paragraphs>2475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Consolas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Diogo Antunes</cp:lastModifiedBy>
  <cp:revision>1</cp:revision>
  <dcterms:modified xsi:type="dcterms:W3CDTF">2025-11-17T19:31:07Z</dcterms:modified>
</cp:coreProperties>
</file>