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59" roundtripDataSignature="AMtx7miTFxqLFqwBF8vcitNnyuzyol9/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customschemas.google.com/relationships/presentationmetadata" Target="metadata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460100" y="286685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12730412" y="26993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5455650" y="2686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22968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5495163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