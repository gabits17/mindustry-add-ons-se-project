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63" roundtripDataSignature="AMtx7mimLRXjkuyMwJlo9n28vWGEHZe2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3" Type="http://customschemas.google.com/relationships/presentationmetadata" Target="meta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5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a34e3416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7" name="Google Shape;2917;g3a34e3416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1" name="Shape 2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2" name="Google Shape;2972;g3a3b8b61372_1_5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3" name="Google Shape;2973;g3a3b8b61372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7" name="Shape 3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8" name="Google Shape;3028;g3a3b8b61372_1_1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9" name="Google Shape;3029;g3a3b8b61372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5" name="Shape 3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6" name="Google Shape;3086;g390e2b18344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7" name="Google Shape;3087;g390e2b1834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5495175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604073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8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20" name="Google Shape;2920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1" name="Google Shape;2921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5" name="Google Shape;2935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6" name="Google Shape;2936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7" name="Google Shape;2937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8" name="Google Shape;2938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9" name="Google Shape;2939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0" name="Google Shape;2940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a34e3416ec_0_0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59" name="Google Shape;2959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60" name="Google Shape;2960;g3a34e3416ec_0_0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61" name="Google Shape;2961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2" name="Google Shape;2962;g3a34e3416ec_0_0"/>
          <p:cNvSpPr/>
          <p:nvPr/>
        </p:nvSpPr>
        <p:spPr>
          <a:xfrm>
            <a:off x="15477950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3" name="Google Shape;2963;g3a34e3416ec_0_0"/>
          <p:cNvSpPr/>
          <p:nvPr/>
        </p:nvSpPr>
        <p:spPr>
          <a:xfrm>
            <a:off x="16040738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4" name="Google Shape;2964;g3a34e3416ec_0_0"/>
          <p:cNvSpPr/>
          <p:nvPr/>
        </p:nvSpPr>
        <p:spPr>
          <a:xfrm>
            <a:off x="18614450" y="61249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5" name="Google Shape;2965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6" name="Google Shape;2966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7" name="Google Shape;2967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68" name="Google Shape;2968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9" name="Google Shape;2969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2970" name="Google Shape;2970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4" name="Shape 2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5" name="Google Shape;2975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76" name="Google Shape;2976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7" name="Google Shape;2977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8" name="Google Shape;2978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9" name="Google Shape;2979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0" name="Google Shape;2980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1" name="Google Shape;2981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2" name="Google Shape;2982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3" name="Google Shape;2983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4" name="Google Shape;2984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5" name="Google Shape;2985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6" name="Google Shape;2986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7" name="Google Shape;2987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8" name="Google Shape;2988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9" name="Google Shape;2989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90" name="Google Shape;2990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1" name="Google Shape;2991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2" name="Google Shape;2992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3" name="Google Shape;2993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4" name="Google Shape;2994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5" name="Google Shape;2995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6" name="Google Shape;2996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7" name="Google Shape;2997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8" name="Google Shape;2998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99" name="Google Shape;2999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0" name="Google Shape;3000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1" name="Google Shape;3001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2" name="Google Shape;3002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3" name="Google Shape;3003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4" name="Google Shape;3004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5" name="Google Shape;3005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6" name="Google Shape;3006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7" name="Google Shape;3007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8" name="Google Shape;3008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9" name="Google Shape;3009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0" name="Google Shape;3010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1" name="Google Shape;3011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12" name="Google Shape;3012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3" name="Google Shape;3013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4" name="Google Shape;3014;g3a3b8b61372_1_55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015" name="Google Shape;3015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016" name="Google Shape;3016;g3a3b8b61372_1_55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017" name="Google Shape;3017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8" name="Google Shape;3018;g3a3b8b61372_1_55"/>
          <p:cNvSpPr/>
          <p:nvPr/>
        </p:nvSpPr>
        <p:spPr>
          <a:xfrm>
            <a:off x="18614450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9" name="Google Shape;3019;g3a3b8b61372_1_55"/>
          <p:cNvSpPr/>
          <p:nvPr/>
        </p:nvSpPr>
        <p:spPr>
          <a:xfrm>
            <a:off x="16040738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020" name="Google Shape;3020;g3a3b8b61372_1_55"/>
          <p:cNvSpPr/>
          <p:nvPr/>
        </p:nvSpPr>
        <p:spPr>
          <a:xfrm>
            <a:off x="18614450" y="59750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1" name="Google Shape;3021;g3a3b8b61372_1_55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2" name="Google Shape;3022;g3a3b8b61372_1_55"/>
          <p:cNvSpPr/>
          <p:nvPr/>
        </p:nvSpPr>
        <p:spPr>
          <a:xfrm>
            <a:off x="18614450" y="92030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3" name="Google Shape;3023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24" name="Google Shape;3024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025" name="Google Shape;3025;g3a3b8b61372_1_55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026" name="Google Shape;3026;g3a3b8b61372_1_55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0" name="Shape 3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31" name="Google Shape;3031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2" name="Google Shape;3032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3" name="Google Shape;3033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4" name="Google Shape;3034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5" name="Google Shape;3035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6" name="Google Shape;3036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7" name="Google Shape;3037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8" name="Google Shape;3038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9" name="Google Shape;3039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0" name="Google Shape;3040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1" name="Google Shape;3041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2" name="Google Shape;3042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3" name="Google Shape;3043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4" name="Google Shape;3044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5" name="Google Shape;3045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46" name="Google Shape;3046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7" name="Google Shape;3047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8" name="Google Shape;3048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9" name="Google Shape;3049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50" name="Google Shape;3050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51" name="Google Shape;3051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2" name="Google Shape;3052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3" name="Google Shape;3053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4" name="Google Shape;3054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5" name="Google Shape;3055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6" name="Google Shape;3056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7" name="Google Shape;3057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8" name="Google Shape;3058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9" name="Google Shape;3059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0" name="Google Shape;3060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1" name="Google Shape;3061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2" name="Google Shape;3062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3" name="Google Shape;3063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4" name="Google Shape;3064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5" name="Google Shape;3065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6" name="Google Shape;3066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7" name="Google Shape;3067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8" name="Google Shape;3068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9" name="Google Shape;3069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70" name="Google Shape;3070;g3a3b8b61372_1_110"/>
          <p:cNvSpPr/>
          <p:nvPr/>
        </p:nvSpPr>
        <p:spPr>
          <a:xfrm>
            <a:off x="18932463" y="26168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071" name="Google Shape;3071;g3a3b8b61372_1_11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072" name="Google Shape;3072;g3a3b8b61372_1_110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073" name="Google Shape;3073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4" name="Google Shape;3074;g3a3b8b61372_1_110"/>
          <p:cNvSpPr/>
          <p:nvPr/>
        </p:nvSpPr>
        <p:spPr>
          <a:xfrm>
            <a:off x="18614450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5" name="Google Shape;3075;g3a3b8b61372_1_110"/>
          <p:cNvSpPr/>
          <p:nvPr/>
        </p:nvSpPr>
        <p:spPr>
          <a:xfrm>
            <a:off x="187683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076" name="Google Shape;3076;g3a3b8b61372_1_110"/>
          <p:cNvSpPr/>
          <p:nvPr/>
        </p:nvSpPr>
        <p:spPr>
          <a:xfrm>
            <a:off x="18614450" y="59106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7" name="Google Shape;3077;g3a3b8b61372_1_110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8" name="Google Shape;3078;g3a3b8b61372_1_110"/>
          <p:cNvSpPr/>
          <p:nvPr/>
        </p:nvSpPr>
        <p:spPr>
          <a:xfrm>
            <a:off x="18614450" y="92030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9" name="Google Shape;3079;g3a3b8b61372_1_110"/>
          <p:cNvSpPr/>
          <p:nvPr/>
        </p:nvSpPr>
        <p:spPr>
          <a:xfrm>
            <a:off x="12310225" y="10154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80" name="Google Shape;3080;g3a3b8b61372_1_110"/>
          <p:cNvSpPr/>
          <p:nvPr/>
        </p:nvSpPr>
        <p:spPr>
          <a:xfrm>
            <a:off x="19130463" y="29043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081" name="Google Shape;3081;g3a3b8b61372_1_110"/>
          <p:cNvSpPr/>
          <p:nvPr/>
        </p:nvSpPr>
        <p:spPr>
          <a:xfrm>
            <a:off x="15477938" y="5953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082" name="Google Shape;3082;g3a3b8b61372_1_110"/>
          <p:cNvSpPr/>
          <p:nvPr/>
        </p:nvSpPr>
        <p:spPr>
          <a:xfrm>
            <a:off x="12361863" y="42227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083" name="Google Shape;3083;g3a3b8b61372_1_110"/>
          <p:cNvSpPr/>
          <p:nvPr/>
        </p:nvSpPr>
        <p:spPr>
          <a:xfrm>
            <a:off x="12361863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084" name="Google Shape;3084;g3a3b8b61372_1_110"/>
          <p:cNvSpPr/>
          <p:nvPr/>
        </p:nvSpPr>
        <p:spPr>
          <a:xfrm>
            <a:off x="12361875" y="742402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8" name="Shape 3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89" name="Google Shape;3089;g390e2b18344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90" name="Google Shape;3090;g390e2b18344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91" name="Google Shape;3091;g390e2b18344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2" name="Google Shape;3092;g390e2b18344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3" name="Google Shape;3093;g390e2b18344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4" name="Google Shape;3094;g390e2b18344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5" name="Google Shape;3095;g390e2b18344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6" name="Google Shape;3096;g390e2b18344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7" name="Google Shape;3097;g390e2b18344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8" name="Google Shape;3098;g390e2b18344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9" name="Google Shape;3099;g390e2b18344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0" name="Google Shape;3100;g390e2b18344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1" name="Google Shape;3101;g390e2b18344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2" name="Google Shape;3102;g390e2b18344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3" name="Google Shape;3103;g390e2b18344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04" name="Google Shape;3104;g390e2b18344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5" name="Google Shape;3105;g390e2b18344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6" name="Google Shape;3106;g390e2b18344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7" name="Google Shape;3107;g390e2b18344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8" name="Google Shape;3108;g390e2b18344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109" name="Google Shape;3109;g390e2b18344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10" name="Google Shape;3110;g390e2b18344_1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1" name="Google Shape;3111;g390e2b18344_1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2" name="Google Shape;3112;g390e2b18344_1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3" name="Google Shape;3113;g390e2b18344_1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4" name="Google Shape;3114;g390e2b18344_1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5" name="Google Shape;3115;g390e2b18344_1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6" name="Google Shape;3116;g390e2b18344_1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7" name="Google Shape;3117;g390e2b18344_1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8" name="Google Shape;3118;g390e2b18344_1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9" name="Google Shape;3119;g390e2b18344_1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20" name="Google Shape;3120;g390e2b18344_1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21" name="Google Shape;3121;g390e2b18344_1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2" name="Google Shape;3122;g390e2b18344_1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23" name="Google Shape;3123;g390e2b18344_1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24" name="Google Shape;3124;g390e2b18344_1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5" name="Google Shape;3125;g390e2b18344_1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26" name="Google Shape;3126;g390e2b18344_1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27" name="Google Shape;3127;g390e2b18344_1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8" name="Google Shape;3128;g390e2b18344_1_0"/>
          <p:cNvSpPr/>
          <p:nvPr/>
        </p:nvSpPr>
        <p:spPr>
          <a:xfrm>
            <a:off x="18932463" y="26168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129" name="Google Shape;3129;g390e2b18344_1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130" name="Google Shape;3130;g390e2b18344_1_0"/>
          <p:cNvSpPr/>
          <p:nvPr/>
        </p:nvSpPr>
        <p:spPr>
          <a:xfrm>
            <a:off x="18343100" y="3404588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131" name="Google Shape;3131;g390e2b18344_1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2" name="Google Shape;3132;g390e2b18344_1_0"/>
          <p:cNvSpPr/>
          <p:nvPr/>
        </p:nvSpPr>
        <p:spPr>
          <a:xfrm>
            <a:off x="18451550" y="438420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3" name="Google Shape;3133;g390e2b18344_1_0"/>
          <p:cNvSpPr/>
          <p:nvPr/>
        </p:nvSpPr>
        <p:spPr>
          <a:xfrm>
            <a:off x="187683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134" name="Google Shape;3134;g390e2b18344_1_0"/>
          <p:cNvSpPr/>
          <p:nvPr/>
        </p:nvSpPr>
        <p:spPr>
          <a:xfrm>
            <a:off x="18614450" y="59750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5" name="Google Shape;3135;g390e2b18344_1_0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6" name="Google Shape;3136;g390e2b18344_1_0"/>
          <p:cNvSpPr/>
          <p:nvPr/>
        </p:nvSpPr>
        <p:spPr>
          <a:xfrm>
            <a:off x="18614413" y="91568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7" name="Google Shape;3137;g390e2b18344_1_0"/>
          <p:cNvSpPr/>
          <p:nvPr/>
        </p:nvSpPr>
        <p:spPr>
          <a:xfrm>
            <a:off x="18932475" y="46772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38" name="Google Shape;3138;g390e2b18344_1_0"/>
          <p:cNvSpPr/>
          <p:nvPr/>
        </p:nvSpPr>
        <p:spPr>
          <a:xfrm>
            <a:off x="19130463" y="29043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39" name="Google Shape;3139;g390e2b18344_1_0"/>
          <p:cNvSpPr/>
          <p:nvPr/>
        </p:nvSpPr>
        <p:spPr>
          <a:xfrm>
            <a:off x="19130463" y="7621440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40" name="Google Shape;3140;g390e2b18344_1_0"/>
          <p:cNvSpPr/>
          <p:nvPr/>
        </p:nvSpPr>
        <p:spPr>
          <a:xfrm>
            <a:off x="19130475" y="93333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41" name="Google Shape;3141;g390e2b18344_1_0"/>
          <p:cNvSpPr/>
          <p:nvPr/>
        </p:nvSpPr>
        <p:spPr>
          <a:xfrm>
            <a:off x="19130463" y="901940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42" name="Google Shape;3142;g390e2b18344_1_0"/>
          <p:cNvSpPr/>
          <p:nvPr/>
        </p:nvSpPr>
        <p:spPr>
          <a:xfrm>
            <a:off x="19130475" y="60583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