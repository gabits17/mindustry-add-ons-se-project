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62" roundtripDataSignature="AMtx7mjErillflBKsuTNrEqaEN5KIk54R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customschemas.google.com/relationships/presentationmetadata" Target="metadata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5" name="Shape 2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Google Shape;2916;g3a34e3416ec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7" name="Google Shape;2917;g3a34e3416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1" name="Shape 2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2" name="Google Shape;2972;g3a3b8b61372_1_5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3" name="Google Shape;2973;g3a3b8b61372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7" name="Shape 3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8" name="Google Shape;3028;g3a3b8b61372_1_1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29" name="Google Shape;3029;g3a3b8b61372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a2d1a72bb1_0_303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2905" name="Google Shape;2905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06" name="Google Shape;2906;g3a2d1a72bb1_0_303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2907" name="Google Shape;2907;g3a2d1a72bb1_0_30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8" name="Google Shape;2908;g3a2d1a72bb1_0_303"/>
          <p:cNvSpPr/>
          <p:nvPr/>
        </p:nvSpPr>
        <p:spPr>
          <a:xfrm>
            <a:off x="15495175" y="44247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9" name="Google Shape;2909;g3a2d1a72bb1_0_303"/>
          <p:cNvSpPr/>
          <p:nvPr/>
        </p:nvSpPr>
        <p:spPr>
          <a:xfrm>
            <a:off x="1604073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0" name="Google Shape;2910;g3a2d1a72bb1_0_303"/>
          <p:cNvSpPr/>
          <p:nvPr/>
        </p:nvSpPr>
        <p:spPr>
          <a:xfrm>
            <a:off x="12369225" y="58590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1" name="Google Shape;2911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2" name="Google Shape;2912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14" name="Google Shape;2914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8" name="Shape 2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19" name="Google Shape;2919;g3a34e3416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20" name="Google Shape;2920;g3a34e3416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21" name="Google Shape;2921;g3a34e3416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2" name="Google Shape;2922;g3a34e3416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3" name="Google Shape;2923;g3a34e3416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4" name="Google Shape;2924;g3a34e3416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5" name="Google Shape;2925;g3a34e3416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6" name="Google Shape;2926;g3a34e3416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7" name="Google Shape;2927;g3a34e3416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8" name="Google Shape;2928;g3a34e3416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9" name="Google Shape;2929;g3a34e3416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0" name="Google Shape;2930;g3a34e3416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1" name="Google Shape;2931;g3a34e3416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2" name="Google Shape;2932;g3a34e3416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3" name="Google Shape;2933;g3a34e3416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34" name="Google Shape;2934;g3a34e3416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5" name="Google Shape;2935;g3a34e3416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6" name="Google Shape;2936;g3a34e3416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7" name="Google Shape;2937;g3a34e3416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8" name="Google Shape;2938;g3a34e3416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9" name="Google Shape;2939;g3a34e3416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40" name="Google Shape;2940;g3a34e3416ec_0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1" name="Google Shape;2941;g3a34e3416ec_0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2" name="Google Shape;2942;g3a34e3416ec_0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3" name="Google Shape;2943;g3a34e3416ec_0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4" name="Google Shape;2944;g3a34e3416ec_0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5" name="Google Shape;2945;g3a34e3416ec_0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6" name="Google Shape;2946;g3a34e3416ec_0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7" name="Google Shape;2947;g3a34e3416ec_0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8" name="Google Shape;2948;g3a34e3416ec_0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9" name="Google Shape;2949;g3a34e3416ec_0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0" name="Google Shape;2950;g3a34e3416ec_0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1" name="Google Shape;2951;g3a34e3416ec_0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2" name="Google Shape;2952;g3a34e3416ec_0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3" name="Google Shape;2953;g3a34e3416ec_0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4" name="Google Shape;2954;g3a34e3416ec_0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5" name="Google Shape;2955;g3a34e3416ec_0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6" name="Google Shape;2956;g3a34e3416ec_0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7" name="Google Shape;2957;g3a34e3416ec_0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8" name="Google Shape;2958;g3a34e3416ec_0_0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2959" name="Google Shape;2959;g3a34e3416ec_0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60" name="Google Shape;2960;g3a34e3416ec_0_0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2961" name="Google Shape;2961;g3a34e3416ec_0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2" name="Google Shape;2962;g3a34e3416ec_0_0"/>
          <p:cNvSpPr/>
          <p:nvPr/>
        </p:nvSpPr>
        <p:spPr>
          <a:xfrm>
            <a:off x="15477950" y="44247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3" name="Google Shape;2963;g3a34e3416ec_0_0"/>
          <p:cNvSpPr/>
          <p:nvPr/>
        </p:nvSpPr>
        <p:spPr>
          <a:xfrm>
            <a:off x="16040738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64" name="Google Shape;2964;g3a34e3416ec_0_0"/>
          <p:cNvSpPr/>
          <p:nvPr/>
        </p:nvSpPr>
        <p:spPr>
          <a:xfrm>
            <a:off x="12369225" y="58590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5" name="Google Shape;2965;g3a34e3416ec_0_0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6" name="Google Shape;2966;g3a34e3416ec_0_0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7" name="Google Shape;2967;g3a34e3416ec_0_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68" name="Google Shape;2968;g3a34e3416ec_0_0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69" name="Google Shape;2969;g3a34e3416ec_0_0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2970" name="Google Shape;2970;g3a34e3416ec_0_0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4" name="Shape 2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5" name="Google Shape;2975;g3a3b8b61372_1_5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76" name="Google Shape;2976;g3a3b8b61372_1_5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77" name="Google Shape;2977;g3a3b8b61372_1_5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8" name="Google Shape;2978;g3a3b8b61372_1_5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9" name="Google Shape;2979;g3a3b8b61372_1_5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0" name="Google Shape;2980;g3a3b8b61372_1_5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1" name="Google Shape;2981;g3a3b8b61372_1_5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2" name="Google Shape;2982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3" name="Google Shape;2983;g3a3b8b61372_1_5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4" name="Google Shape;2984;g3a3b8b61372_1_5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5" name="Google Shape;2985;g3a3b8b61372_1_5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6" name="Google Shape;2986;g3a3b8b61372_1_5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7" name="Google Shape;2987;g3a3b8b61372_1_5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8" name="Google Shape;2988;g3a3b8b61372_1_5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9" name="Google Shape;2989;g3a3b8b61372_1_5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90" name="Google Shape;2990;g3a3b8b61372_1_5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1" name="Google Shape;2991;g3a3b8b61372_1_5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2" name="Google Shape;2992;g3a3b8b61372_1_5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3" name="Google Shape;2993;g3a3b8b61372_1_5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4" name="Google Shape;2994;g3a3b8b61372_1_5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5" name="Google Shape;2995;g3a3b8b61372_1_5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96" name="Google Shape;2996;g3a3b8b61372_1_55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7" name="Google Shape;2997;g3a3b8b61372_1_55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8" name="Google Shape;2998;g3a3b8b61372_1_55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99" name="Google Shape;2999;g3a3b8b61372_1_55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0" name="Google Shape;3000;g3a3b8b61372_1_55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1" name="Google Shape;3001;g3a3b8b61372_1_55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2" name="Google Shape;3002;g3a3b8b61372_1_55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3" name="Google Shape;3003;g3a3b8b61372_1_55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4" name="Google Shape;3004;g3a3b8b61372_1_55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5" name="Google Shape;3005;g3a3b8b61372_1_55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6" name="Google Shape;3006;g3a3b8b61372_1_55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7" name="Google Shape;3007;g3a3b8b61372_1_55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8" name="Google Shape;3008;g3a3b8b61372_1_55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9" name="Google Shape;3009;g3a3b8b61372_1_55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0" name="Google Shape;3010;g3a3b8b61372_1_55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1" name="Google Shape;3011;g3a3b8b61372_1_55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12" name="Google Shape;3012;g3a3b8b61372_1_55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3" name="Google Shape;3013;g3a3b8b61372_1_55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4" name="Google Shape;3014;g3a3b8b61372_1_55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3015" name="Google Shape;3015;g3a3b8b61372_1_55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3016" name="Google Shape;3016;g3a3b8b61372_1_55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3017" name="Google Shape;3017;g3a3b8b61372_1_55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8" name="Google Shape;3018;g3a3b8b61372_1_55"/>
          <p:cNvSpPr/>
          <p:nvPr/>
        </p:nvSpPr>
        <p:spPr>
          <a:xfrm>
            <a:off x="18614450" y="44247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9" name="Google Shape;3019;g3a3b8b61372_1_55"/>
          <p:cNvSpPr/>
          <p:nvPr/>
        </p:nvSpPr>
        <p:spPr>
          <a:xfrm>
            <a:off x="16040738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3020" name="Google Shape;3020;g3a3b8b61372_1_55"/>
          <p:cNvSpPr/>
          <p:nvPr/>
        </p:nvSpPr>
        <p:spPr>
          <a:xfrm>
            <a:off x="12369225" y="58590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1" name="Google Shape;3021;g3a3b8b61372_1_55"/>
          <p:cNvSpPr/>
          <p:nvPr/>
        </p:nvSpPr>
        <p:spPr>
          <a:xfrm>
            <a:off x="18614450" y="75253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2" name="Google Shape;3022;g3a3b8b61372_1_55"/>
          <p:cNvSpPr/>
          <p:nvPr/>
        </p:nvSpPr>
        <p:spPr>
          <a:xfrm>
            <a:off x="18614450" y="92030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3" name="Google Shape;3023;g3a3b8b61372_1_55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24" name="Google Shape;3024;g3a3b8b61372_1_55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025" name="Google Shape;3025;g3a3b8b61372_1_55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026" name="Google Shape;3026;g3a3b8b61372_1_55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0" name="Shape 3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31" name="Google Shape;3031;g3a3b8b61372_1_1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2" name="Google Shape;3032;g3a3b8b61372_1_1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33" name="Google Shape;3033;g3a3b8b61372_1_1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4" name="Google Shape;3034;g3a3b8b61372_1_1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5" name="Google Shape;3035;g3a3b8b61372_1_1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6" name="Google Shape;3036;g3a3b8b61372_1_1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7" name="Google Shape;3037;g3a3b8b61372_1_1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8" name="Google Shape;3038;g3a3b8b61372_1_1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9" name="Google Shape;3039;g3a3b8b61372_1_1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0" name="Google Shape;3040;g3a3b8b61372_1_1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1" name="Google Shape;3041;g3a3b8b61372_1_1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2" name="Google Shape;3042;g3a3b8b61372_1_1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3" name="Google Shape;3043;g3a3b8b61372_1_1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4" name="Google Shape;3044;g3a3b8b61372_1_1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5" name="Google Shape;3045;g3a3b8b61372_1_1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46" name="Google Shape;3046;g3a3b8b61372_1_1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7" name="Google Shape;3047;g3a3b8b61372_1_1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8" name="Google Shape;3048;g3a3b8b61372_1_1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9" name="Google Shape;3049;g3a3b8b61372_1_1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50" name="Google Shape;3050;g3a3b8b61372_1_1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51" name="Google Shape;3051;g3a3b8b61372_1_1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2" name="Google Shape;3052;g3a3b8b61372_1_11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3" name="Google Shape;3053;g3a3b8b61372_1_11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4" name="Google Shape;3054;g3a3b8b61372_1_11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5" name="Google Shape;3055;g3a3b8b61372_1_11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6" name="Google Shape;3056;g3a3b8b61372_1_11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7" name="Google Shape;3057;g3a3b8b61372_1_11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8" name="Google Shape;3058;g3a3b8b61372_1_11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9" name="Google Shape;3059;g3a3b8b61372_1_11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0" name="Google Shape;3060;g3a3b8b61372_1_11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1" name="Google Shape;3061;g3a3b8b61372_1_11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2" name="Google Shape;3062;g3a3b8b61372_1_11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3" name="Google Shape;3063;g3a3b8b61372_1_11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4" name="Google Shape;3064;g3a3b8b61372_1_11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5" name="Google Shape;3065;g3a3b8b61372_1_11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6" name="Google Shape;3066;g3a3b8b61372_1_11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7" name="Google Shape;3067;g3a3b8b61372_1_11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8" name="Google Shape;3068;g3a3b8b61372_1_11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9" name="Google Shape;3069;g3a3b8b61372_1_11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70" name="Google Shape;3070;g3a3b8b61372_1_110"/>
          <p:cNvSpPr/>
          <p:nvPr/>
        </p:nvSpPr>
        <p:spPr>
          <a:xfrm>
            <a:off x="18932463" y="26168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3071" name="Google Shape;3071;g3a3b8b61372_1_11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3072" name="Google Shape;3072;g3a3b8b61372_1_110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3073" name="Google Shape;3073;g3a3b8b61372_1_11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4" name="Google Shape;3074;g3a3b8b61372_1_110"/>
          <p:cNvSpPr/>
          <p:nvPr/>
        </p:nvSpPr>
        <p:spPr>
          <a:xfrm>
            <a:off x="18614450" y="4424726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5" name="Google Shape;3075;g3a3b8b61372_1_110"/>
          <p:cNvSpPr/>
          <p:nvPr/>
        </p:nvSpPr>
        <p:spPr>
          <a:xfrm>
            <a:off x="187683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3076" name="Google Shape;3076;g3a3b8b61372_1_110"/>
          <p:cNvSpPr/>
          <p:nvPr/>
        </p:nvSpPr>
        <p:spPr>
          <a:xfrm>
            <a:off x="12369225" y="58590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7" name="Google Shape;3077;g3a3b8b61372_1_110"/>
          <p:cNvSpPr/>
          <p:nvPr/>
        </p:nvSpPr>
        <p:spPr>
          <a:xfrm>
            <a:off x="18614450" y="75253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8" name="Google Shape;3078;g3a3b8b61372_1_110"/>
          <p:cNvSpPr/>
          <p:nvPr/>
        </p:nvSpPr>
        <p:spPr>
          <a:xfrm>
            <a:off x="18614450" y="92030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9" name="Google Shape;3079;g3a3b8b61372_1_11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80" name="Google Shape;3080;g3a3b8b61372_1_110"/>
          <p:cNvSpPr/>
          <p:nvPr/>
        </p:nvSpPr>
        <p:spPr>
          <a:xfrm>
            <a:off x="19130463" y="2904327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081" name="Google Shape;3081;g3a3b8b61372_1_110"/>
          <p:cNvSpPr/>
          <p:nvPr/>
        </p:nvSpPr>
        <p:spPr>
          <a:xfrm>
            <a:off x="15477938" y="5953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082" name="Google Shape;3082;g3a3b8b61372_1_110"/>
          <p:cNvSpPr/>
          <p:nvPr/>
        </p:nvSpPr>
        <p:spPr>
          <a:xfrm>
            <a:off x="12642313" y="9606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