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59" roundtripDataSignature="AMtx7mj+jQXhA9mPjEjogeeNr2abAgxIp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customschemas.google.com/relationships/presentationmetadata" Target="metadata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3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5" name="Google Shape;2755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7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9" name="Google Shape;2809;g3a2d1a72bb1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g3a2d1a72bb1_0_30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3" name="Google Shape;2863;g3a2d1a72bb1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6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463150" y="29427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0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4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65" name="Google Shape;2865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66" name="Google Shape;2866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7" name="Google Shape;2867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8" name="Google Shape;2868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9" name="Google Shape;2869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0" name="Google Shape;2870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1" name="Google Shape;2871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2" name="Google Shape;2872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3" name="Google Shape;2873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4" name="Google Shape;2874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5" name="Google Shape;2875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6" name="Google Shape;2876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7" name="Google Shape;2877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8" name="Google Shape;2878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9" name="Google Shape;2879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80" name="Google Shape;2880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1" name="Google Shape;2881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2" name="Google Shape;2882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3" name="Google Shape;2883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4" name="Google Shape;2884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5" name="Google Shape;2885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6" name="Google Shape;2886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87" name="Google Shape;2887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88" name="Google Shape;2888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89" name="Google Shape;2889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0" name="Google Shape;2890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1" name="Google Shape;2891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2" name="Google Shape;2892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3" name="Google Shape;2893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4" name="Google Shape;2894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5" name="Google Shape;2895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6" name="Google Shape;2896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7" name="Google Shape;2897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8" name="Google Shape;2898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9" name="Google Shape;2899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0" name="Google Shape;2900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1" name="Google Shape;2901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02" name="Google Shape;2902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3" name="Google Shape;2903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4" name="Google Shape;2904;g3a2d1a72bb1_0_303"/>
          <p:cNvSpPr/>
          <p:nvPr/>
        </p:nvSpPr>
        <p:spPr>
          <a:xfrm>
            <a:off x="15495163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2905" name="Google Shape;2905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906" name="Google Shape;2906;g3a2d1a72bb1_0_303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2907" name="Google Shape;2907;g3a2d1a72bb1_0_303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8" name="Google Shape;2908;g3a2d1a72bb1_0_303"/>
          <p:cNvSpPr/>
          <p:nvPr/>
        </p:nvSpPr>
        <p:spPr>
          <a:xfrm>
            <a:off x="12296825" y="429410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9" name="Google Shape;2909;g3a2d1a72bb1_0_303"/>
          <p:cNvSpPr/>
          <p:nvPr/>
        </p:nvSpPr>
        <p:spPr>
          <a:xfrm>
            <a:off x="15495163" y="44179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10" name="Google Shape;2910;g3a2d1a72bb1_0_303"/>
          <p:cNvSpPr/>
          <p:nvPr/>
        </p:nvSpPr>
        <p:spPr>
          <a:xfrm>
            <a:off x="12369225" y="58590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1" name="Google Shape;2911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2" name="Google Shape;2912;g3a2d1a72bb1_0_30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3" name="Google Shape;2913;g3a2d1a72bb1_0_30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14" name="Google Shape;2914;g3a2d1a72bb1_0_30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15" name="Google Shape;2915;g3a2d1a72bb1_0_303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</a:t>
            </a:r>
            <a:r>
              <a:rPr lang="en-GB"/>
              <a:t>turret</a:t>
            </a:r>
            <a:r>
              <a:rPr lang="en-GB"/>
              <a:t> </a:t>
            </a:r>
            <a:r>
              <a:rPr lang="en-GB"/>
              <a:t>targeting</a:t>
            </a:r>
            <a:r>
              <a:rPr lang="en-GB"/>
              <a:t>)</a:t>
            </a:r>
            <a:endParaRPr/>
          </a:p>
        </p:txBody>
      </p:sp>
      <p:sp>
        <p:nvSpPr>
          <p:cNvPr id="2916" name="Google Shape;2916;g3a2d1a72bb1_0_303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