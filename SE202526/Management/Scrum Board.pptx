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</p:sldIdLst>
  <p:sldSz cy="10799750" cx="215995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r:id="rId83" roundtripDataSignature="AMtx7mhRrWPC5TzuEHj1yvbGpl0sH/XpQ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02" orient="horz"/>
        <p:guide pos="680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83" Type="http://customschemas.google.com/relationships/presentationmetadata" Target="metadata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80" Type="http://schemas.openxmlformats.org/officeDocument/2006/relationships/slide" Target="slides/slide75.xml"/><Relationship Id="rId82" Type="http://schemas.openxmlformats.org/officeDocument/2006/relationships/slide" Target="slides/slide77.xml"/><Relationship Id="rId81" Type="http://schemas.openxmlformats.org/officeDocument/2006/relationships/slide" Target="slides/slide7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slide" Target="slides/slide68.xml"/><Relationship Id="rId72" Type="http://schemas.openxmlformats.org/officeDocument/2006/relationships/slide" Target="slides/slide67.xml"/><Relationship Id="rId31" Type="http://schemas.openxmlformats.org/officeDocument/2006/relationships/slide" Target="slides/slide26.xml"/><Relationship Id="rId75" Type="http://schemas.openxmlformats.org/officeDocument/2006/relationships/slide" Target="slides/slide70.xml"/><Relationship Id="rId30" Type="http://schemas.openxmlformats.org/officeDocument/2006/relationships/slide" Target="slides/slide25.xml"/><Relationship Id="rId74" Type="http://schemas.openxmlformats.org/officeDocument/2006/relationships/slide" Target="slides/slide69.xml"/><Relationship Id="rId33" Type="http://schemas.openxmlformats.org/officeDocument/2006/relationships/slide" Target="slides/slide28.xml"/><Relationship Id="rId77" Type="http://schemas.openxmlformats.org/officeDocument/2006/relationships/slide" Target="slides/slide72.xml"/><Relationship Id="rId32" Type="http://schemas.openxmlformats.org/officeDocument/2006/relationships/slide" Target="slides/slide27.xml"/><Relationship Id="rId76" Type="http://schemas.openxmlformats.org/officeDocument/2006/relationships/slide" Target="slides/slide71.xml"/><Relationship Id="rId35" Type="http://schemas.openxmlformats.org/officeDocument/2006/relationships/slide" Target="slides/slide30.xml"/><Relationship Id="rId79" Type="http://schemas.openxmlformats.org/officeDocument/2006/relationships/slide" Target="slides/slide74.xml"/><Relationship Id="rId34" Type="http://schemas.openxmlformats.org/officeDocument/2006/relationships/slide" Target="slides/slide29.xml"/><Relationship Id="rId78" Type="http://schemas.openxmlformats.org/officeDocument/2006/relationships/slide" Target="slides/slide73.xml"/><Relationship Id="rId71" Type="http://schemas.openxmlformats.org/officeDocument/2006/relationships/slide" Target="slides/slide66.xml"/><Relationship Id="rId70" Type="http://schemas.openxmlformats.org/officeDocument/2006/relationships/slide" Target="slides/slide65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slide" Target="slides/slide61.xml"/><Relationship Id="rId21" Type="http://schemas.openxmlformats.org/officeDocument/2006/relationships/slide" Target="slides/slide16.xml"/><Relationship Id="rId65" Type="http://schemas.openxmlformats.org/officeDocument/2006/relationships/slide" Target="slides/slide60.xml"/><Relationship Id="rId24" Type="http://schemas.openxmlformats.org/officeDocument/2006/relationships/slide" Target="slides/slide19.xml"/><Relationship Id="rId68" Type="http://schemas.openxmlformats.org/officeDocument/2006/relationships/slide" Target="slides/slide63.xml"/><Relationship Id="rId23" Type="http://schemas.openxmlformats.org/officeDocument/2006/relationships/slide" Target="slides/slide18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slide" Target="slides/slide6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9" name="Google Shape;55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6" name="Google Shape;59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6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9" name="Google Shape;6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9d66a711aa_0_82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7" name="Google Shape;677;g39d66a711aa_0_8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9d66a711aa_0_86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0" name="Google Shape;720;g39d66a711aa_0_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9dcbc36143_0_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g39dcbc361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9dcbc36143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6" name="Google Shape;806;g39dcbc3614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9dcbc36143_0_9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9" name="Google Shape;849;g39dcbc3614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9dcbc36143_0_13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2" name="Google Shape;892;g39dcbc361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9dcbc36143_0_1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5" name="Google Shape;935;g39dcbc36143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dcbc36143_0_21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5" name="Google Shape;975;g39dcbc36143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9dcbc36143_0_30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8" name="Google Shape;1018;g39dcbc36143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9dc09b901a_1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1" name="Google Shape;1061;g39dc09b901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e21d174f9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7" name="Google Shape;1067;g39e21d174f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9f4a0cddd7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3" name="Google Shape;1103;g39f4a0cdd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9f4a0cddd7_0_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4" name="Google Shape;1174;g39f4a0cddd7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9f4a0cddd7_0_1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5" name="Google Shape;1245;g39f4a0cddd7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9f4a0cddd7_0_7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6" name="Google Shape;1316;g39f4a0cddd7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9f4a0cddd7_0_86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7" name="Google Shape;1387;g39f4a0cddd7_0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9f4a0cddd7_0_93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8" name="Google Shape;1458;g39f4a0cddd7_0_9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g39f4a0cddd7_0_5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9" name="Google Shape;1529;g39f4a0cddd7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8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g39f4a0cddd7_0_104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g39f4a0cddd7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9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Google Shape;1670;g39f98e7237a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1" name="Google Shape;1671;g39f98e723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5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39f98e7237a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7" name="Google Shape;1677;g39f98e7237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3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39f98e7237a_0_4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5" name="Google Shape;1715;g39f98e7237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3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a0c371d84b_0_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5" name="Google Shape;1815;g3a0c371d84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3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g3a0c371d84b_0_1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5" name="Google Shape;1915;g3a0c371d84b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3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g3a1716757fe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5" name="Google Shape;2015;g3a1716757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3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3a1716757fe_0_30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5" name="Google Shape;2115;g3a1716757fe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3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3a1716757fe_0_40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5" name="Google Shape;2215;g3a1716757fe_0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3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a1716757fe_0_50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5" name="Google Shape;2315;g3a1716757fe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3" name="Shape 2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4" name="Google Shape;2414;g3a1716757fe_0_6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5" name="Google Shape;2415;g3a1716757fe_0_6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3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3a27631f3e4_0_9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5" name="Google Shape;2515;g3a27631f3e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3" name="Shape 2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614;g3a27631f3e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5" name="Google Shape;2615;g3a27631f3e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3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g3700fe3197f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5" name="Google Shape;2715;g3700fe319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9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700fe3197f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1" name="Google Shape;2721;g3700fe319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3" name="Shape 2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Google Shape;2754;g3700fe3197f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5" name="Google Shape;2755;g3700fe3197f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7" name="Shape 2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Google Shape;2808;g3a2d1a72bb1_0_25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9" name="Google Shape;2809;g3a2d1a72bb1_0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1" name="Shape 2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Google Shape;2862;g390f6613fc7_2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3" name="Google Shape;2863;g390f6613fc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5" name="Shape 2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6" name="Google Shape;2916;g390f6613fc7_2_57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7" name="Google Shape;2917;g390f6613fc7_2_5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9" name="Shape 2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0" name="Google Shape;2970;g3a2d1a72bb1_0_30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1" name="Google Shape;2971;g3a2d1a72bb1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3" name="Shape 3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4" name="Google Shape;3024;g390f6613fc7_2_5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25" name="Google Shape;3025;g390f6613fc7_2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7" name="Shape 3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8" name="Google Shape;3078;g3a34e3416ec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79" name="Google Shape;3079;g3a34e3416e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3" name="Shape 3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4" name="Google Shape;3134;g390f6613fc7_2_16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5" name="Google Shape;3135;g390f6613fc7_2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9" name="Shape 3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0" name="Google Shape;3190;g3a3b8b61372_1_5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91" name="Google Shape;3191;g3a3b8b61372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8" name="Shape 3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9" name="Google Shape;3249;g390f6613fc7_2_29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50" name="Google Shape;3250;g390f6613fc7_2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6" name="Shape 3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7" name="Google Shape;3307;g390f6613fc7_2_38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08" name="Google Shape;3308;g390f6613fc7_2_3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4" name="Shape 3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5" name="Google Shape;3365;g390f6613fc7_2_4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66" name="Google Shape;3366;g390f6613fc7_2_4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2" name="Shape 3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3" name="Google Shape;3423;g3a3b8b61372_1_1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24" name="Google Shape;3424;g3a3b8b61372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0" name="Shape 3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" name="Google Shape;3481;g390f6613fc7_2_51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2" name="Google Shape;3482;g390f6613fc7_2_5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8" name="Shape 3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9" name="Google Shape;3539;g390e2b18344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40" name="Google Shape;3540;g390e2b18344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6" name="Shape 3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7" name="Google Shape;3597;g3a46774ecb2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98" name="Google Shape;3598;g3a46774ecb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2" name="Shape 3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3" name="Google Shape;3603;g3a46774ecb2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04" name="Google Shape;3604;g3a46774ecb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2" name="Shape 3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3" name="Google Shape;3643;g390e7909646_0_8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4" name="Google Shape;3644;g390e7909646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5" name="Shape 3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6" name="Google Shape;3696;g3a547e7f83b_0_109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97" name="Google Shape;3697;g3a547e7f83b_0_10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8" name="Shape 3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9" name="Google Shape;3749;g3a5af5b02b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50" name="Google Shape;3750;g3a5af5b02b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1" name="Shape 3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2" name="Google Shape;3802;g3a77257314c_0_5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3" name="Google Shape;3803;g3a77257314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4" name="Shape 3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5" name="Google Shape;3855;g3a77257314c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56" name="Google Shape;3856;g3a77257314c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7" name="Shape 3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8" name="Google Shape;3908;g3a7fa96c598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09" name="Google Shape;3909;g3a7fa96c598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0" name="Shape 3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1" name="Google Shape;3961;g3a9026a1980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2" name="Google Shape;3962;g3a9026a198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3" name="Shape 4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4" name="Google Shape;4014;g3a9026a1980_0_5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15" name="Google Shape;4015;g3a9026a198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6" name="Shape 4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7" name="Google Shape;4067;g3a9026a1980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68" name="Google Shape;4068;g3a9026a1980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9" name="Shape 4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0" name="Google Shape;4120;g3a90c3a593e_0_5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21" name="Google Shape;4121;g3a90c3a593e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1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2"/>
          <p:cNvSpPr txBox="1"/>
          <p:nvPr>
            <p:ph idx="1" type="body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2"/>
          <p:cNvSpPr txBox="1"/>
          <p:nvPr>
            <p:ph idx="2" type="body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/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4"/>
          <p:cNvSpPr txBox="1"/>
          <p:nvPr>
            <p:ph idx="1" type="body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4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/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5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/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26"/>
          <p:cNvSpPr txBox="1"/>
          <p:nvPr>
            <p:ph idx="1" type="subTitle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26"/>
          <p:cNvSpPr txBox="1"/>
          <p:nvPr>
            <p:ph idx="2" type="body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6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27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hasCustomPrompt="1" type="title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3" name="Google Shape;473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8" name="Google Shape;478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4" name="Google Shape;484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5" name="Google Shape;485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" name="Google Shape;498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9" name="Google Shape;499;p12"/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4" name="Google Shape;504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4" name="Google Shape;514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" name="Google Shape;516;p12"/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1" name="Google Shape;521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5" name="Google Shape;525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6" name="Google Shape;526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7" name="Google Shape;527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8" name="Google Shape;528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1" name="Google Shape;541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3" name="Google Shape;543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5" name="Google Shape;555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1" name="Google Shape;561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5" name="Google Shape;565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6" name="Google Shape;566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7" name="Google Shape;567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8" name="Google Shape;568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81" name="Google Shape;581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2" name="Google Shape;582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9" name="Google Shape;589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92" name="Google Shape;592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3" name="Google Shape;593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8" name="Google Shape;598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3" name="Google Shape;603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4" name="Google Shape;604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5" name="Google Shape;605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7" name="Google Shape;617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8" name="Google Shape;618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21" name="Google Shape;621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9" name="Google Shape;629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30" name="Google Shape;630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6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1" name="Google Shape;641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2" name="Google Shape;642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3" name="Google Shape;653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5" name="Google Shape;655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0" name="Google Shape;660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1" name="Google Shape;661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2" name="Google Shape;662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4" name="Google Shape;664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4" name="Google Shape;674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80" name="Google Shape;680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81" name="Google Shape;681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2" name="Google Shape;682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3" name="Google Shape;693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4" name="Google Shape;694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5" name="Google Shape;695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0" name="Google Shape;700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1" name="Google Shape;701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2" name="Google Shape;702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6" name="Google Shape;716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7" name="Google Shape;717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3" name="Google Shape;723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6" name="Google Shape;736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1" name="Google Shape;741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2" name="Google Shape;742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3" name="Google Shape;743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9" name="Google Shape;759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60" name="Google Shape;760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765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6" name="Google Shape;766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8" name="Google Shape;778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9" name="Google Shape;779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4" name="Google Shape;784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5" name="Google Shape;785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6" name="Google Shape;786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6" name="Google Shape;796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0" name="Google Shape;800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2" name="Google Shape;802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3" name="Google Shape;803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8" name="Google Shape;808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9" name="Google Shape;809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0" name="Google Shape;820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1" name="Google Shape;821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2" name="Google Shape;822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7" name="Google Shape;827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8" name="Google Shape;828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9" name="Google Shape;829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0" name="Google Shape;830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31" name="Google Shape;831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7" name="Google Shape;837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5" name="Google Shape;845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6" name="Google Shape;846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1" name="Google Shape;851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4" name="Google Shape;864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5" name="Google Shape;865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0" name="Google Shape;870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1" name="Google Shape;871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2" name="Google Shape;872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3" name="Google Shape;873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6" name="Google Shape;886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88" name="Google Shape;888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9" name="Google Shape;889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4" name="Google Shape;894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5" name="Google Shape;895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6" name="Google Shape;906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8" name="Google Shape;908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3" name="Google Shape;913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4" name="Google Shape;914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31" name="Google Shape;931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2" name="Google Shape;932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7" name="Google Shape;937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8" name="Google Shape;938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9" name="Google Shape;949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0" name="Google Shape;950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51" name="Google Shape;951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6" name="Google Shape;956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7" name="Google Shape;957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8" name="Google Shape;958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71" name="Google Shape;971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2" name="Google Shape;972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7" name="Google Shape;977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8" name="Google Shape;978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0" name="Google Shape;990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91" name="Google Shape;991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6" name="Google Shape;996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7" name="Google Shape;997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8" name="Google Shape;998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4" name="Google Shape;1014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5" name="Google Shape;1015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1" name="Google Shape;1021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2" name="Google Shape;1032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3" name="Google Shape;1033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4" name="Google Shape;1034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9" name="Google Shape;1039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40" name="Google Shape;1040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1" name="Google Shape;1041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7" name="Google Shape;1057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8" name="Google Shape;1058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9" name="Google Shape;1069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0" name="Google Shape;1070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1" name="Google Shape;1081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2" name="Google Shape;1082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3" name="Google Shape;1083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8" name="Google Shape;1088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9" name="Google Shape;1089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0" name="Google Shape;1090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</a:t>
            </a:r>
            <a:r>
              <a:rPr lang="en-GB"/>
              <a:t>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found code smells, and brainstorm possible solutions.</a:t>
            </a:r>
            <a:endParaRPr/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9" name="Google Shape;1099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0" name="Google Shape;1100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4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5" name="Google Shape;1105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6" name="Google Shape;1106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7" name="Google Shape;1117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9" name="Google Shape;1119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4" name="Google Shape;1124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5" name="Google Shape;1125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6" name="Google Shape;1126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2" name="Google Shape;1142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3" name="Google Shape;1143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4" name="Google Shape;1144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5" name="Google Shape;1145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7" name="Google Shape;1147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9" name="Google Shape;1149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0" name="Google Shape;1150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3" name="Google Shape;1153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4" name="Google Shape;1154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5" name="Google Shape;1155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6" name="Google Shape;1156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Document found code smells, and brainstorm possible solutions.</a:t>
            </a:r>
            <a:endParaRPr/>
          </a:p>
        </p:txBody>
      </p:sp>
      <p:sp>
        <p:nvSpPr>
          <p:cNvPr id="1158" name="Google Shape;1158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0" name="Google Shape;1160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1" name="Google Shape;1161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4" name="Google Shape;1164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5" name="Google Shape;1165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6" name="Google Shape;1166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7" name="Google Shape;1167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9" name="Google Shape;1169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70" name="Google Shape;1170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1" name="Google Shape;1171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6" name="Google Shape;1176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7" name="Google Shape;1177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8" name="Google Shape;1188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9" name="Google Shape;1189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90" name="Google Shape;1190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5" name="Google Shape;1195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6" name="Google Shape;1196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7" name="Google Shape;1197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1" name="Google Shape;1241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2" name="Google Shape;1242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7" name="Google Shape;1247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8" name="Google Shape;1248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9" name="Google Shape;1259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0" name="Google Shape;1260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61" name="Google Shape;1261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6" name="Google Shape;1266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7" name="Google Shape;1267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8" name="Google Shape;1268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2" name="Google Shape;1312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7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8" name="Google Shape;1318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9" name="Google Shape;1319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1" name="Google Shape;1331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2" name="Google Shape;1332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7" name="Google Shape;1337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8" name="Google Shape;1338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9" name="Google Shape;1339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3" name="Google Shape;1383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4" name="Google Shape;1384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90" name="Google Shape;1390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1" name="Google Shape;1391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2" name="Google Shape;1402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3" name="Google Shape;1403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4" name="Google Shape;1404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9" name="Google Shape;1409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10" name="Google Shape;1410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1" name="Google Shape;1411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4" name="Google Shape;1454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5" name="Google Shape;1455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61" name="Google Shape;1461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2" name="Google Shape;1462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3" name="Google Shape;1473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4" name="Google Shape;1474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5" name="Google Shape;1475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0" name="Google Shape;1480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1" name="Google Shape;1481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2" name="Google Shape;1482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5" name="Google Shape;1525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6" name="Google Shape;1526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1" name="Google Shape;1531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2" name="Google Shape;1532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4" name="Google Shape;1544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5" name="Google Shape;1545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1" name="Google Shape;1551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2" name="Google Shape;1552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7024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5253466" y="4067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5019316" y="5756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15468266" y="5715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6" name="Google Shape;1596;g39f4a0cddd7_0_517"/>
          <p:cNvSpPr/>
          <p:nvPr/>
        </p:nvSpPr>
        <p:spPr>
          <a:xfrm>
            <a:off x="15872579" y="57568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97" name="Google Shape;1597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2" name="Google Shape;160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3" name="Google Shape;160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5" name="Google Shape;161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6" name="Google Shape;161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7" name="Google Shape;161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8" name="Google Shape;161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9" name="Google Shape;161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0" name="Google Shape;162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1" name="Google Shape;162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2" name="Google Shape;162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3" name="Google Shape;162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4" name="Google Shape;162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5" name="Google Shape;162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0" name="Google Shape;163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5" name="Google Shape;163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6" name="Google Shape;163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7" name="Google Shape;163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8" name="Google Shape;163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9" name="Google Shape;163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40" name="Google Shape;164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1" name="Google Shape;164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642" name="Google Shape;164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9f4a0cddd7_0_1040"/>
          <p:cNvSpPr/>
          <p:nvPr/>
        </p:nvSpPr>
        <p:spPr>
          <a:xfrm>
            <a:off x="15359054" y="74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9f4a0cddd7_0_1040"/>
          <p:cNvSpPr/>
          <p:nvPr/>
        </p:nvSpPr>
        <p:spPr>
          <a:xfrm>
            <a:off x="15247766" y="4054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646" name="Google Shape;1646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647" name="Google Shape;1647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8" name="Google Shape;1648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9" name="Google Shape;1649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1" name="Google Shape;1651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2" name="Google Shape;1652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3" name="Google Shape;1653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4" name="Google Shape;1654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656" name="Google Shape;1656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657" name="Google Shape;1657;g39f4a0cddd7_0_1040"/>
          <p:cNvSpPr/>
          <p:nvPr/>
        </p:nvSpPr>
        <p:spPr>
          <a:xfrm>
            <a:off x="15708116" y="4036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658" name="Google Shape;1658;g39f4a0cddd7_0_1040"/>
          <p:cNvSpPr/>
          <p:nvPr/>
        </p:nvSpPr>
        <p:spPr>
          <a:xfrm>
            <a:off x="15313354" y="2396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659" name="Google Shape;1659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660" name="Google Shape;1660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9f4a0cddd7_0_1040"/>
          <p:cNvSpPr/>
          <p:nvPr/>
        </p:nvSpPr>
        <p:spPr>
          <a:xfrm>
            <a:off x="12045366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9f4a0cddd7_0_104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9f4a0cddd7_0_1040"/>
          <p:cNvSpPr/>
          <p:nvPr/>
        </p:nvSpPr>
        <p:spPr>
          <a:xfrm>
            <a:off x="10221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7" name="Google Shape;1667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668" name="Google Shape;1668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2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3" name="Google Shape;1673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80" name="Google Shape;1680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681" name="Google Shape;1681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2" name="Google Shape;1682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6" name="Google Shape;1686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7" name="Google Shape;1687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0" name="Google Shape;1690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1" name="Google Shape;1691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2" name="Google Shape;1692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3" name="Google Shape;1693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95" name="Google Shape;1695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6" name="Google Shape;1696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7" name="Google Shape;1697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8" name="Google Shape;1698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9" name="Google Shape;1699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0" name="Google Shape;1700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1" name="Google Shape;1701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2" name="Google Shape;1702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03" name="Google Shape;1703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04" name="Google Shape;1704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05" name="Google Shape;1705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6" name="Google Shape;1706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7" name="Google Shape;1707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08" name="Google Shape;1708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09" name="Google Shape;1709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10" name="Google Shape;1710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11" name="Google Shape;1711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12" name="Google Shape;1712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chosen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system part.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6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7" name="Google Shape;1717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18" name="Google Shape;1718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719" name="Google Shape;1719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0" name="Google Shape;1720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1" name="Google Shape;1721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4" name="Google Shape;1724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5" name="Google Shape;1725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6" name="Google Shape;1726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8" name="Google Shape;1728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9" name="Google Shape;1729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0" name="Google Shape;1730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3" name="Google Shape;1733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4" name="Google Shape;1734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5" name="Google Shape;1735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6" name="Google Shape;1736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7" name="Google Shape;1737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8" name="Google Shape;1738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9" name="Google Shape;1739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0" name="Google Shape;1740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1" name="Google Shape;1741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2" name="Google Shape;1742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3" name="Google Shape;1743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4" name="Google Shape;1744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5" name="Google Shape;1745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6" name="Google Shape;1746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7" name="Google Shape;1747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8" name="Google Shape;1748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9" name="Google Shape;1749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0" name="Google Shape;1750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1" name="Google Shape;1751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2" name="Google Shape;1752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3" name="Google Shape;1753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4" name="Google Shape;1754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5" name="Google Shape;1755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6" name="Google Shape;1756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7" name="Google Shape;1757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8" name="Google Shape;1758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9" name="Google Shape;1759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0" name="Google Shape;1760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61" name="Google Shape;1761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62" name="Google Shape;1762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63" name="Google Shape;1763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4" name="Google Shape;1764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765" name="Google Shape;1765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766" name="Google Shape;1766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767" name="Google Shape;1767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768" name="Google Shape;1768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769" name="Google Shape;1769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770" name="Google Shape;1770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771" name="Google Shape;1771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772" name="Google Shape;1772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773" name="Google Shape;1773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774" name="Google Shape;1774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775" name="Google Shape;1775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776" name="Google Shape;1776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777" name="Google Shape;1777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778" name="Google Shape;1778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779" name="Google Shape;1779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780" name="Google Shape;1780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781" name="Google Shape;1781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782" name="Google Shape;1782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783" name="Google Shape;1783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784" name="Google Shape;1784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785" name="Google Shape;1785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786" name="Google Shape;1786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787" name="Google Shape;1787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788" name="Google Shape;1788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89" name="Google Shape;1789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802" name="Google Shape;1802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803" name="Google Shape;1803;g39f98e7237a_0_46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804" name="Google Shape;1804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5" name="Google Shape;1805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6" name="Google Shape;1806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7" name="Google Shape;1807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08" name="Google Shape;1808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6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17" name="Google Shape;1817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818" name="Google Shape;1818;g3a0c371d84b_0_8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819" name="Google Shape;1819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0" name="Google Shape;1820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1" name="Google Shape;1821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2" name="Google Shape;1822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3" name="Google Shape;1823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4" name="Google Shape;1824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5" name="Google Shape;1825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6" name="Google Shape;1826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7" name="Google Shape;1827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8" name="Google Shape;1828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9" name="Google Shape;1829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0" name="Google Shape;1830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1" name="Google Shape;1831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2" name="Google Shape;1832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33" name="Google Shape;1833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4" name="Google Shape;1834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5" name="Google Shape;1835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6" name="Google Shape;1836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7" name="Google Shape;1837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8" name="Google Shape;1838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9" name="Google Shape;1839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0" name="Google Shape;1840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1" name="Google Shape;1841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2" name="Google Shape;1842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3" name="Google Shape;1843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4" name="Google Shape;1844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5" name="Google Shape;1845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6" name="Google Shape;1846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7" name="Google Shape;1847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8" name="Google Shape;1848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9" name="Google Shape;1849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0" name="Google Shape;1850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1" name="Google Shape;1851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2" name="Google Shape;1852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3" name="Google Shape;1853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4" name="Google Shape;1854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5" name="Google Shape;1855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6" name="Google Shape;1856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7" name="Google Shape;1857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8" name="Google Shape;1858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9" name="Google Shape;1859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0" name="Google Shape;1860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61" name="Google Shape;1861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62" name="Google Shape;1862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63" name="Google Shape;1863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4" name="Google Shape;1864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65" name="Google Shape;1865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66" name="Google Shape;1866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67" name="Google Shape;1867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68" name="Google Shape;1868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69" name="Google Shape;1869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70" name="Google Shape;1870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71" name="Google Shape;1871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72" name="Google Shape;1872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73" name="Google Shape;1873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74" name="Google Shape;1874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75" name="Google Shape;1875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76" name="Google Shape;1876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77" name="Google Shape;1877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78" name="Google Shape;1878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79" name="Google Shape;1879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80" name="Google Shape;1880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81" name="Google Shape;1881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82" name="Google Shape;1882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83" name="Google Shape;1883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84" name="Google Shape;1884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885" name="Google Shape;1885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86" name="Google Shape;1886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87" name="Google Shape;1887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88" name="Google Shape;1888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90" name="Google Shape;1890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95" name="Google Shape;1895;g3a0c371d84b_0_8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98" name="Google Shape;1898;g3a0c371d84b_0_8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00" name="Google Shape;1900;g3a0c371d84b_0_8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01" name="Google Shape;1901;g3a0c371d84b_0_8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02" name="Google Shape;1902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3" name="Google Shape;1903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4" name="Google Shape;1904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5" name="Google Shape;1905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06" name="Google Shape;1906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7" name="Google Shape;1907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6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7" name="Google Shape;191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918" name="Google Shape;1918;g3a0c371d84b_0_112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919" name="Google Shape;1919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0" name="Google Shape;1920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1" name="Google Shape;1921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2" name="Google Shape;1922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3" name="Google Shape;1923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4" name="Google Shape;1924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5" name="Google Shape;1925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6" name="Google Shape;1926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7" name="Google Shape;1927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8" name="Google Shape;1928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9" name="Google Shape;1929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0" name="Google Shape;1930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1" name="Google Shape;1931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2" name="Google Shape;1932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33" name="Google Shape;1933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4" name="Google Shape;1934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5" name="Google Shape;1935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6" name="Google Shape;1936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7" name="Google Shape;1937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8" name="Google Shape;1938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39" name="Google Shape;1939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0" name="Google Shape;1940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1" name="Google Shape;1941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2" name="Google Shape;1942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3" name="Google Shape;1943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4" name="Google Shape;1944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5" name="Google Shape;1945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6" name="Google Shape;1946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7" name="Google Shape;1947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8" name="Google Shape;1948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9" name="Google Shape;1949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0" name="Google Shape;1950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1" name="Google Shape;1951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2" name="Google Shape;1952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3" name="Google Shape;1953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4" name="Google Shape;1954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5" name="Google Shape;1955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6" name="Google Shape;1956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7" name="Google Shape;1957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8" name="Google Shape;1958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9" name="Google Shape;1959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0" name="Google Shape;1960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61" name="Google Shape;1961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62" name="Google Shape;1962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63" name="Google Shape;1963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4" name="Google Shape;1964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65" name="Google Shape;1965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66" name="Google Shape;1966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67" name="Google Shape;1967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68" name="Google Shape;1968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69" name="Google Shape;1969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70" name="Google Shape;1970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71" name="Google Shape;1971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72" name="Google Shape;1972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73" name="Google Shape;1973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74" name="Google Shape;1974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75" name="Google Shape;1975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76" name="Google Shape;1976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77" name="Google Shape;1977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78" name="Google Shape;1978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79" name="Google Shape;1979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80" name="Google Shape;1980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81" name="Google Shape;1981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82" name="Google Shape;1982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83" name="Google Shape;1983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84" name="Google Shape;1984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85" name="Google Shape;1985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86" name="Google Shape;1986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7" name="Google Shape;1987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88" name="Google Shape;1988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9" name="Google Shape;1989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02" name="Google Shape;2002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3" name="Google Shape;2003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4" name="Google Shape;2004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05" name="Google Shape;2005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006" name="Google Shape;2006;g3a0c371d84b_0_112"/>
          <p:cNvSpPr/>
          <p:nvPr/>
        </p:nvSpPr>
        <p:spPr>
          <a:xfrm>
            <a:off x="1575680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007" name="Google Shape;2007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08" name="Google Shape;2008;g3a0c371d84b_0_112"/>
          <p:cNvSpPr/>
          <p:nvPr/>
        </p:nvSpPr>
        <p:spPr>
          <a:xfrm>
            <a:off x="15754329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16040304" y="244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6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7" name="Google Shape;201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018" name="Google Shape;2018;g3a1716757fe_0_0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019" name="Google Shape;2019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0" name="Google Shape;2020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1" name="Google Shape;2021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2" name="Google Shape;2022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3" name="Google Shape;2023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4" name="Google Shape;2024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5" name="Google Shape;2025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6" name="Google Shape;2026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7" name="Google Shape;2027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8" name="Google Shape;2028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9" name="Google Shape;2029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0" name="Google Shape;2030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1" name="Google Shape;2031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2" name="Google Shape;2032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33" name="Google Shape;2033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4" name="Google Shape;2034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5" name="Google Shape;2035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6" name="Google Shape;2036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7" name="Google Shape;2037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8" name="Google Shape;2038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9" name="Google Shape;2039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0" name="Google Shape;2040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1" name="Google Shape;2041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2" name="Google Shape;2042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3" name="Google Shape;2043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4" name="Google Shape;2044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5" name="Google Shape;2045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6" name="Google Shape;2046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7" name="Google Shape;2047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8" name="Google Shape;2048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9" name="Google Shape;2049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0" name="Google Shape;2050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1" name="Google Shape;2051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2" name="Google Shape;2052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3" name="Google Shape;2053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4" name="Google Shape;2054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5" name="Google Shape;2055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6" name="Google Shape;2056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7" name="Google Shape;2057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8" name="Google Shape;2058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9" name="Google Shape;2059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0" name="Google Shape;2060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61" name="Google Shape;2061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62" name="Google Shape;2062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63" name="Google Shape;2063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4" name="Google Shape;2064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65" name="Google Shape;2065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66" name="Google Shape;2066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67" name="Google Shape;2067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68" name="Google Shape;2068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69" name="Google Shape;2069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70" name="Google Shape;2070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71" name="Google Shape;2071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72" name="Google Shape;2072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73" name="Google Shape;2073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74" name="Google Shape;2074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75" name="Google Shape;2075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76" name="Google Shape;2076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77" name="Google Shape;2077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78" name="Google Shape;2078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79" name="Google Shape;2079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80" name="Google Shape;2080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81" name="Google Shape;2081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82" name="Google Shape;2082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83" name="Google Shape;2083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4" name="Google Shape;2084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85" name="Google Shape;2085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6" name="Google Shape;2086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7" name="Google Shape;2087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8" name="Google Shape;2088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9" name="Google Shape;2089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90" name="Google Shape;2090;g3a1716757fe_0_0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99" name="Google Shape;2099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00" name="Google Shape;2100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01" name="Google Shape;2101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02" name="Google Shape;2102;g3a1716757fe_0_0"/>
          <p:cNvSpPr/>
          <p:nvPr/>
        </p:nvSpPr>
        <p:spPr>
          <a:xfrm>
            <a:off x="157543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103" name="Google Shape;2103;g3a1716757fe_0_0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04" name="Google Shape;2104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05" name="Google Shape;2105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06" name="Google Shape;2106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07" name="Google Shape;2107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08" name="Google Shape;2108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09" name="Google Shape;2109;g3a1716757fe_0_0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1" name="Google Shape;2111;g3a1716757fe_0_0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2" name="Google Shape;2112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6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7" name="Google Shape;211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18" name="Google Shape;211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119" name="Google Shape;211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20" name="Google Shape;212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1" name="Google Shape;212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2" name="Google Shape;212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3" name="Google Shape;212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4" name="Google Shape;212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5" name="Google Shape;212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6" name="Google Shape;212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7" name="Google Shape;212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8" name="Google Shape;212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9" name="Google Shape;212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0" name="Google Shape;213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1" name="Google Shape;213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2" name="Google Shape;213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33" name="Google Shape;213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4" name="Google Shape;213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5" name="Google Shape;213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6" name="Google Shape;213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7" name="Google Shape;213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8" name="Google Shape;213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39" name="Google Shape;213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0" name="Google Shape;214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1" name="Google Shape;214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2" name="Google Shape;214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3" name="Google Shape;214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4" name="Google Shape;214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5" name="Google Shape;214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6" name="Google Shape;214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7" name="Google Shape;214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8" name="Google Shape;214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9" name="Google Shape;214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0" name="Google Shape;215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1" name="Google Shape;215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2" name="Google Shape;215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3" name="Google Shape;215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4" name="Google Shape;215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5" name="Google Shape;215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6" name="Google Shape;215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7" name="Google Shape;215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8" name="Google Shape;215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9" name="Google Shape;215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0" name="Google Shape;216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61" name="Google Shape;216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62" name="Google Shape;216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63" name="Google Shape;216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4" name="Google Shape;216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65" name="Google Shape;216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66" name="Google Shape;216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67" name="Google Shape;216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68" name="Google Shape;216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69" name="Google Shape;216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70" name="Google Shape;217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71" name="Google Shape;217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72" name="Google Shape;2172;g3a1716757fe_0_307"/>
          <p:cNvSpPr/>
          <p:nvPr/>
        </p:nvSpPr>
        <p:spPr>
          <a:xfrm>
            <a:off x="15709741" y="5569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73" name="Google Shape;217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74" name="Google Shape;217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75" name="Google Shape;217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76" name="Google Shape;217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77" name="Google Shape;217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78" name="Google Shape;217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79" name="Google Shape;217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81" name="Google Shape;218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3" name="Google Shape;218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4" name="Google Shape;218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5" name="Google Shape;218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86" name="Google Shape;218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7" name="Google Shape;218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188" name="Google Shape;218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89" name="Google Shape;218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0" name="Google Shape;2190;g3a1716757fe_0_307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3" name="Google Shape;220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04" name="Google Shape;2204;g3a1716757fe_0_307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5" name="Google Shape;2205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06" name="Google Shape;2206;g3a1716757fe_0_307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07" name="Google Shape;2207;g3a1716757fe_0_307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208" name="Google Shape;2208;g3a1716757fe_0_307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209" name="Google Shape;2209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6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7" name="Google Shape;221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18" name="Google Shape;2218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219" name="Google Shape;2219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0" name="Google Shape;2220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1" name="Google Shape;2221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2" name="Google Shape;2222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3" name="Google Shape;2223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4" name="Google Shape;2224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5" name="Google Shape;2225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6" name="Google Shape;2226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7" name="Google Shape;2227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8" name="Google Shape;2228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9" name="Google Shape;2229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0" name="Google Shape;2230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1" name="Google Shape;2231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2" name="Google Shape;2232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33" name="Google Shape;2233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4" name="Google Shape;2234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5" name="Google Shape;2235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6" name="Google Shape;2236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7" name="Google Shape;2237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8" name="Google Shape;2238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9" name="Google Shape;2239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0" name="Google Shape;2240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1" name="Google Shape;2241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2" name="Google Shape;2242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3" name="Google Shape;2243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4" name="Google Shape;2244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5" name="Google Shape;2245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6" name="Google Shape;2246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7" name="Google Shape;2247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8" name="Google Shape;2248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9" name="Google Shape;2249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0" name="Google Shape;2250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1" name="Google Shape;2251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2" name="Google Shape;2252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3" name="Google Shape;2253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4" name="Google Shape;2254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5" name="Google Shape;2255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6" name="Google Shape;2256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7" name="Google Shape;2257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8" name="Google Shape;2258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9" name="Google Shape;2259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0" name="Google Shape;2260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61" name="Google Shape;2261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62" name="Google Shape;2262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63" name="Google Shape;2263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4" name="Google Shape;2264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65" name="Google Shape;2265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66" name="Google Shape;2266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67" name="Google Shape;2267;g3a1716757fe_0_406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268" name="Google Shape;2268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69" name="Google Shape;2269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70" name="Google Shape;2270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71" name="Google Shape;2271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72" name="Google Shape;2272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74" name="Google Shape;2274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5" name="Google Shape;2275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6" name="Google Shape;2276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7" name="Google Shape;2277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8" name="Google Shape;2278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79" name="Google Shape;2279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0" name="Google Shape;2280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281" name="Google Shape;2281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82" name="Google Shape;2282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3" name="Google Shape;2283;g3a1716757fe_0_406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4" name="Google Shape;2284;g3a1716757fe_0_406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5" name="Google Shape;2285;g3a1716757fe_0_406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286" name="Google Shape;2286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287" name="Google Shape;2287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88" name="Google Shape;2288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89" name="Google Shape;2289;g3a1716757fe_0_406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02" name="Google Shape;2302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3" name="Google Shape;2303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04" name="Google Shape;2304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05" name="Google Shape;2305;g3a1716757fe_0_406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306" name="Google Shape;2306;g3a1716757fe_0_406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307" name="Google Shape;2307;g3a1716757fe_0_406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308" name="Google Shape;2308;g3a1716757fe_0_406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6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17" name="Google Shape;2317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318" name="Google Shape;2318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319" name="Google Shape;2319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0" name="Google Shape;2320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1" name="Google Shape;2321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2" name="Google Shape;2322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3" name="Google Shape;2323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4" name="Google Shape;2324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5" name="Google Shape;2325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6" name="Google Shape;2326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7" name="Google Shape;2327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8" name="Google Shape;2328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9" name="Google Shape;2329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0" name="Google Shape;2330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1" name="Google Shape;2331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2" name="Google Shape;2332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33" name="Google Shape;2333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4" name="Google Shape;2334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5" name="Google Shape;2335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6" name="Google Shape;2336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7" name="Google Shape;2337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8" name="Google Shape;2338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9" name="Google Shape;2339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1" name="Google Shape;2341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2" name="Google Shape;2342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3" name="Google Shape;2343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4" name="Google Shape;2344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5" name="Google Shape;2345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6" name="Google Shape;2346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7" name="Google Shape;2347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8" name="Google Shape;2348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9" name="Google Shape;2349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0" name="Google Shape;2350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1" name="Google Shape;2351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2" name="Google Shape;2352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3" name="Google Shape;2353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4" name="Google Shape;2354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5" name="Google Shape;2355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6" name="Google Shape;2356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7" name="Google Shape;2357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8" name="Google Shape;2358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9" name="Google Shape;2359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0" name="Google Shape;2360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61" name="Google Shape;2361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62" name="Google Shape;2362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63" name="Google Shape;2363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4" name="Google Shape;2364;g3a1716757fe_0_505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365" name="Google Shape;236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66" name="Google Shape;236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67" name="Google Shape;236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68" name="Google Shape;236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70" name="Google Shape;237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2" name="Google Shape;237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4" name="Google Shape;237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75" name="Google Shape;2375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377" name="Google Shape;2377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78" name="Google Shape;2378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505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505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505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382" name="Google Shape;2382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383" name="Google Shape;2383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84" name="Google Shape;2384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85" name="Google Shape;2385;g3a1716757fe_0_505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386" name="Google Shape;2386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87" name="Google Shape;2387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88" name="Google Shape;2388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89" name="Google Shape;2389;g3a1716757fe_0_505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390" name="Google Shape;2390;g3a1716757fe_0_505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1" name="Google Shape;2391;g3a1716757fe_0_505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2" name="Google Shape;239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405" name="Google Shape;2405;g3a1716757fe_0_505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406" name="Google Shape;2406;g3a1716757fe_0_505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407" name="Google Shape;2407;g3a1716757fe_0_505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408" name="Google Shape;2408;g3a1716757fe_0_505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409" name="Google Shape;2409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10" name="Google Shape;2410;g3a1716757fe_0_505"/>
          <p:cNvSpPr/>
          <p:nvPr/>
        </p:nvSpPr>
        <p:spPr>
          <a:xfrm>
            <a:off x="16422029" y="7198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411" name="Google Shape;2411;g3a1716757fe_0_505"/>
          <p:cNvSpPr/>
          <p:nvPr/>
        </p:nvSpPr>
        <p:spPr>
          <a:xfrm>
            <a:off x="166786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6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17" name="Google Shape;2417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18" name="Google Shape;2418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419" name="Google Shape;2419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0" name="Google Shape;2420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1" name="Google Shape;2421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2" name="Google Shape;2422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3" name="Google Shape;2423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4" name="Google Shape;2424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5" name="Google Shape;2425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6" name="Google Shape;2426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7" name="Google Shape;2427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8" name="Google Shape;2428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9" name="Google Shape;2429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0" name="Google Shape;2430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1" name="Google Shape;2431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2" name="Google Shape;2432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33" name="Google Shape;2433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4" name="Google Shape;2434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5" name="Google Shape;2435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6" name="Google Shape;2436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7" name="Google Shape;2437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8" name="Google Shape;2438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9" name="Google Shape;2439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0" name="Google Shape;2440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1" name="Google Shape;2441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2" name="Google Shape;2442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3" name="Google Shape;2443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4" name="Google Shape;2444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5" name="Google Shape;2445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6" name="Google Shape;2446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7" name="Google Shape;2447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8" name="Google Shape;2448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9" name="Google Shape;2449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0" name="Google Shape;2450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1" name="Google Shape;2451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2" name="Google Shape;2452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3" name="Google Shape;2453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4" name="Google Shape;2454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5" name="Google Shape;2455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6" name="Google Shape;2456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7" name="Google Shape;2457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8" name="Google Shape;2458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9" name="Google Shape;2459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0" name="Google Shape;2460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61" name="Google Shape;2461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62" name="Google Shape;2462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63" name="Google Shape;2463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4" name="Google Shape;2464;g3a1716757fe_0_604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465" name="Google Shape;2465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66" name="Google Shape;2466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67" name="Google Shape;2467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68" name="Google Shape;2468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70" name="Google Shape;2470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2" name="Google Shape;2472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4" name="Google Shape;2474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75" name="Google Shape;2475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477" name="Google Shape;2477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78" name="Google Shape;2478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604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604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604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482" name="Google Shape;24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483" name="Google Shape;2483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84" name="Google Shape;2484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85" name="Google Shape;2485;g3a1716757fe_0_604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486" name="Google Shape;2486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87" name="Google Shape;2487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88" name="Google Shape;2488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89" name="Google Shape;2489;g3a1716757fe_0_604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490" name="Google Shape;2490;g3a1716757fe_0_604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1" name="Google Shape;2491;g3a1716757fe_0_604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2" name="Google Shape;2492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93" name="Google Shape;2493;g3a1716757fe_0_604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4" name="Google Shape;2494;g3a1716757fe_0_604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495" name="Google Shape;2495;g3a1716757fe_0_604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508" name="Google Shape;2508;g3a1716757fe_0_604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509" name="Google Shape;2509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10" name="Google Shape;2510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11" name="Google Shape;2511;g3a1716757fe_0_604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512" name="Google Shape;2512;g3a1716757fe_0_604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6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17" name="Google Shape;2517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518" name="Google Shape;251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519" name="Google Shape;2519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20" name="Google Shape;2520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1" name="Google Shape;2521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2" name="Google Shape;2522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3" name="Google Shape;2523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4" name="Google Shape;2524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5" name="Google Shape;2525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6" name="Google Shape;2526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7" name="Google Shape;2527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8" name="Google Shape;2528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9" name="Google Shape;2529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0" name="Google Shape;2530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1" name="Google Shape;2531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2" name="Google Shape;2532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33" name="Google Shape;2533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4" name="Google Shape;2534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5" name="Google Shape;2535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6" name="Google Shape;2536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7" name="Google Shape;2537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8" name="Google Shape;2538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39" name="Google Shape;2539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0" name="Google Shape;2540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1" name="Google Shape;2541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2" name="Google Shape;2542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3" name="Google Shape;2543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4" name="Google Shape;2544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5" name="Google Shape;2545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6" name="Google Shape;2546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7" name="Google Shape;2547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8" name="Google Shape;2548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9" name="Google Shape;2549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0" name="Google Shape;2550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1" name="Google Shape;2551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2" name="Google Shape;2552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3" name="Google Shape;2553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4" name="Google Shape;2554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5" name="Google Shape;2555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6" name="Google Shape;2556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7" name="Google Shape;2557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8" name="Google Shape;2558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9" name="Google Shape;2559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0" name="Google Shape;2560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61" name="Google Shape;2561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62" name="Google Shape;2562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63" name="Google Shape;2563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4" name="Google Shape;2564;g3a27631f3e4_0_99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565" name="Google Shape;2565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66" name="Google Shape;2566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68" name="Google Shape;2568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0" name="Google Shape;2570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2" name="Google Shape;2572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73" name="Google Shape;2573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575" name="Google Shape;2575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76" name="Google Shape;2576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27631f3e4_0_99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27631f3e4_0_99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27631f3e4_0_99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580" name="Google Shape;2580;g3a27631f3e4_0_99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581" name="Google Shape;258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82" name="Google Shape;258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83" name="Google Shape;2583;g3a27631f3e4_0_99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584" name="Google Shape;2584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85" name="Google Shape;2585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86" name="Google Shape;2586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87" name="Google Shape;2587;g3a27631f3e4_0_99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588" name="Google Shape;2588;g3a27631f3e4_0_99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27631f3e4_0_99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91" name="Google Shape;2591;g3a27631f3e4_0_99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2" name="Google Shape;2592;g3a27631f3e4_0_99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593" name="Google Shape;2593;g3a27631f3e4_0_99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594" name="Google Shape;2594;g3a27631f3e4_0_99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595" name="Google Shape;2595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96" name="Google Shape;2596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7" name="Google Shape;2597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98" name="Google Shape;2598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160402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611" name="Google Shape;2611;g3a27631f3e4_0_99"/>
          <p:cNvSpPr/>
          <p:nvPr/>
        </p:nvSpPr>
        <p:spPr>
          <a:xfrm>
            <a:off x="16234104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612" name="Google Shape;2612;g3a27631f3e4_0_99"/>
          <p:cNvSpPr/>
          <p:nvPr/>
        </p:nvSpPr>
        <p:spPr>
          <a:xfrm>
            <a:off x="164568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6" name="Shape 2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7" name="Google Shape;2617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8" name="Google Shape;2618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9" name="Google Shape;2619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0" name="Google Shape;2620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1" name="Google Shape;2621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2" name="Google Shape;2622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3" name="Google Shape;2623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4" name="Google Shape;2624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5" name="Google Shape;2625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6" name="Google Shape;2626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7" name="Google Shape;2627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8" name="Google Shape;2628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9" name="Google Shape;2629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0" name="Google Shape;2630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1" name="Google Shape;2631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32" name="Google Shape;2632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3" name="Google Shape;2633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4" name="Google Shape;2634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5" name="Google Shape;2635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6" name="Google Shape;2636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7" name="Google Shape;2637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8" name="Google Shape;2638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9" name="Google Shape;2639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0" name="Google Shape;2640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1" name="Google Shape;2641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2" name="Google Shape;2642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3" name="Google Shape;2643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4" name="Google Shape;2644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5" name="Google Shape;2645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6" name="Google Shape;2646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7" name="Google Shape;2647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8" name="Google Shape;2648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9" name="Google Shape;2649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0" name="Google Shape;2650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1" name="Google Shape;2651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2" name="Google Shape;2652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3" name="Google Shape;2653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4" name="Google Shape;2654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5" name="Google Shape;2655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6" name="Google Shape;2656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7" name="Google Shape;2657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8" name="Google Shape;2658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9" name="Google Shape;2659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60" name="Google Shape;2660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61" name="Google Shape;2661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62" name="Google Shape;2662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63" name="Google Shape;2663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65" name="Google Shape;2665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7" name="Google Shape;2667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9" name="Google Shape;2669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70" name="Google Shape;2670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71" name="Google Shape;2671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73" name="Google Shape;2673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74" name="Google Shape;2674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75" name="Google Shape;2675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76" name="Google Shape;2676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77" name="Google Shape;2677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78" name="Google Shape;2678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79" name="Google Shape;2679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81" name="Google Shape;2681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82" name="Google Shape;2682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83" name="Google Shape;2683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84" name="Google Shape;2684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85" name="Google Shape;2685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86" name="Google Shape;2686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87" name="Google Shape;2687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88" name="Google Shape;2688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689" name="Google Shape;2689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690" name="Google Shape;2690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92" name="Google Shape;2692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693" name="Google Shape;2693;g3a27631f3e4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95" name="Google Shape;2695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696" name="Google Shape;2696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697" name="Google Shape;2697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98" name="Google Shape;2698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99" name="Google Shape;2699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00" name="Google Shape;2700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1" name="Google Shape;2701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02" name="Google Shape;2702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08" name="Google Shape;2708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09" name="Google Shape;2709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10" name="Google Shape;2710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6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7" name="Google Shape;2717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2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3" name="Google Shape;2723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24" name="Google Shape;2724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5" name="Google Shape;2725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6" name="Google Shape;2726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7" name="Google Shape;2727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8" name="Google Shape;2728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9" name="Google Shape;2729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0" name="Google Shape;2730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1" name="Google Shape;2731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2" name="Google Shape;2732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3" name="Google Shape;2733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4" name="Google Shape;2734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5" name="Google Shape;2735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6" name="Google Shape;2736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7" name="Google Shape;2737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38" name="Google Shape;2738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39" name="Google Shape;2739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0" name="Google Shape;2740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1" name="Google Shape;2741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2" name="Google Shape;2742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3" name="Google Shape;2743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44" name="Google Shape;2744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45" name="Google Shape;2745;g3700fe3197f_0_5"/>
          <p:cNvSpPr/>
          <p:nvPr/>
        </p:nvSpPr>
        <p:spPr>
          <a:xfrm>
            <a:off x="329288" y="18695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46" name="Google Shape;2746;g3700fe3197f_0_5"/>
          <p:cNvSpPr/>
          <p:nvPr/>
        </p:nvSpPr>
        <p:spPr>
          <a:xfrm>
            <a:off x="112850" y="50183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47" name="Google Shape;2747;g3700fe3197f_0_5"/>
          <p:cNvSpPr/>
          <p:nvPr/>
        </p:nvSpPr>
        <p:spPr>
          <a:xfrm>
            <a:off x="112850" y="61855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48" name="Google Shape;2748;g3700fe3197f_0_5"/>
          <p:cNvSpPr/>
          <p:nvPr/>
        </p:nvSpPr>
        <p:spPr>
          <a:xfrm>
            <a:off x="112850" y="72641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9" name="Google Shape;2749;g3700fe3197f_0_5"/>
          <p:cNvSpPr/>
          <p:nvPr/>
        </p:nvSpPr>
        <p:spPr>
          <a:xfrm>
            <a:off x="112850" y="848895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750" name="Google Shape;2750;g3700fe3197f_0_5"/>
          <p:cNvSpPr/>
          <p:nvPr/>
        </p:nvSpPr>
        <p:spPr>
          <a:xfrm>
            <a:off x="210950" y="3201950"/>
            <a:ext cx="23235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51" name="Google Shape;2751;g3700fe3197f_0_5"/>
          <p:cNvSpPr/>
          <p:nvPr/>
        </p:nvSpPr>
        <p:spPr>
          <a:xfrm>
            <a:off x="112838" y="92971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752" name="Google Shape;2752;g3700fe3197f_0_5"/>
          <p:cNvSpPr/>
          <p:nvPr/>
        </p:nvSpPr>
        <p:spPr>
          <a:xfrm>
            <a:off x="112850" y="99789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6" name="Shape 2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57" name="Google Shape;2757;g3700fe3197f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58" name="Google Shape;2758;g3700fe3197f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9" name="Google Shape;2759;g3700fe3197f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0" name="Google Shape;2760;g3700fe3197f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1" name="Google Shape;2761;g3700fe3197f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2" name="Google Shape;2762;g3700fe3197f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3" name="Google Shape;2763;g3700fe3197f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4" name="Google Shape;2764;g3700fe3197f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5" name="Google Shape;2765;g3700fe3197f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6" name="Google Shape;2766;g3700fe3197f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7" name="Google Shape;2767;g3700fe3197f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8" name="Google Shape;2768;g3700fe3197f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9" name="Google Shape;2769;g3700fe3197f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0" name="Google Shape;2770;g3700fe3197f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1" name="Google Shape;2771;g3700fe3197f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72" name="Google Shape;2772;g3700fe3197f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3" name="Google Shape;2773;g3700fe3197f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4" name="Google Shape;2774;g3700fe3197f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5" name="Google Shape;2775;g3700fe3197f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6" name="Google Shape;2776;g3700fe3197f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7" name="Google Shape;2777;g3700fe3197f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78" name="Google Shape;2778;g3700fe3197f_0_10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79" name="Google Shape;2779;g3700fe3197f_0_10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0" name="Google Shape;2780;g3700fe3197f_0_10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1" name="Google Shape;2781;g3700fe3197f_0_10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2" name="Google Shape;2782;g3700fe3197f_0_10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3" name="Google Shape;2783;g3700fe3197f_0_10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4" name="Google Shape;2784;g3700fe3197f_0_10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5" name="Google Shape;2785;g3700fe3197f_0_10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6" name="Google Shape;2786;g3700fe3197f_0_10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7" name="Google Shape;2787;g3700fe3197f_0_10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8" name="Google Shape;2788;g3700fe3197f_0_10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9" name="Google Shape;2789;g3700fe3197f_0_10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0" name="Google Shape;2790;g3700fe3197f_0_10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1" name="Google Shape;2791;g3700fe3197f_0_10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2" name="Google Shape;2792;g3700fe3197f_0_10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3" name="Google Shape;2793;g3700fe3197f_0_10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4" name="Google Shape;2794;g3700fe3197f_0_10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5" name="Google Shape;2795;g3700fe3197f_0_10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6" name="Google Shape;2796;g3700fe3197f_0_104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97" name="Google Shape;2797;g3700fe3197f_0_104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98" name="Google Shape;2798;g3700fe3197f_0_104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9" name="Google Shape;2799;g3700fe3197f_0_104"/>
          <p:cNvSpPr/>
          <p:nvPr/>
        </p:nvSpPr>
        <p:spPr>
          <a:xfrm>
            <a:off x="1301270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00" name="Google Shape;2800;g3700fe3197f_0_104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1" name="Google Shape;2801;g3700fe3197f_0_104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2" name="Google Shape;2802;g3700fe3197f_0_104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03" name="Google Shape;2803;g3700fe3197f_0_104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4" name="Google Shape;2804;g3700fe3197f_0_104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5" name="Google Shape;2805;g3700fe3197f_0_104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6" name="Google Shape;2806;g3700fe3197f_0_104"/>
          <p:cNvSpPr/>
          <p:nvPr/>
        </p:nvSpPr>
        <p:spPr>
          <a:xfrm>
            <a:off x="9463150" y="29427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0" name="Shape 2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1" name="Google Shape;2811;g3a2d1a72bb1_0_25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12" name="Google Shape;2812;g3a2d1a72bb1_0_25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13" name="Google Shape;2813;g3a2d1a72bb1_0_25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4" name="Google Shape;2814;g3a2d1a72bb1_0_25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5" name="Google Shape;2815;g3a2d1a72bb1_0_25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6" name="Google Shape;2816;g3a2d1a72bb1_0_25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7" name="Google Shape;2817;g3a2d1a72bb1_0_25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8" name="Google Shape;2818;g3a2d1a72bb1_0_25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9" name="Google Shape;2819;g3a2d1a72bb1_0_25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0" name="Google Shape;2820;g3a2d1a72bb1_0_25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1" name="Google Shape;2821;g3a2d1a72bb1_0_25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2" name="Google Shape;2822;g3a2d1a72bb1_0_25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3" name="Google Shape;2823;g3a2d1a72bb1_0_25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4" name="Google Shape;2824;g3a2d1a72bb1_0_25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5" name="Google Shape;2825;g3a2d1a72bb1_0_25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26" name="Google Shape;2826;g3a2d1a72bb1_0_25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7" name="Google Shape;2827;g3a2d1a72bb1_0_25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8" name="Google Shape;2828;g3a2d1a72bb1_0_25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9" name="Google Shape;2829;g3a2d1a72bb1_0_25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0" name="Google Shape;2830;g3a2d1a72bb1_0_25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1" name="Google Shape;2831;g3a2d1a72bb1_0_25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2" name="Google Shape;2832;g3a2d1a72bb1_0_25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3" name="Google Shape;2833;g3a2d1a72bb1_0_25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4" name="Google Shape;2834;g3a2d1a72bb1_0_25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5" name="Google Shape;2835;g3a2d1a72bb1_0_25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6" name="Google Shape;2836;g3a2d1a72bb1_0_25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7" name="Google Shape;2837;g3a2d1a72bb1_0_25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8" name="Google Shape;2838;g3a2d1a72bb1_0_25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9" name="Google Shape;2839;g3a2d1a72bb1_0_25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0" name="Google Shape;2840;g3a2d1a72bb1_0_25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1" name="Google Shape;2841;g3a2d1a72bb1_0_25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2" name="Google Shape;2842;g3a2d1a72bb1_0_25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3" name="Google Shape;2843;g3a2d1a72bb1_0_25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4" name="Google Shape;2844;g3a2d1a72bb1_0_25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5" name="Google Shape;2845;g3a2d1a72bb1_0_25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6" name="Google Shape;2846;g3a2d1a72bb1_0_25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7" name="Google Shape;2847;g3a2d1a72bb1_0_25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8" name="Google Shape;2848;g3a2d1a72bb1_0_25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9" name="Google Shape;2849;g3a2d1a72bb1_0_25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50" name="Google Shape;2850;g3a2d1a72bb1_0_25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851" name="Google Shape;2851;g3a2d1a72bb1_0_25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852" name="Google Shape;2852;g3a2d1a72bb1_0_25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3" name="Google Shape;2853;g3a2d1a72bb1_0_250"/>
          <p:cNvSpPr/>
          <p:nvPr/>
        </p:nvSpPr>
        <p:spPr>
          <a:xfrm>
            <a:off x="15477950" y="27932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/>
              <a:t>Review: 68130, 67286</a:t>
            </a:r>
            <a:endParaRPr/>
          </a:p>
        </p:txBody>
      </p:sp>
      <p:sp>
        <p:nvSpPr>
          <p:cNvPr id="2854" name="Google Shape;2854;g3a2d1a72bb1_0_25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5" name="Google Shape;2855;g3a2d1a72bb1_0_25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6" name="Google Shape;2856;g3a2d1a72bb1_0_25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57" name="Google Shape;2857;g3a2d1a72bb1_0_25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8" name="Google Shape;2858;g3a2d1a72bb1_0_25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9" name="Google Shape;2859;g3a2d1a72bb1_0_25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0" name="Google Shape;2860;g3a2d1a72bb1_0_250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4" name="Shape 2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65" name="Google Shape;2865;g390f6613fc7_2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66" name="Google Shape;2866;g390f6613fc7_2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67" name="Google Shape;2867;g390f6613fc7_2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8" name="Google Shape;2868;g390f6613fc7_2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9" name="Google Shape;2869;g390f6613fc7_2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0" name="Google Shape;2870;g390f6613fc7_2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1" name="Google Shape;2871;g390f6613fc7_2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2" name="Google Shape;2872;g390f6613fc7_2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3" name="Google Shape;2873;g390f6613fc7_2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4" name="Google Shape;2874;g390f6613fc7_2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5" name="Google Shape;2875;g390f6613fc7_2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6" name="Google Shape;2876;g390f6613fc7_2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7" name="Google Shape;2877;g390f6613fc7_2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8" name="Google Shape;2878;g390f6613fc7_2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9" name="Google Shape;2879;g390f6613fc7_2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80" name="Google Shape;2880;g390f6613fc7_2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1" name="Google Shape;2881;g390f6613fc7_2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2" name="Google Shape;2882;g390f6613fc7_2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3" name="Google Shape;2883;g390f6613fc7_2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4" name="Google Shape;2884;g390f6613fc7_2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5" name="Google Shape;2885;g390f6613fc7_2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6" name="Google Shape;2886;g390f6613fc7_2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87" name="Google Shape;2887;g390f6613fc7_2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88" name="Google Shape;2888;g390f6613fc7_2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89" name="Google Shape;2889;g390f6613fc7_2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0" name="Google Shape;2890;g390f6613fc7_2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1" name="Google Shape;2891;g390f6613fc7_2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2" name="Google Shape;2892;g390f6613fc7_2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3" name="Google Shape;2893;g390f6613fc7_2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4" name="Google Shape;2894;g390f6613fc7_2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5" name="Google Shape;2895;g390f6613fc7_2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6" name="Google Shape;2896;g390f6613fc7_2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7" name="Google Shape;2897;g390f6613fc7_2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8" name="Google Shape;2898;g390f6613fc7_2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9" name="Google Shape;2899;g390f6613fc7_2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0" name="Google Shape;2900;g390f6613fc7_2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1" name="Google Shape;2901;g390f6613fc7_2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02" name="Google Shape;2902;g390f6613fc7_2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3" name="Google Shape;2903;g390f6613fc7_2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4" name="Google Shape;2904;g390f6613fc7_2_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05" name="Google Shape;2905;g390f6613fc7_2_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06" name="Google Shape;2906;g390f6613fc7_2_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7" name="Google Shape;2907;g390f6613fc7_2_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2908" name="Google Shape;2908;g390f6613fc7_2_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9" name="Google Shape;2909;g390f6613fc7_2_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0" name="Google Shape;2910;g390f6613fc7_2_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11" name="Google Shape;2911;g390f6613fc7_2_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2" name="Google Shape;2912;g390f6613fc7_2_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3" name="Google Shape;2913;g390f6613fc7_2_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4" name="Google Shape;2914;g390f6613fc7_2_0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8" name="Shape 2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19" name="Google Shape;2919;g390f6613fc7_2_57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20" name="Google Shape;2920;g390f6613fc7_2_57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21" name="Google Shape;2921;g390f6613fc7_2_57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2" name="Google Shape;2922;g390f6613fc7_2_57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3" name="Google Shape;2923;g390f6613fc7_2_57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4" name="Google Shape;2924;g390f6613fc7_2_57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5" name="Google Shape;2925;g390f6613fc7_2_57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6" name="Google Shape;2926;g390f6613fc7_2_57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7" name="Google Shape;2927;g390f6613fc7_2_57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8" name="Google Shape;2928;g390f6613fc7_2_57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9" name="Google Shape;2929;g390f6613fc7_2_57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0" name="Google Shape;2930;g390f6613fc7_2_57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1" name="Google Shape;2931;g390f6613fc7_2_57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2" name="Google Shape;2932;g390f6613fc7_2_57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3" name="Google Shape;2933;g390f6613fc7_2_57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34" name="Google Shape;2934;g390f6613fc7_2_57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5" name="Google Shape;2935;g390f6613fc7_2_57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6" name="Google Shape;2936;g390f6613fc7_2_57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7" name="Google Shape;2937;g390f6613fc7_2_57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8" name="Google Shape;2938;g390f6613fc7_2_57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9" name="Google Shape;2939;g390f6613fc7_2_57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40" name="Google Shape;2940;g390f6613fc7_2_578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1" name="Google Shape;2941;g390f6613fc7_2_578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2" name="Google Shape;2942;g390f6613fc7_2_578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3" name="Google Shape;2943;g390f6613fc7_2_578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4" name="Google Shape;2944;g390f6613fc7_2_578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5" name="Google Shape;2945;g390f6613fc7_2_578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6" name="Google Shape;2946;g390f6613fc7_2_578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7" name="Google Shape;2947;g390f6613fc7_2_578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8" name="Google Shape;2948;g390f6613fc7_2_578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9" name="Google Shape;2949;g390f6613fc7_2_578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0" name="Google Shape;2950;g390f6613fc7_2_578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1" name="Google Shape;2951;g390f6613fc7_2_578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2" name="Google Shape;2952;g390f6613fc7_2_578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3" name="Google Shape;2953;g390f6613fc7_2_578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4" name="Google Shape;2954;g390f6613fc7_2_578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5" name="Google Shape;2955;g390f6613fc7_2_578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6" name="Google Shape;2956;g390f6613fc7_2_578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7" name="Google Shape;2957;g390f6613fc7_2_578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8" name="Google Shape;2958;g390f6613fc7_2_578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59" name="Google Shape;2959;g390f6613fc7_2_578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60" name="Google Shape;2960;g390f6613fc7_2_578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1" name="Google Shape;2961;g390f6613fc7_2_578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2962" name="Google Shape;2962;g390f6613fc7_2_578"/>
          <p:cNvSpPr/>
          <p:nvPr/>
        </p:nvSpPr>
        <p:spPr>
          <a:xfrm>
            <a:off x="123284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3" name="Google Shape;2963;g390f6613fc7_2_578"/>
          <p:cNvSpPr/>
          <p:nvPr/>
        </p:nvSpPr>
        <p:spPr>
          <a:xfrm>
            <a:off x="124319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4" name="Google Shape;2964;g390f6613fc7_2_578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65" name="Google Shape;2965;g390f6613fc7_2_578"/>
          <p:cNvSpPr/>
          <p:nvPr/>
        </p:nvSpPr>
        <p:spPr>
          <a:xfrm>
            <a:off x="128480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6" name="Google Shape;2966;g390f6613fc7_2_578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7" name="Google Shape;2967;g390f6613fc7_2_578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8" name="Google Shape;2968;g390f6613fc7_2_578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2" name="Shape 2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3" name="Google Shape;2973;g3a2d1a72bb1_0_30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74" name="Google Shape;2974;g3a2d1a72bb1_0_30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75" name="Google Shape;2975;g3a2d1a72bb1_0_30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6" name="Google Shape;2976;g3a2d1a72bb1_0_30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7" name="Google Shape;2977;g3a2d1a72bb1_0_30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8" name="Google Shape;2978;g3a2d1a72bb1_0_30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9" name="Google Shape;2979;g3a2d1a72bb1_0_30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0" name="Google Shape;2980;g3a2d1a72bb1_0_30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1" name="Google Shape;2981;g3a2d1a72bb1_0_30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2" name="Google Shape;2982;g3a2d1a72bb1_0_30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3" name="Google Shape;2983;g3a2d1a72bb1_0_30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4" name="Google Shape;2984;g3a2d1a72bb1_0_30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5" name="Google Shape;2985;g3a2d1a72bb1_0_30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6" name="Google Shape;2986;g3a2d1a72bb1_0_30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7" name="Google Shape;2987;g3a2d1a72bb1_0_30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88" name="Google Shape;2988;g3a2d1a72bb1_0_30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89" name="Google Shape;2989;g3a2d1a72bb1_0_30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0" name="Google Shape;2990;g3a2d1a72bb1_0_30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1" name="Google Shape;2991;g3a2d1a72bb1_0_30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2" name="Google Shape;2992;g3a2d1a72bb1_0_30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3" name="Google Shape;2993;g3a2d1a72bb1_0_30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94" name="Google Shape;2994;g3a2d1a72bb1_0_30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95" name="Google Shape;2995;g3a2d1a72bb1_0_30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96" name="Google Shape;2996;g3a2d1a72bb1_0_30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97" name="Google Shape;2997;g3a2d1a72bb1_0_30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98" name="Google Shape;2998;g3a2d1a72bb1_0_30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99" name="Google Shape;2999;g3a2d1a72bb1_0_30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0" name="Google Shape;3000;g3a2d1a72bb1_0_30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1" name="Google Shape;3001;g3a2d1a72bb1_0_30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2" name="Google Shape;3002;g3a2d1a72bb1_0_30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3" name="Google Shape;3003;g3a2d1a72bb1_0_30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4" name="Google Shape;3004;g3a2d1a72bb1_0_30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5" name="Google Shape;3005;g3a2d1a72bb1_0_30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6" name="Google Shape;3006;g3a2d1a72bb1_0_30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7" name="Google Shape;3007;g3a2d1a72bb1_0_30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8" name="Google Shape;3008;g3a2d1a72bb1_0_30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9" name="Google Shape;3009;g3a2d1a72bb1_0_30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10" name="Google Shape;3010;g3a2d1a72bb1_0_30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11" name="Google Shape;3011;g3a2d1a72bb1_0_30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12" name="Google Shape;3012;g3a2d1a72bb1_0_303"/>
          <p:cNvSpPr/>
          <p:nvPr/>
        </p:nvSpPr>
        <p:spPr>
          <a:xfrm>
            <a:off x="15495175" y="2686901"/>
            <a:ext cx="2519700" cy="1381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/>
              <a:t>Review: 68547</a:t>
            </a:r>
            <a:endParaRPr/>
          </a:p>
        </p:txBody>
      </p:sp>
      <p:sp>
        <p:nvSpPr>
          <p:cNvPr id="3013" name="Google Shape;3013;g3a2d1a72bb1_0_30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14" name="Google Shape;3014;g3a2d1a72bb1_0_303"/>
          <p:cNvSpPr/>
          <p:nvPr/>
        </p:nvSpPr>
        <p:spPr>
          <a:xfrm>
            <a:off x="15932300" y="2613250"/>
            <a:ext cx="2736600" cy="1031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15" name="Google Shape;3015;g3a2d1a72bb1_0_303"/>
          <p:cNvSpPr/>
          <p:nvPr/>
        </p:nvSpPr>
        <p:spPr>
          <a:xfrm>
            <a:off x="15477950" y="7578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br>
              <a:rPr lang="en-GB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6" name="Google Shape;3016;g3a2d1a72bb1_0_303"/>
          <p:cNvSpPr/>
          <p:nvPr/>
        </p:nvSpPr>
        <p:spPr>
          <a:xfrm>
            <a:off x="15495175" y="4424725"/>
            <a:ext cx="2519700" cy="1278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Review: 67804</a:t>
            </a:r>
            <a:endParaRPr/>
          </a:p>
        </p:txBody>
      </p:sp>
      <p:sp>
        <p:nvSpPr>
          <p:cNvPr id="3017" name="Google Shape;3017;g3a2d1a72bb1_0_303"/>
          <p:cNvSpPr/>
          <p:nvPr/>
        </p:nvSpPr>
        <p:spPr>
          <a:xfrm>
            <a:off x="16040750" y="4442750"/>
            <a:ext cx="2519700" cy="957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/>
              <a:t>Review</a:t>
            </a:r>
            <a:r>
              <a:rPr lang="en-GB"/>
              <a:t>: 67763, 68130</a:t>
            </a:r>
            <a:endParaRPr/>
          </a:p>
        </p:txBody>
      </p:sp>
      <p:sp>
        <p:nvSpPr>
          <p:cNvPr id="3018" name="Google Shape;3018;g3a2d1a72bb1_0_303"/>
          <p:cNvSpPr/>
          <p:nvPr/>
        </p:nvSpPr>
        <p:spPr>
          <a:xfrm>
            <a:off x="15495175" y="5910650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9" name="Google Shape;3019;g3a2d1a72bb1_0_30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0" name="Google Shape;3020;g3a2d1a72bb1_0_303"/>
          <p:cNvSpPr/>
          <p:nvPr/>
        </p:nvSpPr>
        <p:spPr>
          <a:xfrm>
            <a:off x="12395950" y="9086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1" name="Google Shape;3021;g3a2d1a72bb1_0_303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022" name="Google Shape;3022;g3a2d1a72bb1_0_303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6" name="Shape 3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27" name="Google Shape;3027;g390f6613fc7_2_5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8" name="Google Shape;3028;g390f6613fc7_2_5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29" name="Google Shape;3029;g390f6613fc7_2_5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0" name="Google Shape;3030;g390f6613fc7_2_5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1" name="Google Shape;3031;g390f6613fc7_2_5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2" name="Google Shape;3032;g390f6613fc7_2_5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3" name="Google Shape;3033;g390f6613fc7_2_5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4" name="Google Shape;3034;g390f6613fc7_2_5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5" name="Google Shape;3035;g390f6613fc7_2_5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6" name="Google Shape;3036;g390f6613fc7_2_5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7" name="Google Shape;3037;g390f6613fc7_2_5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8" name="Google Shape;3038;g390f6613fc7_2_5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9" name="Google Shape;3039;g390f6613fc7_2_5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0" name="Google Shape;3040;g390f6613fc7_2_5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1" name="Google Shape;3041;g390f6613fc7_2_5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042" name="Google Shape;3042;g390f6613fc7_2_5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3" name="Google Shape;3043;g390f6613fc7_2_5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4" name="Google Shape;3044;g390f6613fc7_2_5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5" name="Google Shape;3045;g390f6613fc7_2_5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6" name="Google Shape;3046;g390f6613fc7_2_5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7" name="Google Shape;3047;g390f6613fc7_2_5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48" name="Google Shape;3048;g390f6613fc7_2_5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49" name="Google Shape;3049;g390f6613fc7_2_5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0" name="Google Shape;3050;g390f6613fc7_2_5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1" name="Google Shape;3051;g390f6613fc7_2_5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2" name="Google Shape;3052;g390f6613fc7_2_5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3" name="Google Shape;3053;g390f6613fc7_2_5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4" name="Google Shape;3054;g390f6613fc7_2_5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5" name="Google Shape;3055;g390f6613fc7_2_5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6" name="Google Shape;3056;g390f6613fc7_2_5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7" name="Google Shape;3057;g390f6613fc7_2_5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8" name="Google Shape;3058;g390f6613fc7_2_5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9" name="Google Shape;3059;g390f6613fc7_2_5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0" name="Google Shape;3060;g390f6613fc7_2_5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1" name="Google Shape;3061;g390f6613fc7_2_5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2" name="Google Shape;3062;g390f6613fc7_2_5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3" name="Google Shape;3063;g390f6613fc7_2_5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4" name="Google Shape;3064;g390f6613fc7_2_5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5" name="Google Shape;3065;g390f6613fc7_2_5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6" name="Google Shape;3066;g390f6613fc7_2_53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067" name="Google Shape;3067;g390f6613fc7_2_5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68" name="Google Shape;3068;g390f6613fc7_2_53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69" name="Google Shape;3069;g390f6613fc7_2_53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0" name="Google Shape;3070;g390f6613fc7_2_53"/>
          <p:cNvSpPr/>
          <p:nvPr/>
        </p:nvSpPr>
        <p:spPr>
          <a:xfrm>
            <a:off x="15495175" y="4424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1" name="Google Shape;3071;g390f6613fc7_2_53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072" name="Google Shape;3072;g390f6613fc7_2_53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3" name="Google Shape;3073;g390f6613fc7_2_5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4" name="Google Shape;3074;g390f6613fc7_2_53"/>
          <p:cNvSpPr/>
          <p:nvPr/>
        </p:nvSpPr>
        <p:spPr>
          <a:xfrm>
            <a:off x="12395950" y="9086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5" name="Google Shape;3075;g390f6613fc7_2_53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076" name="Google Shape;3076;g390f6613fc7_2_53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0" name="Shape 3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81" name="Google Shape;3081;g3a34e3416ec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82" name="Google Shape;3082;g3a34e3416ec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83" name="Google Shape;3083;g3a34e3416ec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4" name="Google Shape;3084;g3a34e3416ec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5" name="Google Shape;3085;g3a34e3416ec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6" name="Google Shape;3086;g3a34e3416ec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7" name="Google Shape;3087;g3a34e3416ec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8" name="Google Shape;3088;g3a34e3416ec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9" name="Google Shape;3089;g3a34e3416ec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0" name="Google Shape;3090;g3a34e3416ec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1" name="Google Shape;3091;g3a34e3416ec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2" name="Google Shape;3092;g3a34e3416ec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3" name="Google Shape;3093;g3a34e3416ec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4" name="Google Shape;3094;g3a34e3416ec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5" name="Google Shape;3095;g3a34e3416ec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096" name="Google Shape;3096;g3a34e3416ec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97" name="Google Shape;3097;g3a34e3416ec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98" name="Google Shape;3098;g3a34e3416ec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99" name="Google Shape;3099;g3a34e3416ec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00" name="Google Shape;3100;g3a34e3416ec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01" name="Google Shape;3101;g3a34e3416ec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02" name="Google Shape;3102;g3a34e3416ec_0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03" name="Google Shape;3103;g3a34e3416ec_0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04" name="Google Shape;3104;g3a34e3416ec_0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05" name="Google Shape;3105;g3a34e3416ec_0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06" name="Google Shape;3106;g3a34e3416ec_0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07" name="Google Shape;3107;g3a34e3416ec_0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08" name="Google Shape;3108;g3a34e3416ec_0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09" name="Google Shape;3109;g3a34e3416ec_0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0" name="Google Shape;3110;g3a34e3416ec_0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1" name="Google Shape;3111;g3a34e3416ec_0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2" name="Google Shape;3112;g3a34e3416ec_0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3" name="Google Shape;3113;g3a34e3416ec_0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4" name="Google Shape;3114;g3a34e3416ec_0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5" name="Google Shape;3115;g3a34e3416ec_0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6" name="Google Shape;3116;g3a34e3416ec_0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7" name="Google Shape;3117;g3a34e3416ec_0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8" name="Google Shape;3118;g3a34e3416ec_0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9" name="Google Shape;3119;g3a34e3416ec_0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20" name="Google Shape;3120;g3a34e3416ec_0_0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1" name="Google Shape;3121;g3a34e3416ec_0_0"/>
          <p:cNvSpPr/>
          <p:nvPr/>
        </p:nvSpPr>
        <p:spPr>
          <a:xfrm>
            <a:off x="15477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2" name="Google Shape;3122;g3a34e3416ec_0_0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123" name="Google Shape;3123;g3a34e3416ec_0_0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124" name="Google Shape;3124;g3a34e3416ec_0_0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125" name="Google Shape;3125;g3a34e3416ec_0_0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126" name="Google Shape;3126;g3a34e3416ec_0_0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127" name="Google Shape;3127;g3a34e3416ec_0_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28" name="Google Shape;3128;g3a34e3416ec_0_0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29" name="Google Shape;3129;g3a34e3416ec_0_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0" name="Google Shape;3130;g3a34e3416ec_0_0"/>
          <p:cNvSpPr/>
          <p:nvPr/>
        </p:nvSpPr>
        <p:spPr>
          <a:xfrm>
            <a:off x="15495175" y="4424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1" name="Google Shape;3131;g3a34e3416ec_0_0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132" name="Google Shape;3132;g3a34e3416ec_0_0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6" name="Shape 3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37" name="Google Shape;3137;g390f6613fc7_2_16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38" name="Google Shape;3138;g390f6613fc7_2_16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39" name="Google Shape;3139;g390f6613fc7_2_16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0" name="Google Shape;3140;g390f6613fc7_2_16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1" name="Google Shape;3141;g390f6613fc7_2_16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2" name="Google Shape;3142;g390f6613fc7_2_16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3" name="Google Shape;3143;g390f6613fc7_2_16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4" name="Google Shape;3144;g390f6613fc7_2_16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5" name="Google Shape;3145;g390f6613fc7_2_16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6" name="Google Shape;3146;g390f6613fc7_2_16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7" name="Google Shape;3147;g390f6613fc7_2_16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8" name="Google Shape;3148;g390f6613fc7_2_16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9" name="Google Shape;3149;g390f6613fc7_2_16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0" name="Google Shape;3150;g390f6613fc7_2_16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1" name="Google Shape;3151;g390f6613fc7_2_16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52" name="Google Shape;3152;g390f6613fc7_2_16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53" name="Google Shape;3153;g390f6613fc7_2_16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54" name="Google Shape;3154;g390f6613fc7_2_16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55" name="Google Shape;3155;g390f6613fc7_2_16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56" name="Google Shape;3156;g390f6613fc7_2_16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57" name="Google Shape;3157;g390f6613fc7_2_16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58" name="Google Shape;3158;g390f6613fc7_2_166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59" name="Google Shape;3159;g390f6613fc7_2_166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60" name="Google Shape;3160;g390f6613fc7_2_166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61" name="Google Shape;3161;g390f6613fc7_2_166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62" name="Google Shape;3162;g390f6613fc7_2_166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63" name="Google Shape;3163;g390f6613fc7_2_166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64" name="Google Shape;3164;g390f6613fc7_2_166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65" name="Google Shape;3165;g390f6613fc7_2_166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66" name="Google Shape;3166;g390f6613fc7_2_166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67" name="Google Shape;3167;g390f6613fc7_2_166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68" name="Google Shape;3168;g390f6613fc7_2_166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69" name="Google Shape;3169;g390f6613fc7_2_166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70" name="Google Shape;3170;g390f6613fc7_2_166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71" name="Google Shape;3171;g390f6613fc7_2_166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72" name="Google Shape;3172;g390f6613fc7_2_166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73" name="Google Shape;3173;g390f6613fc7_2_166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74" name="Google Shape;3174;g390f6613fc7_2_166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75" name="Google Shape;3175;g390f6613fc7_2_166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76" name="Google Shape;3176;g390f6613fc7_2_166"/>
          <p:cNvSpPr/>
          <p:nvPr/>
        </p:nvSpPr>
        <p:spPr>
          <a:xfrm>
            <a:off x="15477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7" name="Google Shape;3177;g390f6613fc7_2_166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178" name="Google Shape;3178;g390f6613fc7_2_166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179" name="Google Shape;3179;g390f6613fc7_2_166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180" name="Google Shape;3180;g390f6613fc7_2_166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181" name="Google Shape;3181;g390f6613fc7_2_166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182" name="Google Shape;3182;g390f6613fc7_2_166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83" name="Google Shape;3183;g390f6613fc7_2_166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84" name="Google Shape;3184;g390f6613fc7_2_166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5" name="Google Shape;3185;g390f6613fc7_2_166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6" name="Google Shape;3186;g390f6613fc7_2_166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187" name="Google Shape;3187;g390f6613fc7_2_166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8" name="Google Shape;3188;g390f6613fc7_2_166"/>
          <p:cNvSpPr/>
          <p:nvPr/>
        </p:nvSpPr>
        <p:spPr>
          <a:xfrm>
            <a:off x="15477950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2" name="Shape 3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93" name="Google Shape;3193;g3a3b8b61372_1_5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94" name="Google Shape;3194;g3a3b8b61372_1_5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5" name="Google Shape;3195;g3a3b8b61372_1_5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6" name="Google Shape;3196;g3a3b8b61372_1_5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7" name="Google Shape;3197;g3a3b8b61372_1_5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8" name="Google Shape;3198;g3a3b8b61372_1_5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9" name="Google Shape;3199;g3a3b8b61372_1_5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0" name="Google Shape;3200;g3a3b8b61372_1_5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1" name="Google Shape;3201;g3a3b8b61372_1_5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2" name="Google Shape;3202;g3a3b8b61372_1_5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3" name="Google Shape;3203;g3a3b8b61372_1_5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4" name="Google Shape;3204;g3a3b8b61372_1_5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5" name="Google Shape;3205;g3a3b8b61372_1_5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6" name="Google Shape;3206;g3a3b8b61372_1_5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7" name="Google Shape;3207;g3a3b8b61372_1_5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208" name="Google Shape;3208;g3a3b8b61372_1_5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09" name="Google Shape;3209;g3a3b8b61372_1_5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10" name="Google Shape;3210;g3a3b8b61372_1_5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11" name="Google Shape;3211;g3a3b8b61372_1_5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12" name="Google Shape;3212;g3a3b8b61372_1_5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13" name="Google Shape;3213;g3a3b8b61372_1_5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14" name="Google Shape;3214;g3a3b8b61372_1_55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15" name="Google Shape;3215;g3a3b8b61372_1_55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16" name="Google Shape;3216;g3a3b8b61372_1_55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17" name="Google Shape;3217;g3a3b8b61372_1_55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18" name="Google Shape;3218;g3a3b8b61372_1_55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19" name="Google Shape;3219;g3a3b8b61372_1_55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20" name="Google Shape;3220;g3a3b8b61372_1_55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21" name="Google Shape;3221;g3a3b8b61372_1_55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22" name="Google Shape;3222;g3a3b8b61372_1_55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23" name="Google Shape;3223;g3a3b8b61372_1_55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24" name="Google Shape;3224;g3a3b8b61372_1_55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25" name="Google Shape;3225;g3a3b8b61372_1_55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26" name="Google Shape;3226;g3a3b8b61372_1_55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27" name="Google Shape;3227;g3a3b8b61372_1_55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28" name="Google Shape;3228;g3a3b8b61372_1_55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29" name="Google Shape;3229;g3a3b8b61372_1_55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30" name="Google Shape;3230;g3a3b8b61372_1_55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31" name="Google Shape;3231;g3a3b8b61372_1_55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32" name="Google Shape;3232;g3a3b8b61372_1_55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233" name="Google Shape;3233;g3a3b8b61372_1_55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234" name="Google Shape;3234;g3a3b8b61372_1_55"/>
          <p:cNvSpPr/>
          <p:nvPr/>
        </p:nvSpPr>
        <p:spPr>
          <a:xfrm>
            <a:off x="94729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235" name="Google Shape;3235;g3a3b8b61372_1_55"/>
          <p:cNvSpPr/>
          <p:nvPr/>
        </p:nvSpPr>
        <p:spPr>
          <a:xfrm>
            <a:off x="9440300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236" name="Google Shape;3236;g3a3b8b61372_1_55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237" name="Google Shape;3237;g3a3b8b61372_1_55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238" name="Google Shape;3238;g3a3b8b61372_1_55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239" name="Google Shape;3239;g3a3b8b61372_1_5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0" name="Google Shape;3240;g3a3b8b61372_1_55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241" name="Google Shape;3241;g3a3b8b61372_1_55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2" name="Google Shape;3242;g3a3b8b61372_1_55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3" name="Google Shape;3243;g3a3b8b61372_1_55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4" name="Google Shape;3244;g3a3b8b61372_1_55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5" name="Google Shape;3245;g3a3b8b61372_1_55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6" name="Google Shape;3246;g3a3b8b61372_1_55"/>
          <p:cNvSpPr/>
          <p:nvPr/>
        </p:nvSpPr>
        <p:spPr>
          <a:xfrm>
            <a:off x="94845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247" name="Google Shape;3247;g3a3b8b61372_1_55"/>
          <p:cNvSpPr/>
          <p:nvPr/>
        </p:nvSpPr>
        <p:spPr>
          <a:xfrm>
            <a:off x="94674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1" name="Shape 3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52" name="Google Shape;3252;g390f6613fc7_2_29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53" name="Google Shape;3253;g390f6613fc7_2_29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54" name="Google Shape;3254;g390f6613fc7_2_29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5" name="Google Shape;3255;g390f6613fc7_2_29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6" name="Google Shape;3256;g390f6613fc7_2_29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7" name="Google Shape;3257;g390f6613fc7_2_29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8" name="Google Shape;3258;g390f6613fc7_2_29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9" name="Google Shape;3259;g390f6613fc7_2_29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0" name="Google Shape;3260;g390f6613fc7_2_29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1" name="Google Shape;3261;g390f6613fc7_2_29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2" name="Google Shape;3262;g390f6613fc7_2_29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3" name="Google Shape;3263;g390f6613fc7_2_29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4" name="Google Shape;3264;g390f6613fc7_2_29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5" name="Google Shape;3265;g390f6613fc7_2_29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6" name="Google Shape;3266;g390f6613fc7_2_29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267" name="Google Shape;3267;g390f6613fc7_2_29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68" name="Google Shape;3268;g390f6613fc7_2_29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69" name="Google Shape;3269;g390f6613fc7_2_29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70" name="Google Shape;3270;g390f6613fc7_2_29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71" name="Google Shape;3271;g390f6613fc7_2_29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72" name="Google Shape;3272;g390f6613fc7_2_29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73" name="Google Shape;3273;g390f6613fc7_2_297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74" name="Google Shape;3274;g390f6613fc7_2_297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75" name="Google Shape;3275;g390f6613fc7_2_297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76" name="Google Shape;3276;g390f6613fc7_2_297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77" name="Google Shape;3277;g390f6613fc7_2_297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78" name="Google Shape;3278;g390f6613fc7_2_297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79" name="Google Shape;3279;g390f6613fc7_2_297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80" name="Google Shape;3280;g390f6613fc7_2_297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81" name="Google Shape;3281;g390f6613fc7_2_297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82" name="Google Shape;3282;g390f6613fc7_2_297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83" name="Google Shape;3283;g390f6613fc7_2_297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84" name="Google Shape;3284;g390f6613fc7_2_297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85" name="Google Shape;3285;g390f6613fc7_2_297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86" name="Google Shape;3286;g390f6613fc7_2_297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87" name="Google Shape;3287;g390f6613fc7_2_297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88" name="Google Shape;3288;g390f6613fc7_2_297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89" name="Google Shape;3289;g390f6613fc7_2_297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90" name="Google Shape;3290;g390f6613fc7_2_297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91" name="Google Shape;3291;g390f6613fc7_2_297"/>
          <p:cNvSpPr/>
          <p:nvPr/>
        </p:nvSpPr>
        <p:spPr>
          <a:xfrm>
            <a:off x="9466263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292" name="Google Shape;3292;g390f6613fc7_2_297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293" name="Google Shape;3293;g390f6613fc7_2_297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4" name="Google Shape;3294;g390f6613fc7_2_297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5" name="Google Shape;3295;g390f6613fc7_2_297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6" name="Google Shape;3296;g390f6613fc7_2_297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7" name="Google Shape;3297;g390f6613fc7_2_297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8" name="Google Shape;3298;g390f6613fc7_2_297"/>
          <p:cNvSpPr/>
          <p:nvPr/>
        </p:nvSpPr>
        <p:spPr>
          <a:xfrm>
            <a:off x="15625275" y="29043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299" name="Google Shape;3299;g390f6613fc7_2_297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300" name="Google Shape;3300;g390f6613fc7_2_297"/>
          <p:cNvSpPr/>
          <p:nvPr/>
        </p:nvSpPr>
        <p:spPr>
          <a:xfrm>
            <a:off x="94729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01" name="Google Shape;3301;g390f6613fc7_2_297"/>
          <p:cNvSpPr/>
          <p:nvPr/>
        </p:nvSpPr>
        <p:spPr>
          <a:xfrm>
            <a:off x="122277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02" name="Google Shape;3302;g390f6613fc7_2_297"/>
          <p:cNvSpPr/>
          <p:nvPr/>
        </p:nvSpPr>
        <p:spPr>
          <a:xfrm>
            <a:off x="123618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endParaRPr/>
          </a:p>
        </p:txBody>
      </p:sp>
      <p:sp>
        <p:nvSpPr>
          <p:cNvPr id="3303" name="Google Shape;3303;g390f6613fc7_2_297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endParaRPr/>
          </a:p>
        </p:txBody>
      </p:sp>
      <p:sp>
        <p:nvSpPr>
          <p:cNvPr id="3304" name="Google Shape;3304;g390f6613fc7_2_297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305" name="Google Shape;3305;g390f6613fc7_2_297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9" name="Shape 3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10" name="Google Shape;3310;g390f6613fc7_2_38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11" name="Google Shape;3311;g390f6613fc7_2_38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12" name="Google Shape;3312;g390f6613fc7_2_38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3" name="Google Shape;3313;g390f6613fc7_2_38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4" name="Google Shape;3314;g390f6613fc7_2_38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5" name="Google Shape;3315;g390f6613fc7_2_38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6" name="Google Shape;3316;g390f6613fc7_2_38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7" name="Google Shape;3317;g390f6613fc7_2_38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8" name="Google Shape;3318;g390f6613fc7_2_38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9" name="Google Shape;3319;g390f6613fc7_2_38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0" name="Google Shape;3320;g390f6613fc7_2_38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1" name="Google Shape;3321;g390f6613fc7_2_38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2" name="Google Shape;3322;g390f6613fc7_2_38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3" name="Google Shape;3323;g390f6613fc7_2_38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4" name="Google Shape;3324;g390f6613fc7_2_38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325" name="Google Shape;3325;g390f6613fc7_2_38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26" name="Google Shape;3326;g390f6613fc7_2_38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27" name="Google Shape;3327;g390f6613fc7_2_38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28" name="Google Shape;3328;g390f6613fc7_2_38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29" name="Google Shape;3329;g390f6613fc7_2_38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30" name="Google Shape;3330;g390f6613fc7_2_38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31" name="Google Shape;3331;g390f6613fc7_2_38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32" name="Google Shape;3332;g390f6613fc7_2_38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33" name="Google Shape;3333;g390f6613fc7_2_38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34" name="Google Shape;3334;g390f6613fc7_2_38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35" name="Google Shape;3335;g390f6613fc7_2_38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36" name="Google Shape;3336;g390f6613fc7_2_38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37" name="Google Shape;3337;g390f6613fc7_2_38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38" name="Google Shape;3338;g390f6613fc7_2_38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39" name="Google Shape;3339;g390f6613fc7_2_38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40" name="Google Shape;3340;g390f6613fc7_2_38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41" name="Google Shape;3341;g390f6613fc7_2_38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42" name="Google Shape;3342;g390f6613fc7_2_38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43" name="Google Shape;3343;g390f6613fc7_2_38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44" name="Google Shape;3344;g390f6613fc7_2_38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45" name="Google Shape;3345;g390f6613fc7_2_38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46" name="Google Shape;3346;g390f6613fc7_2_38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47" name="Google Shape;3347;g390f6613fc7_2_38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48" name="Google Shape;3348;g390f6613fc7_2_38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49" name="Google Shape;3349;g390f6613fc7_2_384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350" name="Google Shape;3350;g390f6613fc7_2_384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1" name="Google Shape;3351;g390f6613fc7_2_384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2" name="Google Shape;3352;g390f6613fc7_2_384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3" name="Google Shape;3353;g390f6613fc7_2_384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4" name="Google Shape;3354;g390f6613fc7_2_384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5" name="Google Shape;3355;g390f6613fc7_2_384"/>
          <p:cNvSpPr/>
          <p:nvPr/>
        </p:nvSpPr>
        <p:spPr>
          <a:xfrm>
            <a:off x="15625275" y="29043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356" name="Google Shape;3356;g390f6613fc7_2_384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357" name="Google Shape;3357;g390f6613fc7_2_384"/>
          <p:cNvSpPr/>
          <p:nvPr/>
        </p:nvSpPr>
        <p:spPr>
          <a:xfrm>
            <a:off x="122161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58" name="Google Shape;3358;g390f6613fc7_2_384"/>
          <p:cNvSpPr/>
          <p:nvPr/>
        </p:nvSpPr>
        <p:spPr>
          <a:xfrm>
            <a:off x="9440300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359" name="Google Shape;3359;g390f6613fc7_2_384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360" name="Google Shape;3360;g390f6613fc7_2_384"/>
          <p:cNvSpPr/>
          <p:nvPr/>
        </p:nvSpPr>
        <p:spPr>
          <a:xfrm>
            <a:off x="155379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361" name="Google Shape;3361;g390f6613fc7_2_384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362" name="Google Shape;3362;g390f6613fc7_2_384"/>
          <p:cNvSpPr/>
          <p:nvPr/>
        </p:nvSpPr>
        <p:spPr>
          <a:xfrm>
            <a:off x="122277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63" name="Google Shape;3363;g390f6613fc7_2_384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7" name="Shape 3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68" name="Google Shape;3368;g390f6613fc7_2_4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69" name="Google Shape;3369;g390f6613fc7_2_4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0" name="Google Shape;3370;g390f6613fc7_2_4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1" name="Google Shape;3371;g390f6613fc7_2_4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2" name="Google Shape;3372;g390f6613fc7_2_4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3" name="Google Shape;3373;g390f6613fc7_2_4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4" name="Google Shape;3374;g390f6613fc7_2_4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5" name="Google Shape;3375;g390f6613fc7_2_4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6" name="Google Shape;3376;g390f6613fc7_2_4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7" name="Google Shape;3377;g390f6613fc7_2_4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8" name="Google Shape;3378;g390f6613fc7_2_4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9" name="Google Shape;3379;g390f6613fc7_2_4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80" name="Google Shape;3380;g390f6613fc7_2_4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81" name="Google Shape;3381;g390f6613fc7_2_4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82" name="Google Shape;3382;g390f6613fc7_2_4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383" name="Google Shape;3383;g390f6613fc7_2_4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84" name="Google Shape;3384;g390f6613fc7_2_4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85" name="Google Shape;3385;g390f6613fc7_2_4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86" name="Google Shape;3386;g390f6613fc7_2_4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87" name="Google Shape;3387;g390f6613fc7_2_4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88" name="Google Shape;3388;g390f6613fc7_2_4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89" name="Google Shape;3389;g390f6613fc7_2_459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90" name="Google Shape;3390;g390f6613fc7_2_459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91" name="Google Shape;3391;g390f6613fc7_2_459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92" name="Google Shape;3392;g390f6613fc7_2_459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93" name="Google Shape;3393;g390f6613fc7_2_459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94" name="Google Shape;3394;g390f6613fc7_2_459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95" name="Google Shape;3395;g390f6613fc7_2_459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96" name="Google Shape;3396;g390f6613fc7_2_459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97" name="Google Shape;3397;g390f6613fc7_2_459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98" name="Google Shape;3398;g390f6613fc7_2_459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99" name="Google Shape;3399;g390f6613fc7_2_459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00" name="Google Shape;3400;g390f6613fc7_2_459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01" name="Google Shape;3401;g390f6613fc7_2_459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02" name="Google Shape;3402;g390f6613fc7_2_459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03" name="Google Shape;3403;g390f6613fc7_2_459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04" name="Google Shape;3404;g390f6613fc7_2_459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05" name="Google Shape;3405;g390f6613fc7_2_459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06" name="Google Shape;3406;g390f6613fc7_2_459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07" name="Google Shape;3407;g390f6613fc7_2_459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08" name="Google Shape;3408;g390f6613fc7_2_459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9" name="Google Shape;3409;g390f6613fc7_2_459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0" name="Google Shape;3410;g390f6613fc7_2_459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1" name="Google Shape;3411;g390f6613fc7_2_459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2" name="Google Shape;3412;g390f6613fc7_2_459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3" name="Google Shape;3413;g390f6613fc7_2_459"/>
          <p:cNvSpPr/>
          <p:nvPr/>
        </p:nvSpPr>
        <p:spPr>
          <a:xfrm>
            <a:off x="188279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14" name="Google Shape;3414;g390f6613fc7_2_459"/>
          <p:cNvSpPr/>
          <p:nvPr/>
        </p:nvSpPr>
        <p:spPr>
          <a:xfrm>
            <a:off x="19054275" y="3056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415" name="Google Shape;3415;g390f6613fc7_2_459"/>
          <p:cNvSpPr/>
          <p:nvPr/>
        </p:nvSpPr>
        <p:spPr>
          <a:xfrm>
            <a:off x="9440300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416" name="Google Shape;3416;g390f6613fc7_2_459"/>
          <p:cNvSpPr/>
          <p:nvPr/>
        </p:nvSpPr>
        <p:spPr>
          <a:xfrm>
            <a:off x="19043125" y="45853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417" name="Google Shape;3417;g390f6613fc7_2_459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18" name="Google Shape;3418;g390f6613fc7_2_459"/>
          <p:cNvSpPr/>
          <p:nvPr/>
        </p:nvSpPr>
        <p:spPr>
          <a:xfrm>
            <a:off x="122161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419" name="Google Shape;3419;g390f6613fc7_2_459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20" name="Google Shape;3420;g390f6613fc7_2_459"/>
          <p:cNvSpPr/>
          <p:nvPr/>
        </p:nvSpPr>
        <p:spPr>
          <a:xfrm>
            <a:off x="122277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421" name="Google Shape;3421;g390f6613fc7_2_459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5" name="Shape 3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26" name="Google Shape;3426;g3a3b8b61372_1_1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27" name="Google Shape;3427;g3a3b8b61372_1_1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28" name="Google Shape;3428;g3a3b8b61372_1_1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29" name="Google Shape;3429;g3a3b8b61372_1_1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0" name="Google Shape;3430;g3a3b8b61372_1_1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1" name="Google Shape;3431;g3a3b8b61372_1_1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2" name="Google Shape;3432;g3a3b8b61372_1_1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3" name="Google Shape;3433;g3a3b8b61372_1_1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4" name="Google Shape;3434;g3a3b8b61372_1_1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5" name="Google Shape;3435;g3a3b8b61372_1_1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6" name="Google Shape;3436;g3a3b8b61372_1_1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7" name="Google Shape;3437;g3a3b8b61372_1_1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8" name="Google Shape;3438;g3a3b8b61372_1_1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9" name="Google Shape;3439;g3a3b8b61372_1_1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40" name="Google Shape;3440;g3a3b8b61372_1_1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441" name="Google Shape;3441;g3a3b8b61372_1_1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42" name="Google Shape;3442;g3a3b8b61372_1_1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43" name="Google Shape;3443;g3a3b8b61372_1_1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44" name="Google Shape;3444;g3a3b8b61372_1_1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45" name="Google Shape;3445;g3a3b8b61372_1_1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46" name="Google Shape;3446;g3a3b8b61372_1_1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47" name="Google Shape;3447;g3a3b8b61372_1_11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48" name="Google Shape;3448;g3a3b8b61372_1_11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49" name="Google Shape;3449;g3a3b8b61372_1_11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50" name="Google Shape;3450;g3a3b8b61372_1_11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51" name="Google Shape;3451;g3a3b8b61372_1_11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52" name="Google Shape;3452;g3a3b8b61372_1_11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53" name="Google Shape;3453;g3a3b8b61372_1_11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54" name="Google Shape;3454;g3a3b8b61372_1_11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55" name="Google Shape;3455;g3a3b8b61372_1_11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56" name="Google Shape;3456;g3a3b8b61372_1_11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57" name="Google Shape;3457;g3a3b8b61372_1_11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58" name="Google Shape;3458;g3a3b8b61372_1_11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59" name="Google Shape;3459;g3a3b8b61372_1_11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60" name="Google Shape;3460;g3a3b8b61372_1_11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61" name="Google Shape;3461;g3a3b8b61372_1_11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62" name="Google Shape;3462;g3a3b8b61372_1_11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63" name="Google Shape;3463;g3a3b8b61372_1_11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64" name="Google Shape;3464;g3a3b8b61372_1_11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65" name="Google Shape;3465;g3a3b8b61372_1_110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66" name="Google Shape;3466;g3a3b8b61372_1_11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7" name="Google Shape;3467;g3a3b8b61372_1_110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8" name="Google Shape;3468;g3a3b8b61372_1_110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9" name="Google Shape;3469;g3a3b8b61372_1_110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0" name="Google Shape;3470;g3a3b8b61372_1_110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1" name="Google Shape;3471;g3a3b8b61372_1_110"/>
          <p:cNvSpPr/>
          <p:nvPr/>
        </p:nvSpPr>
        <p:spPr>
          <a:xfrm>
            <a:off x="19054275" y="3056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472" name="Google Shape;3472;g3a3b8b61372_1_110"/>
          <p:cNvSpPr/>
          <p:nvPr/>
        </p:nvSpPr>
        <p:spPr>
          <a:xfrm>
            <a:off x="12183500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473" name="Google Shape;3473;g3a3b8b61372_1_110"/>
          <p:cNvSpPr/>
          <p:nvPr/>
        </p:nvSpPr>
        <p:spPr>
          <a:xfrm>
            <a:off x="19043125" y="45853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474" name="Google Shape;3474;g3a3b8b61372_1_110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75" name="Google Shape;3475;g3a3b8b61372_1_110"/>
          <p:cNvSpPr/>
          <p:nvPr/>
        </p:nvSpPr>
        <p:spPr>
          <a:xfrm>
            <a:off x="122161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476" name="Google Shape;3476;g3a3b8b61372_1_110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77" name="Google Shape;3477;g3a3b8b61372_1_110"/>
          <p:cNvSpPr/>
          <p:nvPr/>
        </p:nvSpPr>
        <p:spPr>
          <a:xfrm>
            <a:off x="155043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/>
              <a:t>Review: 68130</a:t>
            </a:r>
            <a:endParaRPr/>
          </a:p>
        </p:txBody>
      </p:sp>
      <p:sp>
        <p:nvSpPr>
          <p:cNvPr id="3478" name="Google Shape;3478;g3a3b8b61372_1_110"/>
          <p:cNvSpPr/>
          <p:nvPr/>
        </p:nvSpPr>
        <p:spPr>
          <a:xfrm>
            <a:off x="188279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79" name="Google Shape;3479;g3a3b8b61372_1_110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3" name="Shape 3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84" name="Google Shape;3484;g390f6613fc7_2_51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5" name="Google Shape;3485;g390f6613fc7_2_51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86" name="Google Shape;3486;g390f6613fc7_2_51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87" name="Google Shape;3487;g390f6613fc7_2_51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88" name="Google Shape;3488;g390f6613fc7_2_51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89" name="Google Shape;3489;g390f6613fc7_2_51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0" name="Google Shape;3490;g390f6613fc7_2_51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1" name="Google Shape;3491;g390f6613fc7_2_51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2" name="Google Shape;3492;g390f6613fc7_2_51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3" name="Google Shape;3493;g390f6613fc7_2_51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4" name="Google Shape;3494;g390f6613fc7_2_51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5" name="Google Shape;3495;g390f6613fc7_2_51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6" name="Google Shape;3496;g390f6613fc7_2_51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7" name="Google Shape;3497;g390f6613fc7_2_51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8" name="Google Shape;3498;g390f6613fc7_2_51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499" name="Google Shape;3499;g390f6613fc7_2_51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0" name="Google Shape;3500;g390f6613fc7_2_51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1" name="Google Shape;3501;g390f6613fc7_2_51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2" name="Google Shape;3502;g390f6613fc7_2_51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3" name="Google Shape;3503;g390f6613fc7_2_51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4" name="Google Shape;3504;g390f6613fc7_2_51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05" name="Google Shape;3505;g390f6613fc7_2_516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06" name="Google Shape;3506;g390f6613fc7_2_516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07" name="Google Shape;3507;g390f6613fc7_2_516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08" name="Google Shape;3508;g390f6613fc7_2_516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09" name="Google Shape;3509;g390f6613fc7_2_516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10" name="Google Shape;3510;g390f6613fc7_2_516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11" name="Google Shape;3511;g390f6613fc7_2_516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12" name="Google Shape;3512;g390f6613fc7_2_516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13" name="Google Shape;3513;g390f6613fc7_2_516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14" name="Google Shape;3514;g390f6613fc7_2_516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15" name="Google Shape;3515;g390f6613fc7_2_516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16" name="Google Shape;3516;g390f6613fc7_2_516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17" name="Google Shape;3517;g390f6613fc7_2_516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18" name="Google Shape;3518;g390f6613fc7_2_516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19" name="Google Shape;3519;g390f6613fc7_2_516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20" name="Google Shape;3520;g390f6613fc7_2_516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21" name="Google Shape;3521;g390f6613fc7_2_516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22" name="Google Shape;3522;g390f6613fc7_2_516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23" name="Google Shape;3523;g390f6613fc7_2_516"/>
          <p:cNvSpPr/>
          <p:nvPr/>
        </p:nvSpPr>
        <p:spPr>
          <a:xfrm>
            <a:off x="18591150" y="2478732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24" name="Google Shape;3524;g390f6613fc7_2_516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5" name="Google Shape;3525;g390f6613fc7_2_516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6" name="Google Shape;3526;g390f6613fc7_2_516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7" name="Google Shape;3527;g390f6613fc7_2_516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8" name="Google Shape;3528;g390f6613fc7_2_516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9" name="Google Shape;3529;g390f6613fc7_2_516"/>
          <p:cNvSpPr/>
          <p:nvPr/>
        </p:nvSpPr>
        <p:spPr>
          <a:xfrm>
            <a:off x="19054275" y="3056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530" name="Google Shape;3530;g390f6613fc7_2_516"/>
          <p:cNvSpPr/>
          <p:nvPr/>
        </p:nvSpPr>
        <p:spPr>
          <a:xfrm>
            <a:off x="15433926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/>
              <a:t>Review: 67804</a:t>
            </a:r>
            <a:endParaRPr/>
          </a:p>
        </p:txBody>
      </p:sp>
      <p:sp>
        <p:nvSpPr>
          <p:cNvPr id="3531" name="Google Shape;3531;g390f6613fc7_2_516"/>
          <p:cNvSpPr/>
          <p:nvPr/>
        </p:nvSpPr>
        <p:spPr>
          <a:xfrm>
            <a:off x="19043125" y="45853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532" name="Google Shape;3532;g390f6613fc7_2_516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33" name="Google Shape;3533;g390f6613fc7_2_516"/>
          <p:cNvSpPr/>
          <p:nvPr/>
        </p:nvSpPr>
        <p:spPr>
          <a:xfrm>
            <a:off x="15466526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/>
              <a:t>Review: 67286</a:t>
            </a:r>
            <a:endParaRPr/>
          </a:p>
        </p:txBody>
      </p:sp>
      <p:sp>
        <p:nvSpPr>
          <p:cNvPr id="3534" name="Google Shape;3534;g390f6613fc7_2_516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35" name="Google Shape;3535;g390f6613fc7_2_516"/>
          <p:cNvSpPr/>
          <p:nvPr/>
        </p:nvSpPr>
        <p:spPr>
          <a:xfrm>
            <a:off x="155043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</p:txBody>
      </p:sp>
      <p:sp>
        <p:nvSpPr>
          <p:cNvPr id="3536" name="Google Shape;3536;g390f6613fc7_2_516"/>
          <p:cNvSpPr/>
          <p:nvPr/>
        </p:nvSpPr>
        <p:spPr>
          <a:xfrm>
            <a:off x="188279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37" name="Google Shape;3537;g390f6613fc7_2_516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1" name="Shape 3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42" name="Google Shape;3542;g390e2b18344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3" name="Google Shape;3543;g390e2b18344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4" name="Google Shape;3544;g390e2b18344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5" name="Google Shape;3545;g390e2b18344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6" name="Google Shape;3546;g390e2b18344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7" name="Google Shape;3547;g390e2b18344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8" name="Google Shape;3548;g390e2b18344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49" name="Google Shape;3549;g390e2b18344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0" name="Google Shape;3550;g390e2b18344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1" name="Google Shape;3551;g390e2b18344_1_0"/>
          <p:cNvSpPr/>
          <p:nvPr/>
        </p:nvSpPr>
        <p:spPr>
          <a:xfrm>
            <a:off x="18538250" y="6565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2" name="Google Shape;3552;g390e2b18344_1_0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3" name="Google Shape;3553;g390e2b18344_1_0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4" name="Google Shape;3554;g390e2b18344_1_0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5" name="Google Shape;3555;g390e2b18344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6" name="Google Shape;3556;g390e2b18344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7" name="Google Shape;3557;g390e2b18344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8" name="Google Shape;3558;g390e2b18344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9" name="Google Shape;3559;g390e2b18344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0" name="Google Shape;3560;g390e2b18344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1" name="Google Shape;3561;g390e2b18344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2" name="Google Shape;3562;g390e2b18344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3" name="Google Shape;3563;g390e2b18344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4" name="Google Shape;3564;g390e2b18344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5" name="Google Shape;3565;g390e2b18344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566" name="Google Shape;3566;g390e2b18344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67" name="Google Shape;3567;g390e2b18344_1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68" name="Google Shape;3568;g390e2b18344_1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69" name="Google Shape;3569;g390e2b18344_1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70" name="Google Shape;3570;g390e2b18344_1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71" name="Google Shape;3571;g390e2b18344_1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72" name="Google Shape;3572;g390e2b18344_1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73" name="Google Shape;3573;g390e2b18344_1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74" name="Google Shape;3574;g390e2b18344_1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75" name="Google Shape;3575;g390e2b18344_1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76" name="Google Shape;3576;g390e2b18344_1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77" name="Google Shape;3577;g390e2b18344_1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78" name="Google Shape;3578;g390e2b18344_1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79" name="Google Shape;3579;g390e2b18344_1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80" name="Google Shape;3580;g390e2b18344_1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81" name="Google Shape;3581;g390e2b18344_1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82" name="Google Shape;3582;g390e2b18344_1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83" name="Google Shape;3583;g390e2b18344_1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84" name="Google Shape;3584;g390e2b18344_1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85" name="Google Shape;3585;g390e2b18344_1_0"/>
          <p:cNvSpPr/>
          <p:nvPr/>
        </p:nvSpPr>
        <p:spPr>
          <a:xfrm>
            <a:off x="19005362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/>
              <a:t>Review: 67804</a:t>
            </a:r>
            <a:endParaRPr/>
          </a:p>
        </p:txBody>
      </p:sp>
      <p:sp>
        <p:nvSpPr>
          <p:cNvPr id="3586" name="Google Shape;3586;g390e2b18344_1_0"/>
          <p:cNvSpPr/>
          <p:nvPr/>
        </p:nvSpPr>
        <p:spPr>
          <a:xfrm>
            <a:off x="19037962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/>
              <a:t>Review: 67286</a:t>
            </a:r>
            <a:endParaRPr/>
          </a:p>
        </p:txBody>
      </p:sp>
      <p:sp>
        <p:nvSpPr>
          <p:cNvPr id="3587" name="Google Shape;3587;g390e2b18344_1_0"/>
          <p:cNvSpPr/>
          <p:nvPr/>
        </p:nvSpPr>
        <p:spPr>
          <a:xfrm>
            <a:off x="19057511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88" name="Google Shape;3588;g390e2b18344_1_0"/>
          <p:cNvSpPr/>
          <p:nvPr/>
        </p:nvSpPr>
        <p:spPr>
          <a:xfrm>
            <a:off x="18999586" y="10998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</p:txBody>
      </p:sp>
      <p:sp>
        <p:nvSpPr>
          <p:cNvPr id="3589" name="Google Shape;3589;g390e2b18344_1_0"/>
          <p:cNvSpPr/>
          <p:nvPr/>
        </p:nvSpPr>
        <p:spPr>
          <a:xfrm>
            <a:off x="18013250" y="2367187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590" name="Google Shape;3590;g390e2b18344_1_0"/>
          <p:cNvSpPr/>
          <p:nvPr/>
        </p:nvSpPr>
        <p:spPr>
          <a:xfrm>
            <a:off x="18246225" y="265558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91" name="Google Shape;3591;g390e2b18344_1_0"/>
          <p:cNvSpPr/>
          <p:nvPr/>
        </p:nvSpPr>
        <p:spPr>
          <a:xfrm>
            <a:off x="18508536" y="2979665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92" name="Google Shape;3592;g390e2b18344_1_0"/>
          <p:cNvSpPr/>
          <p:nvPr/>
        </p:nvSpPr>
        <p:spPr>
          <a:xfrm>
            <a:off x="18846355" y="3180264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93" name="Google Shape;3593;g390e2b18344_1_0"/>
          <p:cNvSpPr/>
          <p:nvPr/>
        </p:nvSpPr>
        <p:spPr>
          <a:xfrm>
            <a:off x="18196025" y="41622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594" name="Google Shape;3594;g390e2b18344_1_0"/>
          <p:cNvSpPr/>
          <p:nvPr/>
        </p:nvSpPr>
        <p:spPr>
          <a:xfrm>
            <a:off x="18496088" y="453397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5" name="Google Shape;3595;g390e2b18344_1_0"/>
          <p:cNvSpPr/>
          <p:nvPr/>
        </p:nvSpPr>
        <p:spPr>
          <a:xfrm>
            <a:off x="18880473" y="49390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9" name="Shape 3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0" name="Google Shape;3600;g3a46774ecb2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01" name="Google Shape;3601;g3a46774ecb2_0_0"/>
          <p:cNvSpPr/>
          <p:nvPr/>
        </p:nvSpPr>
        <p:spPr>
          <a:xfrm>
            <a:off x="814250" y="3300663"/>
            <a:ext cx="20036537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5" name="Shape 3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06" name="Google Shape;3606;g3a46774ecb2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07" name="Google Shape;3607;g3a46774ecb2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08" name="Google Shape;3608;g3a46774ecb2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9" name="Google Shape;3609;g3a46774ecb2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0" name="Google Shape;3610;g3a46774ecb2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1" name="Google Shape;3611;g3a46774ecb2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2" name="Google Shape;3612;g3a46774ecb2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3" name="Google Shape;3613;g3a46774ecb2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4" name="Google Shape;3614;g3a46774ecb2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5" name="Google Shape;3615;g3a46774ecb2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6" name="Google Shape;3616;g3a46774ecb2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7" name="Google Shape;3617;g3a46774ecb2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8" name="Google Shape;3618;g3a46774ecb2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9" name="Google Shape;3619;g3a46774ecb2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0" name="Google Shape;3620;g3a46774ecb2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21" name="Google Shape;3621;g3a46774ecb2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2" name="Google Shape;3622;g3a46774ecb2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3" name="Google Shape;3623;g3a46774ecb2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4" name="Google Shape;3624;g3a46774ecb2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5" name="Google Shape;3625;g3a46774ecb2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6" name="Google Shape;3626;g3a46774ecb2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27" name="Google Shape;3627;g3a46774ecb2_0_5"/>
          <p:cNvSpPr/>
          <p:nvPr/>
        </p:nvSpPr>
        <p:spPr>
          <a:xfrm>
            <a:off x="154750" y="640400"/>
            <a:ext cx="2519700" cy="1558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US13: As an aspiring software engineer, I want to implement an US defined in milestone 1, so that I can accomplish my group's work.</a:t>
            </a:r>
            <a:endParaRPr/>
          </a:p>
        </p:txBody>
      </p:sp>
      <p:sp>
        <p:nvSpPr>
          <p:cNvPr id="3628" name="Google Shape;3628;g3a46774ecb2_0_5"/>
          <p:cNvSpPr/>
          <p:nvPr/>
        </p:nvSpPr>
        <p:spPr>
          <a:xfrm>
            <a:off x="154750" y="2697513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3629" name="Google Shape;3629;g3a46774ecb2_0_5"/>
          <p:cNvSpPr/>
          <p:nvPr/>
        </p:nvSpPr>
        <p:spPr>
          <a:xfrm>
            <a:off x="140775" y="79296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3630" name="Google Shape;3630;g3a46774ecb2_0_5"/>
          <p:cNvSpPr/>
          <p:nvPr/>
        </p:nvSpPr>
        <p:spPr>
          <a:xfrm>
            <a:off x="140775" y="11753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T31: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1" name="Google Shape;3631;g3a46774ecb2_0_5"/>
          <p:cNvSpPr/>
          <p:nvPr/>
        </p:nvSpPr>
        <p:spPr>
          <a:xfrm>
            <a:off x="140775" y="15937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T32: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2" name="Google Shape;3632;g3a46774ecb2_0_5"/>
          <p:cNvSpPr/>
          <p:nvPr/>
        </p:nvSpPr>
        <p:spPr>
          <a:xfrm>
            <a:off x="143950" y="3275321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T33: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3" name="Google Shape;3633;g3a46774ecb2_0_5"/>
          <p:cNvSpPr/>
          <p:nvPr/>
        </p:nvSpPr>
        <p:spPr>
          <a:xfrm>
            <a:off x="154738" y="37827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T34: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4" name="Google Shape;3634;g3a46774ecb2_0_5"/>
          <p:cNvSpPr/>
          <p:nvPr/>
        </p:nvSpPr>
        <p:spPr>
          <a:xfrm>
            <a:off x="154738" y="434482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T35: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5" name="Google Shape;3635;g3a46774ecb2_0_5"/>
          <p:cNvSpPr/>
          <p:nvPr/>
        </p:nvSpPr>
        <p:spPr>
          <a:xfrm>
            <a:off x="129963" y="488911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T36: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6" name="Google Shape;3636;g3a46774ecb2_0_5"/>
          <p:cNvSpPr/>
          <p:nvPr/>
        </p:nvSpPr>
        <p:spPr>
          <a:xfrm>
            <a:off x="143938" y="52062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T37: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7" name="Google Shape;3637;g3a46774ecb2_0_5"/>
          <p:cNvSpPr/>
          <p:nvPr/>
        </p:nvSpPr>
        <p:spPr>
          <a:xfrm>
            <a:off x="154738" y="55404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T38: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8" name="Google Shape;3638;g3a46774ecb2_0_5"/>
          <p:cNvSpPr/>
          <p:nvPr/>
        </p:nvSpPr>
        <p:spPr>
          <a:xfrm>
            <a:off x="154738" y="6005112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T39: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9" name="Google Shape;3639;g3a46774ecb2_0_5"/>
          <p:cNvSpPr/>
          <p:nvPr/>
        </p:nvSpPr>
        <p:spPr>
          <a:xfrm>
            <a:off x="154738" y="66393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T40: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0" name="Google Shape;3640;g3a46774ecb2_0_5"/>
          <p:cNvSpPr/>
          <p:nvPr/>
        </p:nvSpPr>
        <p:spPr>
          <a:xfrm>
            <a:off x="154750" y="86488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T41: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1" name="Google Shape;3641;g3a46774ecb2_0_5"/>
          <p:cNvSpPr/>
          <p:nvPr/>
        </p:nvSpPr>
        <p:spPr>
          <a:xfrm>
            <a:off x="154750" y="93537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T42: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5" name="Shape 3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46" name="Google Shape;3646;g390e7909646_0_8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47" name="Google Shape;3647;g390e7909646_0_8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48" name="Google Shape;3648;g390e7909646_0_8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9" name="Google Shape;3649;g390e7909646_0_8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0" name="Google Shape;3650;g390e7909646_0_8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1" name="Google Shape;3651;g390e7909646_0_8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2" name="Google Shape;3652;g390e7909646_0_8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3" name="Google Shape;3653;g390e7909646_0_8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4" name="Google Shape;3654;g390e7909646_0_8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5" name="Google Shape;3655;g390e7909646_0_8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6" name="Google Shape;3656;g390e7909646_0_8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7" name="Google Shape;3657;g390e7909646_0_8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8" name="Google Shape;3658;g390e7909646_0_8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9" name="Google Shape;3659;g390e7909646_0_8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60" name="Google Shape;3660;g390e7909646_0_8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61" name="Google Shape;3661;g390e7909646_0_8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62" name="Google Shape;3662;g390e7909646_0_8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63" name="Google Shape;3663;g390e7909646_0_8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64" name="Google Shape;3664;g390e7909646_0_8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65" name="Google Shape;3665;g390e7909646_0_8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66" name="Google Shape;3666;g390e7909646_0_8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7" name="Google Shape;3667;g390e7909646_0_81"/>
          <p:cNvSpPr/>
          <p:nvPr/>
        </p:nvSpPr>
        <p:spPr>
          <a:xfrm>
            <a:off x="9366075" y="7098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68" name="Google Shape;3668;g390e7909646_0_81"/>
          <p:cNvSpPr/>
          <p:nvPr/>
        </p:nvSpPr>
        <p:spPr>
          <a:xfrm>
            <a:off x="9366063" y="40512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69" name="Google Shape;3669;g390e7909646_0_81"/>
          <p:cNvSpPr/>
          <p:nvPr/>
        </p:nvSpPr>
        <p:spPr>
          <a:xfrm>
            <a:off x="9366063" y="224041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70" name="Google Shape;3670;g390e7909646_0_81"/>
          <p:cNvSpPr/>
          <p:nvPr/>
        </p:nvSpPr>
        <p:spPr>
          <a:xfrm>
            <a:off x="9366063" y="429826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71" name="Google Shape;3671;g390e7909646_0_81"/>
          <p:cNvSpPr/>
          <p:nvPr/>
        </p:nvSpPr>
        <p:spPr>
          <a:xfrm>
            <a:off x="9366063" y="24857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72" name="Google Shape;3672;g390e7909646_0_81"/>
          <p:cNvSpPr/>
          <p:nvPr/>
        </p:nvSpPr>
        <p:spPr>
          <a:xfrm>
            <a:off x="9366075" y="45523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73" name="Google Shape;3673;g390e7909646_0_81"/>
          <p:cNvSpPr/>
          <p:nvPr/>
        </p:nvSpPr>
        <p:spPr>
          <a:xfrm>
            <a:off x="9366075" y="264378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74" name="Google Shape;3674;g390e7909646_0_81"/>
          <p:cNvSpPr/>
          <p:nvPr/>
        </p:nvSpPr>
        <p:spPr>
          <a:xfrm>
            <a:off x="6725925" y="702868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675" name="Google Shape;3675;g390e7909646_0_81"/>
          <p:cNvSpPr/>
          <p:nvPr/>
        </p:nvSpPr>
        <p:spPr>
          <a:xfrm>
            <a:off x="6725925" y="549662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676" name="Google Shape;3676;g390e7909646_0_81"/>
          <p:cNvSpPr/>
          <p:nvPr/>
        </p:nvSpPr>
        <p:spPr>
          <a:xfrm>
            <a:off x="6725925" y="7105548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677" name="Google Shape;3677;g390e7909646_0_81"/>
          <p:cNvSpPr/>
          <p:nvPr/>
        </p:nvSpPr>
        <p:spPr>
          <a:xfrm>
            <a:off x="6725925" y="8753748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678" name="Google Shape;3678;g390e7909646_0_81"/>
          <p:cNvSpPr/>
          <p:nvPr/>
        </p:nvSpPr>
        <p:spPr>
          <a:xfrm>
            <a:off x="6281475" y="2490200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679" name="Google Shape;3679;g390e7909646_0_81"/>
          <p:cNvSpPr/>
          <p:nvPr/>
        </p:nvSpPr>
        <p:spPr>
          <a:xfrm>
            <a:off x="6281475" y="4009925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680" name="Google Shape;3680;g390e7909646_0_81"/>
          <p:cNvSpPr/>
          <p:nvPr/>
        </p:nvSpPr>
        <p:spPr>
          <a:xfrm>
            <a:off x="9366075" y="903221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1" name="Google Shape;3681;g390e7909646_0_81"/>
          <p:cNvSpPr/>
          <p:nvPr/>
        </p:nvSpPr>
        <p:spPr>
          <a:xfrm>
            <a:off x="9366082" y="102632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2" name="Google Shape;3682;g390e7909646_0_81"/>
          <p:cNvSpPr/>
          <p:nvPr/>
        </p:nvSpPr>
        <p:spPr>
          <a:xfrm>
            <a:off x="9366075" y="729283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3" name="Google Shape;3683;g390e7909646_0_81"/>
          <p:cNvSpPr/>
          <p:nvPr/>
        </p:nvSpPr>
        <p:spPr>
          <a:xfrm>
            <a:off x="9366075" y="7545734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</a:t>
            </a: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4" name="Google Shape;3684;g390e7909646_0_81"/>
          <p:cNvSpPr/>
          <p:nvPr/>
        </p:nvSpPr>
        <p:spPr>
          <a:xfrm>
            <a:off x="9366063" y="783423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5" name="Google Shape;3685;g390e7909646_0_81"/>
          <p:cNvSpPr/>
          <p:nvPr/>
        </p:nvSpPr>
        <p:spPr>
          <a:xfrm>
            <a:off x="9366075" y="5776975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6" name="Google Shape;3686;g390e7909646_0_81"/>
          <p:cNvSpPr/>
          <p:nvPr/>
        </p:nvSpPr>
        <p:spPr>
          <a:xfrm>
            <a:off x="9366075" y="595540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7" name="Google Shape;3687;g390e7909646_0_81"/>
          <p:cNvSpPr/>
          <p:nvPr/>
        </p:nvSpPr>
        <p:spPr>
          <a:xfrm>
            <a:off x="9366063" y="6211944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8" name="Google Shape;3688;g390e7909646_0_81"/>
          <p:cNvSpPr/>
          <p:nvPr/>
        </p:nvSpPr>
        <p:spPr>
          <a:xfrm>
            <a:off x="9366075" y="89538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9" name="Google Shape;3689;g390e7909646_0_81"/>
          <p:cNvSpPr/>
          <p:nvPr/>
        </p:nvSpPr>
        <p:spPr>
          <a:xfrm>
            <a:off x="6045600" y="586185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690" name="Google Shape;3690;g390e7909646_0_81"/>
          <p:cNvSpPr/>
          <p:nvPr/>
        </p:nvSpPr>
        <p:spPr>
          <a:xfrm>
            <a:off x="6045600" y="111764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691" name="Google Shape;3691;g390e7909646_0_81"/>
          <p:cNvSpPr/>
          <p:nvPr/>
        </p:nvSpPr>
        <p:spPr>
          <a:xfrm>
            <a:off x="6045600" y="745427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692" name="Google Shape;3692;g390e7909646_0_81"/>
          <p:cNvSpPr/>
          <p:nvPr/>
        </p:nvSpPr>
        <p:spPr>
          <a:xfrm>
            <a:off x="6045600" y="913549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693" name="Google Shape;3693;g390e7909646_0_81"/>
          <p:cNvSpPr/>
          <p:nvPr/>
        </p:nvSpPr>
        <p:spPr>
          <a:xfrm>
            <a:off x="9366075" y="926212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94" name="Google Shape;3694;g390e7909646_0_81"/>
          <p:cNvSpPr/>
          <p:nvPr/>
        </p:nvSpPr>
        <p:spPr>
          <a:xfrm>
            <a:off x="9366063" y="96564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8" name="Shape 3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99" name="Google Shape;3699;g3a547e7f83b_0_109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00" name="Google Shape;3700;g3a547e7f83b_0_109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01" name="Google Shape;3701;g3a547e7f83b_0_109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2" name="Google Shape;3702;g3a547e7f83b_0_109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3" name="Google Shape;3703;g3a547e7f83b_0_109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4" name="Google Shape;3704;g3a547e7f83b_0_109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5" name="Google Shape;3705;g3a547e7f83b_0_109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6" name="Google Shape;3706;g3a547e7f83b_0_109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7" name="Google Shape;3707;g3a547e7f83b_0_109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8" name="Google Shape;3708;g3a547e7f83b_0_109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9" name="Google Shape;3709;g3a547e7f83b_0_109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0" name="Google Shape;3710;g3a547e7f83b_0_109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1" name="Google Shape;3711;g3a547e7f83b_0_109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2" name="Google Shape;3712;g3a547e7f83b_0_109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3" name="Google Shape;3713;g3a547e7f83b_0_109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714" name="Google Shape;3714;g3a547e7f83b_0_109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15" name="Google Shape;3715;g3a547e7f83b_0_109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16" name="Google Shape;3716;g3a547e7f83b_0_109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17" name="Google Shape;3717;g3a547e7f83b_0_109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18" name="Google Shape;3718;g3a547e7f83b_0_109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19" name="Google Shape;3719;g3a547e7f83b_0_109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20" name="Google Shape;3720;g3a547e7f83b_0_1093"/>
          <p:cNvSpPr/>
          <p:nvPr/>
        </p:nvSpPr>
        <p:spPr>
          <a:xfrm>
            <a:off x="12369225" y="685525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1" name="Google Shape;3721;g3a547e7f83b_0_1093"/>
          <p:cNvSpPr/>
          <p:nvPr/>
        </p:nvSpPr>
        <p:spPr>
          <a:xfrm>
            <a:off x="12341488" y="398556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2" name="Google Shape;3722;g3a547e7f83b_0_1093"/>
          <p:cNvSpPr/>
          <p:nvPr/>
        </p:nvSpPr>
        <p:spPr>
          <a:xfrm>
            <a:off x="9366063" y="22899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3" name="Google Shape;3723;g3a547e7f83b_0_1093"/>
          <p:cNvSpPr/>
          <p:nvPr/>
        </p:nvSpPr>
        <p:spPr>
          <a:xfrm>
            <a:off x="9366063" y="425278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4" name="Google Shape;3724;g3a547e7f83b_0_1093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5" name="Google Shape;3725;g3a547e7f83b_0_1093"/>
          <p:cNvSpPr/>
          <p:nvPr/>
        </p:nvSpPr>
        <p:spPr>
          <a:xfrm>
            <a:off x="12341500" y="44601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6" name="Google Shape;3726;g3a547e7f83b_0_1093"/>
          <p:cNvSpPr/>
          <p:nvPr/>
        </p:nvSpPr>
        <p:spPr>
          <a:xfrm>
            <a:off x="12341500" y="249538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7" name="Google Shape;3727;g3a547e7f83b_0_1093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28" name="Google Shape;3728;g3a547e7f83b_0_1093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29" name="Google Shape;3729;g3a547e7f83b_0_1093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30" name="Google Shape;3730;g3a547e7f83b_0_1093"/>
          <p:cNvSpPr/>
          <p:nvPr/>
        </p:nvSpPr>
        <p:spPr>
          <a:xfrm>
            <a:off x="6281475" y="2490200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731" name="Google Shape;3731;g3a547e7f83b_0_1093"/>
          <p:cNvSpPr/>
          <p:nvPr/>
        </p:nvSpPr>
        <p:spPr>
          <a:xfrm>
            <a:off x="6281475" y="4009925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732" name="Google Shape;3732;g3a547e7f83b_0_1093"/>
          <p:cNvSpPr/>
          <p:nvPr/>
        </p:nvSpPr>
        <p:spPr>
          <a:xfrm>
            <a:off x="12369225" y="126669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3" name="Google Shape;3733;g3a547e7f83b_0_1093"/>
          <p:cNvSpPr/>
          <p:nvPr/>
        </p:nvSpPr>
        <p:spPr>
          <a:xfrm>
            <a:off x="9344457" y="91377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4" name="Google Shape;3734;g3a547e7f83b_0_1093"/>
          <p:cNvSpPr/>
          <p:nvPr/>
        </p:nvSpPr>
        <p:spPr>
          <a:xfrm>
            <a:off x="9366075" y="729283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5" name="Google Shape;3735;g3a547e7f83b_0_1093"/>
          <p:cNvSpPr/>
          <p:nvPr/>
        </p:nvSpPr>
        <p:spPr>
          <a:xfrm>
            <a:off x="9366075" y="7677841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</a:t>
            </a: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would look like (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turret's targeting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6" name="Google Shape;3736;g3a547e7f83b_0_1093"/>
          <p:cNvSpPr/>
          <p:nvPr/>
        </p:nvSpPr>
        <p:spPr>
          <a:xfrm>
            <a:off x="9366063" y="7999371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7" name="Google Shape;3737;g3a547e7f83b_0_1093"/>
          <p:cNvSpPr/>
          <p:nvPr/>
        </p:nvSpPr>
        <p:spPr>
          <a:xfrm>
            <a:off x="12369225" y="58387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8" name="Google Shape;3738;g3a547e7f83b_0_1093"/>
          <p:cNvSpPr/>
          <p:nvPr/>
        </p:nvSpPr>
        <p:spPr>
          <a:xfrm>
            <a:off x="9366075" y="555889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9" name="Google Shape;3739;g3a547e7f83b_0_1093"/>
          <p:cNvSpPr/>
          <p:nvPr/>
        </p:nvSpPr>
        <p:spPr>
          <a:xfrm>
            <a:off x="9366075" y="929547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40" name="Google Shape;3740;g3a547e7f83b_0_1093"/>
          <p:cNvSpPr/>
          <p:nvPr/>
        </p:nvSpPr>
        <p:spPr>
          <a:xfrm>
            <a:off x="9366063" y="606021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41" name="Google Shape;3741;g3a547e7f83b_0_1093"/>
          <p:cNvSpPr/>
          <p:nvPr/>
        </p:nvSpPr>
        <p:spPr>
          <a:xfrm>
            <a:off x="12341500" y="90954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42" name="Google Shape;3742;g3a547e7f83b_0_1093"/>
          <p:cNvSpPr/>
          <p:nvPr/>
        </p:nvSpPr>
        <p:spPr>
          <a:xfrm>
            <a:off x="9366063" y="9618659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43" name="Google Shape;3743;g3a547e7f83b_0_1093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44" name="Google Shape;3744;g3a547e7f83b_0_1093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45" name="Google Shape;3745;g3a547e7f83b_0_1093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46" name="Google Shape;3746;g3a547e7f83b_0_1093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47" name="Google Shape;3747;g3a547e7f83b_0_1093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1" name="Shape 3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52" name="Google Shape;3752;g3a5af5b02b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53" name="Google Shape;3753;g3a5af5b02b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54" name="Google Shape;3754;g3a5af5b02b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5" name="Google Shape;3755;g3a5af5b02b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6" name="Google Shape;3756;g3a5af5b02b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7" name="Google Shape;3757;g3a5af5b02b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8" name="Google Shape;3758;g3a5af5b02b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9" name="Google Shape;3759;g3a5af5b02b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0" name="Google Shape;3760;g3a5af5b02b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1" name="Google Shape;3761;g3a5af5b02b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2" name="Google Shape;3762;g3a5af5b02b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3" name="Google Shape;3763;g3a5af5b02b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4" name="Google Shape;3764;g3a5af5b02b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5" name="Google Shape;3765;g3a5af5b02b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6" name="Google Shape;3766;g3a5af5b02b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767" name="Google Shape;3767;g3a5af5b02b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68" name="Google Shape;3768;g3a5af5b02b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69" name="Google Shape;3769;g3a5af5b02b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70" name="Google Shape;3770;g3a5af5b02b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71" name="Google Shape;3771;g3a5af5b02b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72" name="Google Shape;3772;g3a5af5b02b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73" name="Google Shape;3773;g3a5af5b02b4_0_0"/>
          <p:cNvSpPr/>
          <p:nvPr/>
        </p:nvSpPr>
        <p:spPr>
          <a:xfrm>
            <a:off x="12369225" y="685525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4" name="Google Shape;3774;g3a5af5b02b4_0_0"/>
          <p:cNvSpPr/>
          <p:nvPr/>
        </p:nvSpPr>
        <p:spPr>
          <a:xfrm>
            <a:off x="15476075" y="415875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5" name="Google Shape;3775;g3a5af5b02b4_0_0"/>
          <p:cNvSpPr/>
          <p:nvPr/>
        </p:nvSpPr>
        <p:spPr>
          <a:xfrm>
            <a:off x="9366063" y="22899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6" name="Google Shape;3776;g3a5af5b02b4_0_0"/>
          <p:cNvSpPr/>
          <p:nvPr/>
        </p:nvSpPr>
        <p:spPr>
          <a:xfrm>
            <a:off x="9366063" y="425278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7" name="Google Shape;3777;g3a5af5b02b4_0_0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8" name="Google Shape;3778;g3a5af5b02b4_0_0"/>
          <p:cNvSpPr/>
          <p:nvPr/>
        </p:nvSpPr>
        <p:spPr>
          <a:xfrm>
            <a:off x="12341500" y="4183059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9" name="Google Shape;3779;g3a5af5b02b4_0_0"/>
          <p:cNvSpPr/>
          <p:nvPr/>
        </p:nvSpPr>
        <p:spPr>
          <a:xfrm>
            <a:off x="12341500" y="249538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0" name="Google Shape;3780;g3a5af5b02b4_0_0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81" name="Google Shape;3781;g3a5af5b02b4_0_0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82" name="Google Shape;3782;g3a5af5b02b4_0_0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83" name="Google Shape;3783;g3a5af5b02b4_0_0"/>
          <p:cNvSpPr/>
          <p:nvPr/>
        </p:nvSpPr>
        <p:spPr>
          <a:xfrm>
            <a:off x="6281475" y="2490200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784" name="Google Shape;3784;g3a5af5b02b4_0_0"/>
          <p:cNvSpPr/>
          <p:nvPr/>
        </p:nvSpPr>
        <p:spPr>
          <a:xfrm>
            <a:off x="6281475" y="4009925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785" name="Google Shape;3785;g3a5af5b02b4_0_0"/>
          <p:cNvSpPr/>
          <p:nvPr/>
        </p:nvSpPr>
        <p:spPr>
          <a:xfrm>
            <a:off x="12369225" y="126669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6" name="Google Shape;3786;g3a5af5b02b4_0_0"/>
          <p:cNvSpPr/>
          <p:nvPr/>
        </p:nvSpPr>
        <p:spPr>
          <a:xfrm>
            <a:off x="9344457" y="91377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7" name="Google Shape;3787;g3a5af5b02b4_0_0"/>
          <p:cNvSpPr/>
          <p:nvPr/>
        </p:nvSpPr>
        <p:spPr>
          <a:xfrm>
            <a:off x="12341500" y="746708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8" name="Google Shape;3788;g3a5af5b02b4_0_0"/>
          <p:cNvSpPr/>
          <p:nvPr/>
        </p:nvSpPr>
        <p:spPr>
          <a:xfrm>
            <a:off x="9366075" y="74466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9" name="Google Shape;3789;g3a5af5b02b4_0_0"/>
          <p:cNvSpPr/>
          <p:nvPr/>
        </p:nvSpPr>
        <p:spPr>
          <a:xfrm>
            <a:off x="9366063" y="7768184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0" name="Google Shape;3790;g3a5af5b02b4_0_0"/>
          <p:cNvSpPr/>
          <p:nvPr/>
        </p:nvSpPr>
        <p:spPr>
          <a:xfrm>
            <a:off x="9366075" y="572974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1" name="Google Shape;3791;g3a5af5b02b4_0_0"/>
          <p:cNvSpPr/>
          <p:nvPr/>
        </p:nvSpPr>
        <p:spPr>
          <a:xfrm>
            <a:off x="12369225" y="58387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2" name="Google Shape;3792;g3a5af5b02b4_0_0"/>
          <p:cNvSpPr/>
          <p:nvPr/>
        </p:nvSpPr>
        <p:spPr>
          <a:xfrm>
            <a:off x="9344450" y="909544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3" name="Google Shape;3793;g3a5af5b02b4_0_0"/>
          <p:cNvSpPr/>
          <p:nvPr/>
        </p:nvSpPr>
        <p:spPr>
          <a:xfrm>
            <a:off x="9366063" y="606021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4" name="Google Shape;3794;g3a5af5b02b4_0_0"/>
          <p:cNvSpPr/>
          <p:nvPr/>
        </p:nvSpPr>
        <p:spPr>
          <a:xfrm>
            <a:off x="12341500" y="90954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5" name="Google Shape;3795;g3a5af5b02b4_0_0"/>
          <p:cNvSpPr/>
          <p:nvPr/>
        </p:nvSpPr>
        <p:spPr>
          <a:xfrm>
            <a:off x="9366063" y="942049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6" name="Google Shape;3796;g3a5af5b02b4_0_0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97" name="Google Shape;3797;g3a5af5b02b4_0_0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98" name="Google Shape;3798;g3a5af5b02b4_0_0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99" name="Google Shape;3799;g3a5af5b02b4_0_0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00" name="Google Shape;3800;g3a5af5b02b4_0_0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4" name="Shape 3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05" name="Google Shape;3805;g3a77257314c_0_5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06" name="Google Shape;3806;g3a77257314c_0_5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07" name="Google Shape;3807;g3a77257314c_0_5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08" name="Google Shape;3808;g3a77257314c_0_5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09" name="Google Shape;3809;g3a77257314c_0_5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0" name="Google Shape;3810;g3a77257314c_0_5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1" name="Google Shape;3811;g3a77257314c_0_5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2" name="Google Shape;3812;g3a77257314c_0_5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3" name="Google Shape;3813;g3a77257314c_0_5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4" name="Google Shape;3814;g3a77257314c_0_5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5" name="Google Shape;3815;g3a77257314c_0_5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6" name="Google Shape;3816;g3a77257314c_0_5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7" name="Google Shape;3817;g3a77257314c_0_5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8" name="Google Shape;3818;g3a77257314c_0_5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9" name="Google Shape;3819;g3a77257314c_0_5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820" name="Google Shape;3820;g3a77257314c_0_5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21" name="Google Shape;3821;g3a77257314c_0_5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22" name="Google Shape;3822;g3a77257314c_0_5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23" name="Google Shape;3823;g3a77257314c_0_5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24" name="Google Shape;3824;g3a77257314c_0_5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25" name="Google Shape;3825;g3a77257314c_0_5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26" name="Google Shape;3826;g3a77257314c_0_52"/>
          <p:cNvSpPr/>
          <p:nvPr/>
        </p:nvSpPr>
        <p:spPr>
          <a:xfrm>
            <a:off x="12369225" y="685525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27" name="Google Shape;3827;g3a77257314c_0_52"/>
          <p:cNvSpPr/>
          <p:nvPr/>
        </p:nvSpPr>
        <p:spPr>
          <a:xfrm>
            <a:off x="15476075" y="40243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28" name="Google Shape;3828;g3a77257314c_0_52"/>
          <p:cNvSpPr/>
          <p:nvPr/>
        </p:nvSpPr>
        <p:spPr>
          <a:xfrm>
            <a:off x="12388787" y="26672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29" name="Google Shape;3829;g3a77257314c_0_52"/>
          <p:cNvSpPr/>
          <p:nvPr/>
        </p:nvSpPr>
        <p:spPr>
          <a:xfrm>
            <a:off x="9366063" y="425278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30" name="Google Shape;3830;g3a77257314c_0_52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31" name="Google Shape;3831;g3a77257314c_0_52"/>
          <p:cNvSpPr/>
          <p:nvPr/>
        </p:nvSpPr>
        <p:spPr>
          <a:xfrm>
            <a:off x="15476075" y="440640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32" name="Google Shape;3832;g3a77257314c_0_52"/>
          <p:cNvSpPr/>
          <p:nvPr/>
        </p:nvSpPr>
        <p:spPr>
          <a:xfrm>
            <a:off x="15477950" y="2415175"/>
            <a:ext cx="2519700" cy="1498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33" name="Google Shape;3833;g3a77257314c_0_52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34" name="Google Shape;3834;g3a77257314c_0_52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35" name="Google Shape;3835;g3a77257314c_0_52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36" name="Google Shape;3836;g3a77257314c_0_52"/>
          <p:cNvSpPr/>
          <p:nvPr/>
        </p:nvSpPr>
        <p:spPr>
          <a:xfrm>
            <a:off x="6281475" y="2490200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837" name="Google Shape;3837;g3a77257314c_0_52"/>
          <p:cNvSpPr/>
          <p:nvPr/>
        </p:nvSpPr>
        <p:spPr>
          <a:xfrm>
            <a:off x="6281475" y="4009925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838" name="Google Shape;3838;g3a77257314c_0_52"/>
          <p:cNvSpPr/>
          <p:nvPr/>
        </p:nvSpPr>
        <p:spPr>
          <a:xfrm>
            <a:off x="12369225" y="126669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39" name="Google Shape;3839;g3a77257314c_0_52"/>
          <p:cNvSpPr/>
          <p:nvPr/>
        </p:nvSpPr>
        <p:spPr>
          <a:xfrm>
            <a:off x="9344457" y="91377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0" name="Google Shape;3840;g3a77257314c_0_52"/>
          <p:cNvSpPr/>
          <p:nvPr/>
        </p:nvSpPr>
        <p:spPr>
          <a:xfrm>
            <a:off x="12341500" y="728987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1" name="Google Shape;3841;g3a77257314c_0_52"/>
          <p:cNvSpPr/>
          <p:nvPr/>
        </p:nvSpPr>
        <p:spPr>
          <a:xfrm>
            <a:off x="12341496" y="77197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2" name="Google Shape;3842;g3a77257314c_0_52"/>
          <p:cNvSpPr/>
          <p:nvPr/>
        </p:nvSpPr>
        <p:spPr>
          <a:xfrm>
            <a:off x="9366075" y="572974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3" name="Google Shape;3843;g3a77257314c_0_52"/>
          <p:cNvSpPr/>
          <p:nvPr/>
        </p:nvSpPr>
        <p:spPr>
          <a:xfrm>
            <a:off x="9366063" y="743591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4" name="Google Shape;3844;g3a77257314c_0_52"/>
          <p:cNvSpPr/>
          <p:nvPr/>
        </p:nvSpPr>
        <p:spPr>
          <a:xfrm>
            <a:off x="12369225" y="58387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5" name="Google Shape;3845;g3a77257314c_0_52"/>
          <p:cNvSpPr/>
          <p:nvPr/>
        </p:nvSpPr>
        <p:spPr>
          <a:xfrm>
            <a:off x="9366063" y="606021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6" name="Google Shape;3846;g3a77257314c_0_52"/>
          <p:cNvSpPr/>
          <p:nvPr/>
        </p:nvSpPr>
        <p:spPr>
          <a:xfrm>
            <a:off x="9366075" y="909782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7" name="Google Shape;3847;g3a77257314c_0_52"/>
          <p:cNvSpPr/>
          <p:nvPr/>
        </p:nvSpPr>
        <p:spPr>
          <a:xfrm>
            <a:off x="12341500" y="90954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8" name="Google Shape;3848;g3a77257314c_0_52"/>
          <p:cNvSpPr/>
          <p:nvPr/>
        </p:nvSpPr>
        <p:spPr>
          <a:xfrm>
            <a:off x="9366063" y="942049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9" name="Google Shape;3849;g3a77257314c_0_52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50" name="Google Shape;3850;g3a77257314c_0_52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51" name="Google Shape;3851;g3a77257314c_0_52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52" name="Google Shape;3852;g3a77257314c_0_52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53" name="Google Shape;3853;g3a77257314c_0_52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7" name="Shape 3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58" name="Google Shape;3858;g3a77257314c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59" name="Google Shape;3859;g3a77257314c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60" name="Google Shape;3860;g3a77257314c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1" name="Google Shape;3861;g3a77257314c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2" name="Google Shape;3862;g3a77257314c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3" name="Google Shape;3863;g3a77257314c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4" name="Google Shape;3864;g3a77257314c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5" name="Google Shape;3865;g3a77257314c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6" name="Google Shape;3866;g3a77257314c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7" name="Google Shape;3867;g3a77257314c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8" name="Google Shape;3868;g3a77257314c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9" name="Google Shape;3869;g3a77257314c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0" name="Google Shape;3870;g3a77257314c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1" name="Google Shape;3871;g3a77257314c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2" name="Google Shape;3872;g3a77257314c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873" name="Google Shape;3873;g3a77257314c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74" name="Google Shape;3874;g3a77257314c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75" name="Google Shape;3875;g3a77257314c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76" name="Google Shape;3876;g3a77257314c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77" name="Google Shape;3877;g3a77257314c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78" name="Google Shape;3878;g3a77257314c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79" name="Google Shape;3879;g3a77257314c_0_104"/>
          <p:cNvSpPr/>
          <p:nvPr/>
        </p:nvSpPr>
        <p:spPr>
          <a:xfrm>
            <a:off x="12369225" y="11950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80" name="Google Shape;3880;g3a77257314c_0_104"/>
          <p:cNvSpPr/>
          <p:nvPr/>
        </p:nvSpPr>
        <p:spPr>
          <a:xfrm>
            <a:off x="15476079" y="42720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81" name="Google Shape;3881;g3a77257314c_0_104"/>
          <p:cNvSpPr/>
          <p:nvPr/>
        </p:nvSpPr>
        <p:spPr>
          <a:xfrm>
            <a:off x="9366063" y="425278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82" name="Google Shape;3882;g3a77257314c_0_104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83" name="Google Shape;3883;g3a77257314c_0_104"/>
          <p:cNvSpPr/>
          <p:nvPr/>
        </p:nvSpPr>
        <p:spPr>
          <a:xfrm>
            <a:off x="15476075" y="465410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84" name="Google Shape;3884;g3a77257314c_0_104"/>
          <p:cNvSpPr/>
          <p:nvPr/>
        </p:nvSpPr>
        <p:spPr>
          <a:xfrm>
            <a:off x="15476075" y="23180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85" name="Google Shape;3885;g3a77257314c_0_104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86" name="Google Shape;3886;g3a77257314c_0_104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87" name="Google Shape;3887;g3a77257314c_0_104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88" name="Google Shape;3888;g3a77257314c_0_104"/>
          <p:cNvSpPr/>
          <p:nvPr/>
        </p:nvSpPr>
        <p:spPr>
          <a:xfrm>
            <a:off x="6281475" y="2490200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889" name="Google Shape;3889;g3a77257314c_0_104"/>
          <p:cNvSpPr/>
          <p:nvPr/>
        </p:nvSpPr>
        <p:spPr>
          <a:xfrm>
            <a:off x="6281475" y="4009925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890" name="Google Shape;3890;g3a77257314c_0_104"/>
          <p:cNvSpPr/>
          <p:nvPr/>
        </p:nvSpPr>
        <p:spPr>
          <a:xfrm>
            <a:off x="15477975" y="88378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1" name="Google Shape;3891;g3a77257314c_0_104"/>
          <p:cNvSpPr/>
          <p:nvPr/>
        </p:nvSpPr>
        <p:spPr>
          <a:xfrm>
            <a:off x="9344457" y="10909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2" name="Google Shape;3892;g3a77257314c_0_104"/>
          <p:cNvSpPr/>
          <p:nvPr/>
        </p:nvSpPr>
        <p:spPr>
          <a:xfrm>
            <a:off x="12377710" y="7519546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3" name="Google Shape;3893;g3a77257314c_0_104"/>
          <p:cNvSpPr/>
          <p:nvPr/>
        </p:nvSpPr>
        <p:spPr>
          <a:xfrm>
            <a:off x="15477975" y="739490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#67804,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4" name="Google Shape;3894;g3a77257314c_0_104"/>
          <p:cNvSpPr/>
          <p:nvPr/>
        </p:nvSpPr>
        <p:spPr>
          <a:xfrm>
            <a:off x="9407185" y="738832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5" name="Google Shape;3895;g3a77257314c_0_104"/>
          <p:cNvSpPr/>
          <p:nvPr/>
        </p:nvSpPr>
        <p:spPr>
          <a:xfrm>
            <a:off x="12369225" y="561718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6" name="Google Shape;3896;g3a77257314c_0_104"/>
          <p:cNvSpPr/>
          <p:nvPr/>
        </p:nvSpPr>
        <p:spPr>
          <a:xfrm>
            <a:off x="9410365" y="586085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7" name="Google Shape;3897;g3a77257314c_0_104"/>
          <p:cNvSpPr/>
          <p:nvPr/>
        </p:nvSpPr>
        <p:spPr>
          <a:xfrm>
            <a:off x="12341500" y="8829636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8" name="Google Shape;3898;g3a77257314c_0_104"/>
          <p:cNvSpPr/>
          <p:nvPr/>
        </p:nvSpPr>
        <p:spPr>
          <a:xfrm>
            <a:off x="9410365" y="89774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9" name="Google Shape;3899;g3a77257314c_0_104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00" name="Google Shape;3900;g3a77257314c_0_104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01" name="Google Shape;3901;g3a77257314c_0_104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02" name="Google Shape;3902;g3a77257314c_0_104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03" name="Google Shape;3903;g3a77257314c_0_104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04" name="Google Shape;3904;g3a77257314c_0_104"/>
          <p:cNvSpPr/>
          <p:nvPr/>
        </p:nvSpPr>
        <p:spPr>
          <a:xfrm>
            <a:off x="15477950" y="276893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5" name="Google Shape;3905;g3a77257314c_0_104"/>
          <p:cNvSpPr/>
          <p:nvPr/>
        </p:nvSpPr>
        <p:spPr>
          <a:xfrm>
            <a:off x="12341500" y="916212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6" name="Google Shape;3906;g3a77257314c_0_104"/>
          <p:cNvSpPr/>
          <p:nvPr/>
        </p:nvSpPr>
        <p:spPr>
          <a:xfrm>
            <a:off x="12341500" y="599397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0" name="Shape 3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11" name="Google Shape;3911;g3a7fa96c598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2" name="Google Shape;3912;g3a7fa96c598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13" name="Google Shape;3913;g3a7fa96c598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14" name="Google Shape;3914;g3a7fa96c598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15" name="Google Shape;3915;g3a7fa96c598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16" name="Google Shape;3916;g3a7fa96c598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17" name="Google Shape;3917;g3a7fa96c598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18" name="Google Shape;3918;g3a7fa96c598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19" name="Google Shape;3919;g3a7fa96c598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0" name="Google Shape;3920;g3a7fa96c598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1" name="Google Shape;3921;g3a7fa96c598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2" name="Google Shape;3922;g3a7fa96c598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3" name="Google Shape;3923;g3a7fa96c598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4" name="Google Shape;3924;g3a7fa96c598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5" name="Google Shape;3925;g3a7fa96c598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926" name="Google Shape;3926;g3a7fa96c598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7" name="Google Shape;3927;g3a7fa96c598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8" name="Google Shape;3928;g3a7fa96c598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9" name="Google Shape;3929;g3a7fa96c598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0" name="Google Shape;3930;g3a7fa96c598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1" name="Google Shape;3931;g3a7fa96c598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32" name="Google Shape;3932;g3a7fa96c598_0_104"/>
          <p:cNvSpPr/>
          <p:nvPr/>
        </p:nvSpPr>
        <p:spPr>
          <a:xfrm>
            <a:off x="12369225" y="88124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3" name="Google Shape;3933;g3a7fa96c598_0_104"/>
          <p:cNvSpPr/>
          <p:nvPr/>
        </p:nvSpPr>
        <p:spPr>
          <a:xfrm>
            <a:off x="12377704" y="39908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4" name="Google Shape;3934;g3a7fa96c598_0_104"/>
          <p:cNvSpPr/>
          <p:nvPr/>
        </p:nvSpPr>
        <p:spPr>
          <a:xfrm>
            <a:off x="12377688" y="436775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5" name="Google Shape;3935;g3a7fa96c598_0_104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6" name="Google Shape;3936;g3a7fa96c598_0_104"/>
          <p:cNvSpPr/>
          <p:nvPr/>
        </p:nvSpPr>
        <p:spPr>
          <a:xfrm>
            <a:off x="15496075" y="415385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7" name="Google Shape;3937;g3a7fa96c598_0_104"/>
          <p:cNvSpPr/>
          <p:nvPr/>
        </p:nvSpPr>
        <p:spPr>
          <a:xfrm>
            <a:off x="15477950" y="21258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8" name="Google Shape;3938;g3a7fa96c598_0_104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39" name="Google Shape;3939;g3a7fa96c598_0_104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40" name="Google Shape;3940;g3a7fa96c598_0_104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41" name="Google Shape;3941;g3a7fa96c598_0_104"/>
          <p:cNvSpPr/>
          <p:nvPr/>
        </p:nvSpPr>
        <p:spPr>
          <a:xfrm>
            <a:off x="6281475" y="2490200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942" name="Google Shape;3942;g3a7fa96c598_0_104"/>
          <p:cNvSpPr/>
          <p:nvPr/>
        </p:nvSpPr>
        <p:spPr>
          <a:xfrm>
            <a:off x="6281475" y="4009925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943" name="Google Shape;3943;g3a7fa96c598_0_104"/>
          <p:cNvSpPr/>
          <p:nvPr/>
        </p:nvSpPr>
        <p:spPr>
          <a:xfrm>
            <a:off x="18583232" y="96897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44" name="Google Shape;3944;g3a7fa96c598_0_104"/>
          <p:cNvSpPr/>
          <p:nvPr/>
        </p:nvSpPr>
        <p:spPr>
          <a:xfrm>
            <a:off x="12377692" y="123993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45" name="Google Shape;3945;g3a7fa96c598_0_104"/>
          <p:cNvSpPr/>
          <p:nvPr/>
        </p:nvSpPr>
        <p:spPr>
          <a:xfrm>
            <a:off x="12377710" y="721573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46" name="Google Shape;3946;g3a7fa96c598_0_104"/>
          <p:cNvSpPr/>
          <p:nvPr/>
        </p:nvSpPr>
        <p:spPr>
          <a:xfrm>
            <a:off x="18560000" y="74510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47" name="Google Shape;3947;g3a7fa96c598_0_104"/>
          <p:cNvSpPr/>
          <p:nvPr/>
        </p:nvSpPr>
        <p:spPr>
          <a:xfrm>
            <a:off x="12377710" y="7580202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48" name="Google Shape;3948;g3a7fa96c598_0_104"/>
          <p:cNvSpPr/>
          <p:nvPr/>
        </p:nvSpPr>
        <p:spPr>
          <a:xfrm>
            <a:off x="15496075" y="59436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49" name="Google Shape;3949;g3a7fa96c598_0_104"/>
          <p:cNvSpPr/>
          <p:nvPr/>
        </p:nvSpPr>
        <p:spPr>
          <a:xfrm>
            <a:off x="9410365" y="586085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0" name="Google Shape;3950;g3a7fa96c598_0_104"/>
          <p:cNvSpPr/>
          <p:nvPr/>
        </p:nvSpPr>
        <p:spPr>
          <a:xfrm>
            <a:off x="15496075" y="89798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1" name="Google Shape;3951;g3a7fa96c598_0_104"/>
          <p:cNvSpPr/>
          <p:nvPr/>
        </p:nvSpPr>
        <p:spPr>
          <a:xfrm>
            <a:off x="9410365" y="89774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2" name="Google Shape;3952;g3a7fa96c598_0_104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53" name="Google Shape;3953;g3a7fa96c598_0_104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54" name="Google Shape;3954;g3a7fa96c598_0_104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55" name="Google Shape;3955;g3a7fa96c598_0_104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56" name="Google Shape;3956;g3a7fa96c598_0_104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57" name="Google Shape;3957;g3a7fa96c598_0_104"/>
          <p:cNvSpPr/>
          <p:nvPr/>
        </p:nvSpPr>
        <p:spPr>
          <a:xfrm>
            <a:off x="15477950" y="26869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#68647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8" name="Google Shape;3958;g3a7fa96c598_0_104"/>
          <p:cNvSpPr/>
          <p:nvPr/>
        </p:nvSpPr>
        <p:spPr>
          <a:xfrm>
            <a:off x="12341500" y="569628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9" name="Google Shape;3959;g3a7fa96c598_0_104"/>
          <p:cNvSpPr/>
          <p:nvPr/>
        </p:nvSpPr>
        <p:spPr>
          <a:xfrm>
            <a:off x="12369225" y="889789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3" name="Shape 3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64" name="Google Shape;3964;g3a9026a1980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5" name="Google Shape;3965;g3a9026a1980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66" name="Google Shape;3966;g3a9026a1980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67" name="Google Shape;3967;g3a9026a1980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68" name="Google Shape;3968;g3a9026a1980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69" name="Google Shape;3969;g3a9026a1980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0" name="Google Shape;3970;g3a9026a1980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1" name="Google Shape;3971;g3a9026a1980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2" name="Google Shape;3972;g3a9026a1980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3" name="Google Shape;3973;g3a9026a1980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4" name="Google Shape;3974;g3a9026a1980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5" name="Google Shape;3975;g3a9026a1980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6" name="Google Shape;3976;g3a9026a1980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7" name="Google Shape;3977;g3a9026a1980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8" name="Google Shape;3978;g3a9026a1980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979" name="Google Shape;3979;g3a9026a1980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80" name="Google Shape;3980;g3a9026a1980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81" name="Google Shape;3981;g3a9026a1980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82" name="Google Shape;3982;g3a9026a1980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83" name="Google Shape;3983;g3a9026a1980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84" name="Google Shape;3984;g3a9026a1980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85" name="Google Shape;3985;g3a9026a1980_0_0"/>
          <p:cNvSpPr/>
          <p:nvPr/>
        </p:nvSpPr>
        <p:spPr>
          <a:xfrm>
            <a:off x="12369225" y="88124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6" name="Google Shape;3986;g3a9026a1980_0_0"/>
          <p:cNvSpPr/>
          <p:nvPr/>
        </p:nvSpPr>
        <p:spPr>
          <a:xfrm>
            <a:off x="12377704" y="39908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7" name="Google Shape;3987;g3a9026a1980_0_0"/>
          <p:cNvSpPr/>
          <p:nvPr/>
        </p:nvSpPr>
        <p:spPr>
          <a:xfrm>
            <a:off x="12377688" y="436775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8" name="Google Shape;3988;g3a9026a1980_0_0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9" name="Google Shape;3989;g3a9026a1980_0_0"/>
          <p:cNvSpPr/>
          <p:nvPr/>
        </p:nvSpPr>
        <p:spPr>
          <a:xfrm>
            <a:off x="15496075" y="415385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0" name="Google Shape;3990;g3a9026a1980_0_0"/>
          <p:cNvSpPr/>
          <p:nvPr/>
        </p:nvSpPr>
        <p:spPr>
          <a:xfrm>
            <a:off x="15477950" y="21258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1" name="Google Shape;3991;g3a9026a1980_0_0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92" name="Google Shape;3992;g3a9026a1980_0_0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93" name="Google Shape;3993;g3a9026a1980_0_0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94" name="Google Shape;3994;g3a9026a1980_0_0"/>
          <p:cNvSpPr/>
          <p:nvPr/>
        </p:nvSpPr>
        <p:spPr>
          <a:xfrm>
            <a:off x="6281475" y="2490200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995" name="Google Shape;3995;g3a9026a1980_0_0"/>
          <p:cNvSpPr/>
          <p:nvPr/>
        </p:nvSpPr>
        <p:spPr>
          <a:xfrm>
            <a:off x="6281475" y="4009925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996" name="Google Shape;3996;g3a9026a1980_0_0"/>
          <p:cNvSpPr/>
          <p:nvPr/>
        </p:nvSpPr>
        <p:spPr>
          <a:xfrm>
            <a:off x="18583232" y="96897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7" name="Google Shape;3997;g3a9026a1980_0_0"/>
          <p:cNvSpPr/>
          <p:nvPr/>
        </p:nvSpPr>
        <p:spPr>
          <a:xfrm>
            <a:off x="12377692" y="123993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8" name="Google Shape;3998;g3a9026a1980_0_0"/>
          <p:cNvSpPr/>
          <p:nvPr/>
        </p:nvSpPr>
        <p:spPr>
          <a:xfrm>
            <a:off x="12377710" y="721573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9" name="Google Shape;3999;g3a9026a1980_0_0"/>
          <p:cNvSpPr/>
          <p:nvPr/>
        </p:nvSpPr>
        <p:spPr>
          <a:xfrm>
            <a:off x="18560000" y="74510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0" name="Google Shape;4000;g3a9026a1980_0_0"/>
          <p:cNvSpPr/>
          <p:nvPr/>
        </p:nvSpPr>
        <p:spPr>
          <a:xfrm>
            <a:off x="12377710" y="7580202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1" name="Google Shape;4001;g3a9026a1980_0_0"/>
          <p:cNvSpPr/>
          <p:nvPr/>
        </p:nvSpPr>
        <p:spPr>
          <a:xfrm>
            <a:off x="18560000" y="58190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2" name="Google Shape;4002;g3a9026a1980_0_0"/>
          <p:cNvSpPr/>
          <p:nvPr/>
        </p:nvSpPr>
        <p:spPr>
          <a:xfrm>
            <a:off x="9410365" y="586085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3" name="Google Shape;4003;g3a9026a1980_0_0"/>
          <p:cNvSpPr/>
          <p:nvPr/>
        </p:nvSpPr>
        <p:spPr>
          <a:xfrm>
            <a:off x="18579083" y="89905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4" name="Google Shape;4004;g3a9026a1980_0_0"/>
          <p:cNvSpPr/>
          <p:nvPr/>
        </p:nvSpPr>
        <p:spPr>
          <a:xfrm>
            <a:off x="9410365" y="89774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5" name="Google Shape;4005;g3a9026a1980_0_0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06" name="Google Shape;4006;g3a9026a1980_0_0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07" name="Google Shape;4007;g3a9026a1980_0_0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08" name="Google Shape;4008;g3a9026a1980_0_0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09" name="Google Shape;4009;g3a9026a1980_0_0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10" name="Google Shape;4010;g3a9026a1980_0_0"/>
          <p:cNvSpPr/>
          <p:nvPr/>
        </p:nvSpPr>
        <p:spPr>
          <a:xfrm>
            <a:off x="15477950" y="26869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#68647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1" name="Google Shape;4011;g3a9026a1980_0_0"/>
          <p:cNvSpPr/>
          <p:nvPr/>
        </p:nvSpPr>
        <p:spPr>
          <a:xfrm>
            <a:off x="12377700" y="903347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2" name="Google Shape;4012;g3a9026a1980_0_0"/>
          <p:cNvSpPr/>
          <p:nvPr/>
        </p:nvSpPr>
        <p:spPr>
          <a:xfrm>
            <a:off x="12377700" y="557783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6" name="Shape 4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17" name="Google Shape;4017;g3a9026a1980_0_5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18" name="Google Shape;4018;g3a9026a1980_0_5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19" name="Google Shape;4019;g3a9026a1980_0_5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0" name="Google Shape;4020;g3a9026a1980_0_5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1" name="Google Shape;4021;g3a9026a1980_0_5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2" name="Google Shape;4022;g3a9026a1980_0_5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3" name="Google Shape;4023;g3a9026a1980_0_5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4" name="Google Shape;4024;g3a9026a1980_0_5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5" name="Google Shape;4025;g3a9026a1980_0_5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6" name="Google Shape;4026;g3a9026a1980_0_5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7" name="Google Shape;4027;g3a9026a1980_0_5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8" name="Google Shape;4028;g3a9026a1980_0_5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9" name="Google Shape;4029;g3a9026a1980_0_5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0" name="Google Shape;4030;g3a9026a1980_0_5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1" name="Google Shape;4031;g3a9026a1980_0_5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032" name="Google Shape;4032;g3a9026a1980_0_5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33" name="Google Shape;4033;g3a9026a1980_0_5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34" name="Google Shape;4034;g3a9026a1980_0_5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35" name="Google Shape;4035;g3a9026a1980_0_5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36" name="Google Shape;4036;g3a9026a1980_0_5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37" name="Google Shape;4037;g3a9026a1980_0_5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38" name="Google Shape;4038;g3a9026a1980_0_52"/>
          <p:cNvSpPr/>
          <p:nvPr/>
        </p:nvSpPr>
        <p:spPr>
          <a:xfrm>
            <a:off x="15480463" y="685522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9" name="Google Shape;4039;g3a9026a1980_0_52"/>
          <p:cNvSpPr/>
          <p:nvPr/>
        </p:nvSpPr>
        <p:spPr>
          <a:xfrm>
            <a:off x="12377704" y="39908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0" name="Google Shape;4040;g3a9026a1980_0_52"/>
          <p:cNvSpPr/>
          <p:nvPr/>
        </p:nvSpPr>
        <p:spPr>
          <a:xfrm>
            <a:off x="12377688" y="436775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1" name="Google Shape;4041;g3a9026a1980_0_52"/>
          <p:cNvSpPr/>
          <p:nvPr/>
        </p:nvSpPr>
        <p:spPr>
          <a:xfrm>
            <a:off x="12369213" y="266719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2" name="Google Shape;4042;g3a9026a1980_0_52"/>
          <p:cNvSpPr/>
          <p:nvPr/>
        </p:nvSpPr>
        <p:spPr>
          <a:xfrm>
            <a:off x="15496075" y="415385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3" name="Google Shape;4043;g3a9026a1980_0_52"/>
          <p:cNvSpPr/>
          <p:nvPr/>
        </p:nvSpPr>
        <p:spPr>
          <a:xfrm>
            <a:off x="15477950" y="21258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4" name="Google Shape;4044;g3a9026a1980_0_52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45" name="Google Shape;4045;g3a9026a1980_0_52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46" name="Google Shape;4046;g3a9026a1980_0_52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47" name="Google Shape;4047;g3a9026a1980_0_52"/>
          <p:cNvSpPr/>
          <p:nvPr/>
        </p:nvSpPr>
        <p:spPr>
          <a:xfrm>
            <a:off x="6281475" y="2490200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4048" name="Google Shape;4048;g3a9026a1980_0_52"/>
          <p:cNvSpPr/>
          <p:nvPr/>
        </p:nvSpPr>
        <p:spPr>
          <a:xfrm>
            <a:off x="6281475" y="4009925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4049" name="Google Shape;4049;g3a9026a1980_0_52"/>
          <p:cNvSpPr/>
          <p:nvPr/>
        </p:nvSpPr>
        <p:spPr>
          <a:xfrm>
            <a:off x="18583232" y="96897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0" name="Google Shape;4050;g3a9026a1980_0_52"/>
          <p:cNvSpPr/>
          <p:nvPr/>
        </p:nvSpPr>
        <p:spPr>
          <a:xfrm>
            <a:off x="15479931" y="95919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1" name="Google Shape;4051;g3a9026a1980_0_52"/>
          <p:cNvSpPr/>
          <p:nvPr/>
        </p:nvSpPr>
        <p:spPr>
          <a:xfrm>
            <a:off x="15477960" y="721267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2" name="Google Shape;4052;g3a9026a1980_0_52"/>
          <p:cNvSpPr/>
          <p:nvPr/>
        </p:nvSpPr>
        <p:spPr>
          <a:xfrm>
            <a:off x="18560000" y="74510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3" name="Google Shape;4053;g3a9026a1980_0_52"/>
          <p:cNvSpPr/>
          <p:nvPr/>
        </p:nvSpPr>
        <p:spPr>
          <a:xfrm>
            <a:off x="15477950" y="75771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4" name="Google Shape;4054;g3a9026a1980_0_52"/>
          <p:cNvSpPr/>
          <p:nvPr/>
        </p:nvSpPr>
        <p:spPr>
          <a:xfrm>
            <a:off x="18560000" y="58190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5" name="Google Shape;4055;g3a9026a1980_0_52"/>
          <p:cNvSpPr/>
          <p:nvPr/>
        </p:nvSpPr>
        <p:spPr>
          <a:xfrm>
            <a:off x="12383720" y="581900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6" name="Google Shape;4056;g3a9026a1980_0_52"/>
          <p:cNvSpPr/>
          <p:nvPr/>
        </p:nvSpPr>
        <p:spPr>
          <a:xfrm>
            <a:off x="18579083" y="89905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7" name="Google Shape;4057;g3a9026a1980_0_52"/>
          <p:cNvSpPr/>
          <p:nvPr/>
        </p:nvSpPr>
        <p:spPr>
          <a:xfrm>
            <a:off x="12445353" y="899652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8" name="Google Shape;4058;g3a9026a1980_0_52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59" name="Google Shape;4059;g3a9026a1980_0_52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60" name="Google Shape;4060;g3a9026a1980_0_52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61" name="Google Shape;4061;g3a9026a1980_0_52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62" name="Google Shape;4062;g3a9026a1980_0_52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63" name="Google Shape;4063;g3a9026a1980_0_52"/>
          <p:cNvSpPr/>
          <p:nvPr/>
        </p:nvSpPr>
        <p:spPr>
          <a:xfrm>
            <a:off x="15477950" y="26869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#68647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4" name="Google Shape;4064;g3a9026a1980_0_52"/>
          <p:cNvSpPr/>
          <p:nvPr/>
        </p:nvSpPr>
        <p:spPr>
          <a:xfrm>
            <a:off x="15477950" y="9053450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5" name="Google Shape;4065;g3a9026a1980_0_52"/>
          <p:cNvSpPr/>
          <p:nvPr/>
        </p:nvSpPr>
        <p:spPr>
          <a:xfrm>
            <a:off x="15471875" y="5595499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69" name="Shape 4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0" name="Google Shape;4070;g3a9026a1980_0_104"/>
          <p:cNvSpPr/>
          <p:nvPr/>
        </p:nvSpPr>
        <p:spPr>
          <a:xfrm>
            <a:off x="15496075" y="18753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#68647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071" name="Google Shape;4071;g3a9026a1980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72" name="Google Shape;4072;g3a9026a1980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73" name="Google Shape;4073;g3a9026a1980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4" name="Google Shape;4074;g3a9026a1980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5" name="Google Shape;4075;g3a9026a1980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6" name="Google Shape;4076;g3a9026a1980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7" name="Google Shape;4077;g3a9026a1980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8" name="Google Shape;4078;g3a9026a1980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9" name="Google Shape;4079;g3a9026a1980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0" name="Google Shape;4080;g3a9026a1980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1" name="Google Shape;4081;g3a9026a1980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2" name="Google Shape;4082;g3a9026a1980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3" name="Google Shape;4083;g3a9026a1980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4" name="Google Shape;4084;g3a9026a1980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5" name="Google Shape;4085;g3a9026a1980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086" name="Google Shape;4086;g3a9026a1980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87" name="Google Shape;4087;g3a9026a1980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88" name="Google Shape;4088;g3a9026a1980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89" name="Google Shape;4089;g3a9026a1980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90" name="Google Shape;4090;g3a9026a1980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91" name="Google Shape;4091;g3a9026a1980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92" name="Google Shape;4092;g3a9026a1980_0_104"/>
          <p:cNvSpPr/>
          <p:nvPr/>
        </p:nvSpPr>
        <p:spPr>
          <a:xfrm>
            <a:off x="15480475" y="68552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3" name="Google Shape;4093;g3a9026a1980_0_104"/>
          <p:cNvSpPr/>
          <p:nvPr/>
        </p:nvSpPr>
        <p:spPr>
          <a:xfrm>
            <a:off x="12377704" y="39908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4" name="Google Shape;4094;g3a9026a1980_0_104"/>
          <p:cNvSpPr/>
          <p:nvPr/>
        </p:nvSpPr>
        <p:spPr>
          <a:xfrm>
            <a:off x="12377688" y="436775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5" name="Google Shape;4095;g3a9026a1980_0_104"/>
          <p:cNvSpPr/>
          <p:nvPr/>
        </p:nvSpPr>
        <p:spPr>
          <a:xfrm>
            <a:off x="15496075" y="415385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6" name="Google Shape;4096;g3a9026a1980_0_104"/>
          <p:cNvSpPr/>
          <p:nvPr/>
        </p:nvSpPr>
        <p:spPr>
          <a:xfrm>
            <a:off x="15496063" y="227730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7" name="Google Shape;4097;g3a9026a1980_0_104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98" name="Google Shape;4098;g3a9026a1980_0_104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99" name="Google Shape;4099;g3a9026a1980_0_104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00" name="Google Shape;4100;g3a9026a1980_0_104"/>
          <p:cNvSpPr/>
          <p:nvPr/>
        </p:nvSpPr>
        <p:spPr>
          <a:xfrm>
            <a:off x="6281475" y="2490200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4101" name="Google Shape;4101;g3a9026a1980_0_104"/>
          <p:cNvSpPr/>
          <p:nvPr/>
        </p:nvSpPr>
        <p:spPr>
          <a:xfrm>
            <a:off x="6281475" y="4009925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4102" name="Google Shape;4102;g3a9026a1980_0_104"/>
          <p:cNvSpPr/>
          <p:nvPr/>
        </p:nvSpPr>
        <p:spPr>
          <a:xfrm>
            <a:off x="18583232" y="96897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03" name="Google Shape;4103;g3a9026a1980_0_104"/>
          <p:cNvSpPr/>
          <p:nvPr/>
        </p:nvSpPr>
        <p:spPr>
          <a:xfrm>
            <a:off x="12377725" y="87972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04" name="Google Shape;4104;g3a9026a1980_0_104"/>
          <p:cNvSpPr/>
          <p:nvPr/>
        </p:nvSpPr>
        <p:spPr>
          <a:xfrm>
            <a:off x="15477950" y="7212677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05" name="Google Shape;4105;g3a9026a1980_0_104"/>
          <p:cNvSpPr/>
          <p:nvPr/>
        </p:nvSpPr>
        <p:spPr>
          <a:xfrm>
            <a:off x="18560000" y="74510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06" name="Google Shape;4106;g3a9026a1980_0_104"/>
          <p:cNvSpPr/>
          <p:nvPr/>
        </p:nvSpPr>
        <p:spPr>
          <a:xfrm>
            <a:off x="12445350" y="72126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07" name="Google Shape;4107;g3a9026a1980_0_104"/>
          <p:cNvSpPr/>
          <p:nvPr/>
        </p:nvSpPr>
        <p:spPr>
          <a:xfrm>
            <a:off x="18560000" y="58190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08" name="Google Shape;4108;g3a9026a1980_0_104"/>
          <p:cNvSpPr/>
          <p:nvPr/>
        </p:nvSpPr>
        <p:spPr>
          <a:xfrm>
            <a:off x="12383720" y="581900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09" name="Google Shape;4109;g3a9026a1980_0_104"/>
          <p:cNvSpPr/>
          <p:nvPr/>
        </p:nvSpPr>
        <p:spPr>
          <a:xfrm>
            <a:off x="18579083" y="89905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10" name="Google Shape;4110;g3a9026a1980_0_104"/>
          <p:cNvSpPr/>
          <p:nvPr/>
        </p:nvSpPr>
        <p:spPr>
          <a:xfrm>
            <a:off x="12445353" y="899652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11" name="Google Shape;4111;g3a9026a1980_0_104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12" name="Google Shape;4112;g3a9026a1980_0_104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13" name="Google Shape;4113;g3a9026a1980_0_104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14" name="Google Shape;4114;g3a9026a1980_0_104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15" name="Google Shape;4115;g3a9026a1980_0_104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16" name="Google Shape;4116;g3a9026a1980_0_104"/>
          <p:cNvSpPr/>
          <p:nvPr/>
        </p:nvSpPr>
        <p:spPr>
          <a:xfrm>
            <a:off x="15496075" y="265889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17" name="Google Shape;4117;g3a9026a1980_0_104"/>
          <p:cNvSpPr/>
          <p:nvPr/>
        </p:nvSpPr>
        <p:spPr>
          <a:xfrm>
            <a:off x="15477950" y="8771900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18" name="Google Shape;4118;g3a9026a1980_0_104"/>
          <p:cNvSpPr/>
          <p:nvPr/>
        </p:nvSpPr>
        <p:spPr>
          <a:xfrm>
            <a:off x="15471863" y="5465000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22" name="Shape 4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3" name="Google Shape;4123;g3a90c3a593e_0_52"/>
          <p:cNvSpPr/>
          <p:nvPr/>
        </p:nvSpPr>
        <p:spPr>
          <a:xfrm>
            <a:off x="18593027" y="2490200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24" name="Google Shape;4124;g3a90c3a593e_0_5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25" name="Google Shape;4125;g3a90c3a593e_0_5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26" name="Google Shape;4126;g3a90c3a593e_0_5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7" name="Google Shape;4127;g3a90c3a593e_0_5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8" name="Google Shape;4128;g3a90c3a593e_0_5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9" name="Google Shape;4129;g3a90c3a593e_0_5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0" name="Google Shape;4130;g3a90c3a593e_0_5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1" name="Google Shape;4131;g3a90c3a593e_0_5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2" name="Google Shape;4132;g3a90c3a593e_0_5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3" name="Google Shape;4133;g3a90c3a593e_0_5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4" name="Google Shape;4134;g3a90c3a593e_0_5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5" name="Google Shape;4135;g3a90c3a593e_0_5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6" name="Google Shape;4136;g3a90c3a593e_0_5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7" name="Google Shape;4137;g3a90c3a593e_0_5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8" name="Google Shape;4138;g3a90c3a593e_0_5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39" name="Google Shape;4139;g3a90c3a593e_0_5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40" name="Google Shape;4140;g3a90c3a593e_0_5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41" name="Google Shape;4141;g3a90c3a593e_0_5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42" name="Google Shape;4142;g3a90c3a593e_0_5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43" name="Google Shape;4143;g3a90c3a593e_0_5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44" name="Google Shape;4144;g3a90c3a593e_0_5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45" name="Google Shape;4145;g3a90c3a593e_0_52"/>
          <p:cNvSpPr/>
          <p:nvPr/>
        </p:nvSpPr>
        <p:spPr>
          <a:xfrm>
            <a:off x="18626063" y="61971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6" name="Google Shape;4146;g3a90c3a593e_0_52"/>
          <p:cNvSpPr/>
          <p:nvPr/>
        </p:nvSpPr>
        <p:spPr>
          <a:xfrm>
            <a:off x="18578204" y="3826212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7" name="Google Shape;4147;g3a90c3a593e_0_52"/>
          <p:cNvSpPr/>
          <p:nvPr/>
        </p:nvSpPr>
        <p:spPr>
          <a:xfrm>
            <a:off x="12377688" y="436775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8" name="Google Shape;4148;g3a90c3a593e_0_52"/>
          <p:cNvSpPr/>
          <p:nvPr/>
        </p:nvSpPr>
        <p:spPr>
          <a:xfrm>
            <a:off x="15477950" y="390161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9" name="Google Shape;4149;g3a90c3a593e_0_52"/>
          <p:cNvSpPr/>
          <p:nvPr/>
        </p:nvSpPr>
        <p:spPr>
          <a:xfrm>
            <a:off x="15496063" y="193505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0" name="Google Shape;4150;g3a90c3a593e_0_52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51" name="Google Shape;4151;g3a90c3a593e_0_52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52" name="Google Shape;4152;g3a90c3a593e_0_52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53" name="Google Shape;4153;g3a90c3a593e_0_52"/>
          <p:cNvSpPr/>
          <p:nvPr/>
        </p:nvSpPr>
        <p:spPr>
          <a:xfrm>
            <a:off x="6281475" y="2490200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4154" name="Google Shape;4154;g3a90c3a593e_0_52"/>
          <p:cNvSpPr/>
          <p:nvPr/>
        </p:nvSpPr>
        <p:spPr>
          <a:xfrm>
            <a:off x="6281475" y="4009925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4155" name="Google Shape;4155;g3a90c3a593e_0_52"/>
          <p:cNvSpPr/>
          <p:nvPr/>
        </p:nvSpPr>
        <p:spPr>
          <a:xfrm>
            <a:off x="18626069" y="91883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6" name="Google Shape;4156;g3a90c3a593e_0_52"/>
          <p:cNvSpPr/>
          <p:nvPr/>
        </p:nvSpPr>
        <p:spPr>
          <a:xfrm>
            <a:off x="18635864" y="12986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7" name="Google Shape;4157;g3a90c3a593e_0_52"/>
          <p:cNvSpPr/>
          <p:nvPr/>
        </p:nvSpPr>
        <p:spPr>
          <a:xfrm>
            <a:off x="18616538" y="6947002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8" name="Google Shape;4158;g3a90c3a593e_0_52"/>
          <p:cNvSpPr/>
          <p:nvPr/>
        </p:nvSpPr>
        <p:spPr>
          <a:xfrm>
            <a:off x="18616538" y="72974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9" name="Google Shape;4159;g3a90c3a593e_0_52"/>
          <p:cNvSpPr/>
          <p:nvPr/>
        </p:nvSpPr>
        <p:spPr>
          <a:xfrm>
            <a:off x="18635613" y="76132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60" name="Google Shape;4160;g3a90c3a593e_0_52"/>
          <p:cNvSpPr/>
          <p:nvPr/>
        </p:nvSpPr>
        <p:spPr>
          <a:xfrm>
            <a:off x="18561687" y="52121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61" name="Google Shape;4161;g3a90c3a593e_0_52"/>
          <p:cNvSpPr/>
          <p:nvPr/>
        </p:nvSpPr>
        <p:spPr>
          <a:xfrm>
            <a:off x="12383720" y="581900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62" name="Google Shape;4162;g3a90c3a593e_0_52"/>
          <p:cNvSpPr/>
          <p:nvPr/>
        </p:nvSpPr>
        <p:spPr>
          <a:xfrm>
            <a:off x="18579083" y="89905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63" name="Google Shape;4163;g3a90c3a593e_0_52"/>
          <p:cNvSpPr/>
          <p:nvPr/>
        </p:nvSpPr>
        <p:spPr>
          <a:xfrm>
            <a:off x="12445353" y="899652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64" name="Google Shape;4164;g3a90c3a593e_0_52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65" name="Google Shape;4165;g3a90c3a593e_0_52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66" name="Google Shape;4166;g3a90c3a593e_0_52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67" name="Google Shape;4167;g3a90c3a593e_0_52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68" name="Google Shape;4168;g3a90c3a593e_0_52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69" name="Google Shape;4169;g3a90c3a593e_0_52"/>
          <p:cNvSpPr/>
          <p:nvPr/>
        </p:nvSpPr>
        <p:spPr>
          <a:xfrm>
            <a:off x="15496075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0" name="Google Shape;4170;g3a90c3a593e_0_52"/>
          <p:cNvSpPr/>
          <p:nvPr/>
        </p:nvSpPr>
        <p:spPr>
          <a:xfrm>
            <a:off x="18579075" y="93501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1" name="Google Shape;4171;g3a90c3a593e_0_52"/>
          <p:cNvSpPr/>
          <p:nvPr/>
        </p:nvSpPr>
        <p:spPr>
          <a:xfrm>
            <a:off x="18560000" y="562832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