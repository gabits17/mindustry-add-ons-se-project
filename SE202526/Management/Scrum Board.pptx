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70" r:id="rId4"/>
    <p:sldId id="271" r:id="rId5"/>
    <p:sldId id="292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3" r:id="rId15"/>
    <p:sldId id="314" r:id="rId16"/>
    <p:sldId id="263" r:id="rId17"/>
    <p:sldId id="301" r:id="rId18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EAD3"/>
    <a:srgbClr val="7CA9B2"/>
    <a:srgbClr val="D0E0E3"/>
    <a:srgbClr val="9BC7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663C88-D221-439F-B78D-D69123B188C0}" v="102" dt="2025-10-19T12:41:45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71" autoAdjust="0"/>
    <p:restoredTop sz="96247" autoAdjust="0"/>
  </p:normalViewPr>
  <p:slideViewPr>
    <p:cSldViewPr snapToGrid="0">
      <p:cViewPr varScale="1">
        <p:scale>
          <a:sx n="50" d="100"/>
          <a:sy n="50" d="100"/>
        </p:scale>
        <p:origin x="533" y="38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ogo Antunes" userId="059c692484dd0481" providerId="LiveId" clId="{73D4D07A-0778-410B-AF19-12D9596F88EC}"/>
    <pc:docChg chg="undo custSel addSld delSld modSld">
      <pc:chgData name="Diogo Antunes" userId="059c692484dd0481" providerId="LiveId" clId="{73D4D07A-0778-410B-AF19-12D9596F88EC}" dt="2025-10-20T14:27:32.148" v="3458" actId="1076"/>
      <pc:docMkLst>
        <pc:docMk/>
      </pc:docMkLst>
      <pc:sldChg chg="del">
        <pc:chgData name="Diogo Antunes" userId="059c692484dd0481" providerId="LiveId" clId="{73D4D07A-0778-410B-AF19-12D9596F88EC}" dt="2025-10-15T18:09:50.331" v="8" actId="47"/>
        <pc:sldMkLst>
          <pc:docMk/>
          <pc:sldMk cId="2403989868" sldId="264"/>
        </pc:sldMkLst>
      </pc:sldChg>
      <pc:sldChg chg="del">
        <pc:chgData name="Diogo Antunes" userId="059c692484dd0481" providerId="LiveId" clId="{73D4D07A-0778-410B-AF19-12D9596F88EC}" dt="2025-10-15T18:09:50.331" v="8" actId="47"/>
        <pc:sldMkLst>
          <pc:docMk/>
          <pc:sldMk cId="39678072" sldId="265"/>
        </pc:sldMkLst>
      </pc:sldChg>
      <pc:sldChg chg="del">
        <pc:chgData name="Diogo Antunes" userId="059c692484dd0481" providerId="LiveId" clId="{73D4D07A-0778-410B-AF19-12D9596F88EC}" dt="2025-10-15T18:09:50.331" v="8" actId="47"/>
        <pc:sldMkLst>
          <pc:docMk/>
          <pc:sldMk cId="3714686198" sldId="266"/>
        </pc:sldMkLst>
      </pc:sldChg>
      <pc:sldChg chg="del">
        <pc:chgData name="Diogo Antunes" userId="059c692484dd0481" providerId="LiveId" clId="{73D4D07A-0778-410B-AF19-12D9596F88EC}" dt="2025-10-15T18:09:50.331" v="8" actId="47"/>
        <pc:sldMkLst>
          <pc:docMk/>
          <pc:sldMk cId="4081054384" sldId="267"/>
        </pc:sldMkLst>
      </pc:sldChg>
      <pc:sldChg chg="del">
        <pc:chgData name="Diogo Antunes" userId="059c692484dd0481" providerId="LiveId" clId="{73D4D07A-0778-410B-AF19-12D9596F88EC}" dt="2025-10-15T18:09:50.331" v="8" actId="47"/>
        <pc:sldMkLst>
          <pc:docMk/>
          <pc:sldMk cId="1621133725" sldId="268"/>
        </pc:sldMkLst>
      </pc:sldChg>
      <pc:sldChg chg="addSp delSp modSp mod">
        <pc:chgData name="Diogo Antunes" userId="059c692484dd0481" providerId="LiveId" clId="{73D4D07A-0778-410B-AF19-12D9596F88EC}" dt="2025-10-19T12:22:13.355" v="3150" actId="20577"/>
        <pc:sldMkLst>
          <pc:docMk/>
          <pc:sldMk cId="4138447543" sldId="270"/>
        </pc:sldMkLst>
        <pc:spChg chg="add mod">
          <ac:chgData name="Diogo Antunes" userId="059c692484dd0481" providerId="LiveId" clId="{73D4D07A-0778-410B-AF19-12D9596F88EC}" dt="2025-10-19T12:22:13.355" v="3150" actId="20577"/>
          <ac:spMkLst>
            <pc:docMk/>
            <pc:sldMk cId="4138447543" sldId="270"/>
            <ac:spMk id="2" creationId="{404C7357-58CE-B3C4-53B5-563569FDC12A}"/>
          </ac:spMkLst>
        </pc:spChg>
        <pc:spChg chg="mod">
          <ac:chgData name="Diogo Antunes" userId="059c692484dd0481" providerId="LiveId" clId="{73D4D07A-0778-410B-AF19-12D9596F88EC}" dt="2025-10-15T21:55:45.947" v="840" actId="2711"/>
          <ac:spMkLst>
            <pc:docMk/>
            <pc:sldMk cId="4138447543" sldId="270"/>
            <ac:spMk id="26" creationId="{5F6F6578-25CC-AB27-2DED-BF985BD01FE2}"/>
          </ac:spMkLst>
        </pc:spChg>
        <pc:spChg chg="mod">
          <ac:chgData name="Diogo Antunes" userId="059c692484dd0481" providerId="LiveId" clId="{73D4D07A-0778-410B-AF19-12D9596F88EC}" dt="2025-10-19T12:21:47.426" v="3130" actId="20577"/>
          <ac:spMkLst>
            <pc:docMk/>
            <pc:sldMk cId="4138447543" sldId="270"/>
            <ac:spMk id="27" creationId="{11216D1F-951D-352C-E6AB-334E000678F4}"/>
          </ac:spMkLst>
        </pc:spChg>
        <pc:spChg chg="mod">
          <ac:chgData name="Diogo Antunes" userId="059c692484dd0481" providerId="LiveId" clId="{73D4D07A-0778-410B-AF19-12D9596F88EC}" dt="2025-10-19T12:21:57.071" v="3136" actId="20577"/>
          <ac:spMkLst>
            <pc:docMk/>
            <pc:sldMk cId="4138447543" sldId="270"/>
            <ac:spMk id="28" creationId="{9B213894-1D89-AA73-3242-F4C0F31E9EA8}"/>
          </ac:spMkLst>
        </pc:spChg>
        <pc:spChg chg="mod">
          <ac:chgData name="Diogo Antunes" userId="059c692484dd0481" providerId="LiveId" clId="{73D4D07A-0778-410B-AF19-12D9596F88EC}" dt="2025-10-16T18:28:43.209" v="1004" actId="1076"/>
          <ac:spMkLst>
            <pc:docMk/>
            <pc:sldMk cId="4138447543" sldId="270"/>
            <ac:spMk id="30" creationId="{2B44A6E6-DDC4-535F-62C1-82249EB97A7B}"/>
          </ac:spMkLst>
        </pc:spChg>
        <pc:spChg chg="mod">
          <ac:chgData name="Diogo Antunes" userId="059c692484dd0481" providerId="LiveId" clId="{73D4D07A-0778-410B-AF19-12D9596F88EC}" dt="2025-10-19T12:22:05.773" v="3141" actId="20577"/>
          <ac:spMkLst>
            <pc:docMk/>
            <pc:sldMk cId="4138447543" sldId="270"/>
            <ac:spMk id="31" creationId="{8700A7F0-5C14-CDEB-F393-52EFEAD50284}"/>
          </ac:spMkLst>
        </pc:spChg>
        <pc:spChg chg="mod">
          <ac:chgData name="Diogo Antunes" userId="059c692484dd0481" providerId="LiveId" clId="{73D4D07A-0778-410B-AF19-12D9596F88EC}" dt="2025-10-19T12:22:08.988" v="3144" actId="20577"/>
          <ac:spMkLst>
            <pc:docMk/>
            <pc:sldMk cId="4138447543" sldId="270"/>
            <ac:spMk id="34" creationId="{F24B3A6E-7335-5852-1833-6D620827A6BE}"/>
          </ac:spMkLst>
        </pc:spChg>
        <pc:spChg chg="mod">
          <ac:chgData name="Diogo Antunes" userId="059c692484dd0481" providerId="LiveId" clId="{73D4D07A-0778-410B-AF19-12D9596F88EC}" dt="2025-10-19T12:22:11.114" v="3147" actId="20577"/>
          <ac:spMkLst>
            <pc:docMk/>
            <pc:sldMk cId="4138447543" sldId="270"/>
            <ac:spMk id="35" creationId="{04F6B9C4-10E5-9F19-0706-DACDB4D4323B}"/>
          </ac:spMkLst>
        </pc:spChg>
      </pc:sldChg>
      <pc:sldChg chg="addSp delSp modSp mod">
        <pc:chgData name="Diogo Antunes" userId="059c692484dd0481" providerId="LiveId" clId="{73D4D07A-0778-410B-AF19-12D9596F88EC}" dt="2025-10-19T12:23:39.613" v="3190" actId="20577"/>
        <pc:sldMkLst>
          <pc:docMk/>
          <pc:sldMk cId="599699325" sldId="271"/>
        </pc:sldMkLst>
        <pc:spChg chg="add mod ord">
          <ac:chgData name="Diogo Antunes" userId="059c692484dd0481" providerId="LiveId" clId="{73D4D07A-0778-410B-AF19-12D9596F88EC}" dt="2025-10-16T22:18:57.076" v="1134" actId="1076"/>
          <ac:spMkLst>
            <pc:docMk/>
            <pc:sldMk cId="599699325" sldId="271"/>
            <ac:spMk id="2" creationId="{4D941ACD-4931-46E2-B2DC-430BD5B9AF5E}"/>
          </ac:spMkLst>
        </pc:spChg>
        <pc:spChg chg="add mod ord">
          <ac:chgData name="Diogo Antunes" userId="059c692484dd0481" providerId="LiveId" clId="{73D4D07A-0778-410B-AF19-12D9596F88EC}" dt="2025-10-19T12:23:33.574" v="3186" actId="20577"/>
          <ac:spMkLst>
            <pc:docMk/>
            <pc:sldMk cId="599699325" sldId="271"/>
            <ac:spMk id="3" creationId="{BD995380-2C3C-C286-06FC-39CFDCCF480F}"/>
          </ac:spMkLst>
        </pc:spChg>
        <pc:spChg chg="mod">
          <ac:chgData name="Diogo Antunes" userId="059c692484dd0481" providerId="LiveId" clId="{73D4D07A-0778-410B-AF19-12D9596F88EC}" dt="2025-10-19T12:22:32.854" v="3162" actId="20577"/>
          <ac:spMkLst>
            <pc:docMk/>
            <pc:sldMk cId="599699325" sldId="271"/>
            <ac:spMk id="4" creationId="{47FAEDA6-F2A7-C96C-ADF2-69042D6F3052}"/>
          </ac:spMkLst>
        </pc:spChg>
        <pc:spChg chg="add mod ord">
          <ac:chgData name="Diogo Antunes" userId="059c692484dd0481" providerId="LiveId" clId="{73D4D07A-0778-410B-AF19-12D9596F88EC}" dt="2025-10-15T20:32:36.848" v="45" actId="207"/>
          <ac:spMkLst>
            <pc:docMk/>
            <pc:sldMk cId="599699325" sldId="271"/>
            <ac:spMk id="8" creationId="{0551B786-FFD9-30E0-8DAC-AEF21C506BE9}"/>
          </ac:spMkLst>
        </pc:spChg>
        <pc:spChg chg="add mod ord">
          <ac:chgData name="Diogo Antunes" userId="059c692484dd0481" providerId="LiveId" clId="{73D4D07A-0778-410B-AF19-12D9596F88EC}" dt="2025-10-19T12:23:08.535" v="3178" actId="20577"/>
          <ac:spMkLst>
            <pc:docMk/>
            <pc:sldMk cId="599699325" sldId="271"/>
            <ac:spMk id="10" creationId="{E4640587-48DB-4044-0E21-1B295668433D}"/>
          </ac:spMkLst>
        </pc:spChg>
        <pc:spChg chg="add mod ord">
          <ac:chgData name="Diogo Antunes" userId="059c692484dd0481" providerId="LiveId" clId="{73D4D07A-0778-410B-AF19-12D9596F88EC}" dt="2025-10-19T12:22:48.580" v="3169" actId="20577"/>
          <ac:spMkLst>
            <pc:docMk/>
            <pc:sldMk cId="599699325" sldId="271"/>
            <ac:spMk id="13" creationId="{95AA0057-A37D-0B14-A44E-8D158A9EBE0D}"/>
          </ac:spMkLst>
        </pc:spChg>
        <pc:spChg chg="mod">
          <ac:chgData name="Diogo Antunes" userId="059c692484dd0481" providerId="LiveId" clId="{73D4D07A-0778-410B-AF19-12D9596F88EC}" dt="2025-10-15T20:33:33.902" v="50" actId="1076"/>
          <ac:spMkLst>
            <pc:docMk/>
            <pc:sldMk cId="599699325" sldId="271"/>
            <ac:spMk id="14" creationId="{D4A692F7-6073-77C4-F8FB-252E784304B6}"/>
          </ac:spMkLst>
        </pc:spChg>
        <pc:spChg chg="add mod ord">
          <ac:chgData name="Diogo Antunes" userId="059c692484dd0481" providerId="LiveId" clId="{73D4D07A-0778-410B-AF19-12D9596F88EC}" dt="2025-10-19T12:23:39.613" v="3190" actId="20577"/>
          <ac:spMkLst>
            <pc:docMk/>
            <pc:sldMk cId="599699325" sldId="271"/>
            <ac:spMk id="15" creationId="{6BD5E607-2302-3C08-B83C-4EFBCB7BBD8D}"/>
          </ac:spMkLst>
        </pc:spChg>
        <pc:spChg chg="add mod">
          <ac:chgData name="Diogo Antunes" userId="059c692484dd0481" providerId="LiveId" clId="{73D4D07A-0778-410B-AF19-12D9596F88EC}" dt="2025-10-16T22:18:57.076" v="1134" actId="1076"/>
          <ac:spMkLst>
            <pc:docMk/>
            <pc:sldMk cId="599699325" sldId="271"/>
            <ac:spMk id="20" creationId="{AB24FCC3-8643-BCC5-40B5-D9953B10FC97}"/>
          </ac:spMkLst>
        </pc:spChg>
        <pc:spChg chg="add mod">
          <ac:chgData name="Diogo Antunes" userId="059c692484dd0481" providerId="LiveId" clId="{73D4D07A-0778-410B-AF19-12D9596F88EC}" dt="2025-10-16T22:23:14.377" v="1168" actId="1076"/>
          <ac:spMkLst>
            <pc:docMk/>
            <pc:sldMk cId="599699325" sldId="271"/>
            <ac:spMk id="21" creationId="{0BD63FBC-F884-2DFA-1A49-722469E5910C}"/>
          </ac:spMkLst>
        </pc:spChg>
        <pc:spChg chg="mod">
          <ac:chgData name="Diogo Antunes" userId="059c692484dd0481" providerId="LiveId" clId="{73D4D07A-0778-410B-AF19-12D9596F88EC}" dt="2025-10-19T12:22:23.843" v="3152" actId="20577"/>
          <ac:spMkLst>
            <pc:docMk/>
            <pc:sldMk cId="599699325" sldId="271"/>
            <ac:spMk id="22" creationId="{71DC994D-8E3C-2948-B5E1-C77EB1E5BF49}"/>
          </ac:spMkLst>
        </pc:spChg>
        <pc:spChg chg="add mod">
          <ac:chgData name="Diogo Antunes" userId="059c692484dd0481" providerId="LiveId" clId="{73D4D07A-0778-410B-AF19-12D9596F88EC}" dt="2025-10-15T20:32:41.837" v="46" actId="207"/>
          <ac:spMkLst>
            <pc:docMk/>
            <pc:sldMk cId="599699325" sldId="271"/>
            <ac:spMk id="24" creationId="{30A4D693-0C6C-027B-BC1D-660B26AA7709}"/>
          </ac:spMkLst>
        </pc:spChg>
        <pc:spChg chg="add mod">
          <ac:chgData name="Diogo Antunes" userId="059c692484dd0481" providerId="LiveId" clId="{73D4D07A-0778-410B-AF19-12D9596F88EC}" dt="2025-10-15T20:31:28.262" v="35" actId="1076"/>
          <ac:spMkLst>
            <pc:docMk/>
            <pc:sldMk cId="599699325" sldId="271"/>
            <ac:spMk id="25" creationId="{10FFA36E-83A7-72A7-5AE5-DE38BF3BBF75}"/>
          </ac:spMkLst>
        </pc:spChg>
        <pc:spChg chg="add mod">
          <ac:chgData name="Diogo Antunes" userId="059c692484dd0481" providerId="LiveId" clId="{73D4D07A-0778-410B-AF19-12D9596F88EC}" dt="2025-10-15T20:49:29.938" v="173" actId="207"/>
          <ac:spMkLst>
            <pc:docMk/>
            <pc:sldMk cId="599699325" sldId="271"/>
            <ac:spMk id="26" creationId="{611FBC4F-FF4C-CD3A-FE8E-78C85D5A183C}"/>
          </ac:spMkLst>
        </pc:spChg>
        <pc:spChg chg="add mod">
          <ac:chgData name="Diogo Antunes" userId="059c692484dd0481" providerId="LiveId" clId="{73D4D07A-0778-410B-AF19-12D9596F88EC}" dt="2025-10-16T22:22:22.533" v="1160" actId="1076"/>
          <ac:spMkLst>
            <pc:docMk/>
            <pc:sldMk cId="599699325" sldId="271"/>
            <ac:spMk id="28" creationId="{6D5E0868-F3C6-DBE8-ED4F-8A4250F9CE0A}"/>
          </ac:spMkLst>
        </pc:spChg>
        <pc:spChg chg="add mod">
          <ac:chgData name="Diogo Antunes" userId="059c692484dd0481" providerId="LiveId" clId="{73D4D07A-0778-410B-AF19-12D9596F88EC}" dt="2025-10-16T22:23:40.046" v="1172" actId="1076"/>
          <ac:spMkLst>
            <pc:docMk/>
            <pc:sldMk cId="599699325" sldId="271"/>
            <ac:spMk id="29" creationId="{497E4B5F-77D0-3C3F-9466-12A8F84D8691}"/>
          </ac:spMkLst>
        </pc:spChg>
        <pc:spChg chg="add mod ord">
          <ac:chgData name="Diogo Antunes" userId="059c692484dd0481" providerId="LiveId" clId="{73D4D07A-0778-410B-AF19-12D9596F88EC}" dt="2025-10-16T22:22:04" v="1158" actId="1076"/>
          <ac:spMkLst>
            <pc:docMk/>
            <pc:sldMk cId="599699325" sldId="271"/>
            <ac:spMk id="31" creationId="{C2AB0CE3-EFA1-7391-89DA-F6B9100E9D48}"/>
          </ac:spMkLst>
        </pc:spChg>
        <pc:spChg chg="mod">
          <ac:chgData name="Diogo Antunes" userId="059c692484dd0481" providerId="LiveId" clId="{73D4D07A-0778-410B-AF19-12D9596F88EC}" dt="2025-10-15T20:29:42.032" v="19" actId="1076"/>
          <ac:spMkLst>
            <pc:docMk/>
            <pc:sldMk cId="599699325" sldId="271"/>
            <ac:spMk id="32" creationId="{01555A0C-6F3A-3898-12A7-DD4032B98E3E}"/>
          </ac:spMkLst>
        </pc:spChg>
        <pc:spChg chg="add mod">
          <ac:chgData name="Diogo Antunes" userId="059c692484dd0481" providerId="LiveId" clId="{73D4D07A-0778-410B-AF19-12D9596F88EC}" dt="2025-10-16T22:23:40.046" v="1172" actId="1076"/>
          <ac:spMkLst>
            <pc:docMk/>
            <pc:sldMk cId="599699325" sldId="271"/>
            <ac:spMk id="33" creationId="{153716A0-EEF9-17DF-43D6-29BDD7E68903}"/>
          </ac:spMkLst>
        </pc:spChg>
        <pc:spChg chg="add mod ord">
          <ac:chgData name="Diogo Antunes" userId="059c692484dd0481" providerId="LiveId" clId="{73D4D07A-0778-410B-AF19-12D9596F88EC}" dt="2025-10-19T12:23:04.934" v="3175" actId="20577"/>
          <ac:spMkLst>
            <pc:docMk/>
            <pc:sldMk cId="599699325" sldId="271"/>
            <ac:spMk id="34" creationId="{C74C8787-53E0-D16E-77F1-D980007DA947}"/>
          </ac:spMkLst>
        </pc:spChg>
        <pc:spChg chg="add mod ord">
          <ac:chgData name="Diogo Antunes" userId="059c692484dd0481" providerId="LiveId" clId="{73D4D07A-0778-410B-AF19-12D9596F88EC}" dt="2025-10-19T12:22:36.044" v="3164" actId="20577"/>
          <ac:spMkLst>
            <pc:docMk/>
            <pc:sldMk cId="599699325" sldId="271"/>
            <ac:spMk id="35" creationId="{6040DF86-5C4D-D18A-1F0D-885B23341A40}"/>
          </ac:spMkLst>
        </pc:spChg>
        <pc:spChg chg="add mod ord">
          <ac:chgData name="Diogo Antunes" userId="059c692484dd0481" providerId="LiveId" clId="{73D4D07A-0778-410B-AF19-12D9596F88EC}" dt="2025-10-19T12:22:55.812" v="3171" actId="20577"/>
          <ac:spMkLst>
            <pc:docMk/>
            <pc:sldMk cId="599699325" sldId="271"/>
            <ac:spMk id="36" creationId="{B5A220B9-0B10-03C0-3C34-766E26ABE253}"/>
          </ac:spMkLst>
        </pc:spChg>
        <pc:spChg chg="add mod ord">
          <ac:chgData name="Diogo Antunes" userId="059c692484dd0481" providerId="LiveId" clId="{73D4D07A-0778-410B-AF19-12D9596F88EC}" dt="2025-10-19T12:22:26.905" v="3154" actId="20577"/>
          <ac:spMkLst>
            <pc:docMk/>
            <pc:sldMk cId="599699325" sldId="271"/>
            <ac:spMk id="37" creationId="{78D5D513-82FF-605B-ACFC-DC8C86AACC60}"/>
          </ac:spMkLst>
        </pc:spChg>
        <pc:spChg chg="add mod ord">
          <ac:chgData name="Diogo Antunes" userId="059c692484dd0481" providerId="LiveId" clId="{73D4D07A-0778-410B-AF19-12D9596F88EC}" dt="2025-10-19T12:22:38.281" v="3166" actId="20577"/>
          <ac:spMkLst>
            <pc:docMk/>
            <pc:sldMk cId="599699325" sldId="271"/>
            <ac:spMk id="38" creationId="{66B04EEA-A6B2-83CB-CD69-5FEF3A00D8FF}"/>
          </ac:spMkLst>
        </pc:spChg>
        <pc:spChg chg="add mod ord">
          <ac:chgData name="Diogo Antunes" userId="059c692484dd0481" providerId="LiveId" clId="{73D4D07A-0778-410B-AF19-12D9596F88EC}" dt="2025-10-19T12:23:02.534" v="3173" actId="20577"/>
          <ac:spMkLst>
            <pc:docMk/>
            <pc:sldMk cId="599699325" sldId="271"/>
            <ac:spMk id="39" creationId="{9251C077-9506-C66D-4E50-6D609D469F2C}"/>
          </ac:spMkLst>
        </pc:spChg>
        <pc:cxnChg chg="mod">
          <ac:chgData name="Diogo Antunes" userId="059c692484dd0481" providerId="LiveId" clId="{73D4D07A-0778-410B-AF19-12D9596F88EC}" dt="2025-10-16T22:18:43.585" v="1133" actId="1076"/>
          <ac:cxnSpMkLst>
            <pc:docMk/>
            <pc:sldMk cId="599699325" sldId="271"/>
            <ac:cxnSpMk id="66" creationId="{17516953-AC61-8AAD-884E-4D73F5F1C14C}"/>
          </ac:cxnSpMkLst>
        </pc:cxnChg>
        <pc:cxnChg chg="ord">
          <ac:chgData name="Diogo Antunes" userId="059c692484dd0481" providerId="LiveId" clId="{73D4D07A-0778-410B-AF19-12D9596F88EC}" dt="2025-10-15T20:34:16.283" v="57" actId="167"/>
          <ac:cxnSpMkLst>
            <pc:docMk/>
            <pc:sldMk cId="599699325" sldId="271"/>
            <ac:cxnSpMk id="80" creationId="{C0BE1131-93B4-7DB4-064A-6AEBA139432F}"/>
          </ac:cxnSpMkLst>
        </pc:cxnChg>
        <pc:cxnChg chg="ord">
          <ac:chgData name="Diogo Antunes" userId="059c692484dd0481" providerId="LiveId" clId="{73D4D07A-0778-410B-AF19-12D9596F88EC}" dt="2025-10-16T22:24:26.021" v="1177" actId="167"/>
          <ac:cxnSpMkLst>
            <pc:docMk/>
            <pc:sldMk cId="599699325" sldId="271"/>
            <ac:cxnSpMk id="81" creationId="{D2EE4A2E-6E72-B5BC-0ABA-9FCB0F3F94C8}"/>
          </ac:cxnSpMkLst>
        </pc:cxnChg>
        <pc:cxnChg chg="mod ord">
          <ac:chgData name="Diogo Antunes" userId="059c692484dd0481" providerId="LiveId" clId="{73D4D07A-0778-410B-AF19-12D9596F88EC}" dt="2025-10-16T22:25:52.225" v="1194" actId="167"/>
          <ac:cxnSpMkLst>
            <pc:docMk/>
            <pc:sldMk cId="599699325" sldId="271"/>
            <ac:cxnSpMk id="82" creationId="{ED6DEC1F-6E55-AAA5-4648-7221796D7D1B}"/>
          </ac:cxnSpMkLst>
        </pc:cxnChg>
        <pc:cxnChg chg="ord">
          <ac:chgData name="Diogo Antunes" userId="059c692484dd0481" providerId="LiveId" clId="{73D4D07A-0778-410B-AF19-12D9596F88EC}" dt="2025-10-15T20:34:16.283" v="57" actId="167"/>
          <ac:cxnSpMkLst>
            <pc:docMk/>
            <pc:sldMk cId="599699325" sldId="271"/>
            <ac:cxnSpMk id="83" creationId="{914387C3-F018-8D63-F04F-E9915F764BE3}"/>
          </ac:cxnSpMkLst>
        </pc:cxnChg>
        <pc:cxnChg chg="ord">
          <ac:chgData name="Diogo Antunes" userId="059c692484dd0481" providerId="LiveId" clId="{73D4D07A-0778-410B-AF19-12D9596F88EC}" dt="2025-10-15T20:34:16.283" v="57" actId="167"/>
          <ac:cxnSpMkLst>
            <pc:docMk/>
            <pc:sldMk cId="599699325" sldId="271"/>
            <ac:cxnSpMk id="84" creationId="{A96E1879-6AD9-2AAC-E461-5382C639C539}"/>
          </ac:cxnSpMkLst>
        </pc:cxnChg>
        <pc:cxnChg chg="ord">
          <ac:chgData name="Diogo Antunes" userId="059c692484dd0481" providerId="LiveId" clId="{73D4D07A-0778-410B-AF19-12D9596F88EC}" dt="2025-10-15T20:34:16.283" v="57" actId="167"/>
          <ac:cxnSpMkLst>
            <pc:docMk/>
            <pc:sldMk cId="599699325" sldId="271"/>
            <ac:cxnSpMk id="85" creationId="{32B854FF-B486-FA5C-3D70-57B3F9B1A13F}"/>
          </ac:cxnSpMkLst>
        </pc:cxnChg>
      </pc:sldChg>
      <pc:sldChg chg="del">
        <pc:chgData name="Diogo Antunes" userId="059c692484dd0481" providerId="LiveId" clId="{73D4D07A-0778-410B-AF19-12D9596F88EC}" dt="2025-10-15T20:44:20.791" v="128" actId="2696"/>
        <pc:sldMkLst>
          <pc:docMk/>
          <pc:sldMk cId="2663094142" sldId="272"/>
        </pc:sldMkLst>
      </pc:sldChg>
      <pc:sldChg chg="del">
        <pc:chgData name="Diogo Antunes" userId="059c692484dd0481" providerId="LiveId" clId="{73D4D07A-0778-410B-AF19-12D9596F88EC}" dt="2025-10-15T21:13:45.004" v="219" actId="2696"/>
        <pc:sldMkLst>
          <pc:docMk/>
          <pc:sldMk cId="3681458675" sldId="273"/>
        </pc:sldMkLst>
      </pc:sldChg>
      <pc:sldChg chg="del">
        <pc:chgData name="Diogo Antunes" userId="059c692484dd0481" providerId="LiveId" clId="{73D4D07A-0778-410B-AF19-12D9596F88EC}" dt="2025-10-15T21:18:10.964" v="227" actId="2696"/>
        <pc:sldMkLst>
          <pc:docMk/>
          <pc:sldMk cId="724663223" sldId="274"/>
        </pc:sldMkLst>
      </pc:sldChg>
      <pc:sldChg chg="del">
        <pc:chgData name="Diogo Antunes" userId="059c692484dd0481" providerId="LiveId" clId="{73D4D07A-0778-410B-AF19-12D9596F88EC}" dt="2025-10-15T21:18:10.964" v="227" actId="2696"/>
        <pc:sldMkLst>
          <pc:docMk/>
          <pc:sldMk cId="4204384240" sldId="275"/>
        </pc:sldMkLst>
      </pc:sldChg>
      <pc:sldChg chg="del">
        <pc:chgData name="Diogo Antunes" userId="059c692484dd0481" providerId="LiveId" clId="{73D4D07A-0778-410B-AF19-12D9596F88EC}" dt="2025-10-15T21:18:10.964" v="227" actId="2696"/>
        <pc:sldMkLst>
          <pc:docMk/>
          <pc:sldMk cId="2975179392" sldId="276"/>
        </pc:sldMkLst>
      </pc:sldChg>
      <pc:sldChg chg="del">
        <pc:chgData name="Diogo Antunes" userId="059c692484dd0481" providerId="LiveId" clId="{73D4D07A-0778-410B-AF19-12D9596F88EC}" dt="2025-10-15T21:18:10.964" v="227" actId="2696"/>
        <pc:sldMkLst>
          <pc:docMk/>
          <pc:sldMk cId="3859206770" sldId="277"/>
        </pc:sldMkLst>
      </pc:sldChg>
      <pc:sldChg chg="del">
        <pc:chgData name="Diogo Antunes" userId="059c692484dd0481" providerId="LiveId" clId="{73D4D07A-0778-410B-AF19-12D9596F88EC}" dt="2025-10-15T21:18:10.964" v="227" actId="2696"/>
        <pc:sldMkLst>
          <pc:docMk/>
          <pc:sldMk cId="2757294641" sldId="278"/>
        </pc:sldMkLst>
      </pc:sldChg>
      <pc:sldChg chg="modSp add del mod">
        <pc:chgData name="Diogo Antunes" userId="059c692484dd0481" providerId="LiveId" clId="{73D4D07A-0778-410B-AF19-12D9596F88EC}" dt="2025-10-15T18:08:52.415" v="7" actId="47"/>
        <pc:sldMkLst>
          <pc:docMk/>
          <pc:sldMk cId="503183836" sldId="279"/>
        </pc:sldMkLst>
      </pc:sldChg>
      <pc:sldChg chg="modSp add del mod">
        <pc:chgData name="Diogo Antunes" userId="059c692484dd0481" providerId="LiveId" clId="{73D4D07A-0778-410B-AF19-12D9596F88EC}" dt="2025-10-15T20:49:42.933" v="175" actId="2696"/>
        <pc:sldMkLst>
          <pc:docMk/>
          <pc:sldMk cId="1109963766" sldId="279"/>
        </pc:sldMkLst>
      </pc:sldChg>
      <pc:sldChg chg="add del">
        <pc:chgData name="Diogo Antunes" userId="059c692484dd0481" providerId="LiveId" clId="{73D4D07A-0778-410B-AF19-12D9596F88EC}" dt="2025-10-15T20:50:39.837" v="179" actId="2696"/>
        <pc:sldMkLst>
          <pc:docMk/>
          <pc:sldMk cId="2470230010" sldId="280"/>
        </pc:sldMkLst>
      </pc:sldChg>
      <pc:sldChg chg="modSp add del mod">
        <pc:chgData name="Diogo Antunes" userId="059c692484dd0481" providerId="LiveId" clId="{73D4D07A-0778-410B-AF19-12D9596F88EC}" dt="2025-10-16T22:28:41.179" v="1216" actId="47"/>
        <pc:sldMkLst>
          <pc:docMk/>
          <pc:sldMk cId="1559530080" sldId="281"/>
        </pc:sldMkLst>
      </pc:sldChg>
      <pc:sldChg chg="addSp modSp add del mod">
        <pc:chgData name="Diogo Antunes" userId="059c692484dd0481" providerId="LiveId" clId="{73D4D07A-0778-410B-AF19-12D9596F88EC}" dt="2025-10-16T22:28:41.179" v="1216" actId="47"/>
        <pc:sldMkLst>
          <pc:docMk/>
          <pc:sldMk cId="3138332" sldId="282"/>
        </pc:sldMkLst>
      </pc:sldChg>
      <pc:sldChg chg="add del">
        <pc:chgData name="Diogo Antunes" userId="059c692484dd0481" providerId="LiveId" clId="{73D4D07A-0778-410B-AF19-12D9596F88EC}" dt="2025-10-15T21:05:44.781" v="182" actId="2696"/>
        <pc:sldMkLst>
          <pc:docMk/>
          <pc:sldMk cId="3534198580" sldId="283"/>
        </pc:sldMkLst>
      </pc:sldChg>
      <pc:sldChg chg="addSp delSp modSp add del mod">
        <pc:chgData name="Diogo Antunes" userId="059c692484dd0481" providerId="LiveId" clId="{73D4D07A-0778-410B-AF19-12D9596F88EC}" dt="2025-10-16T22:28:41.179" v="1216" actId="47"/>
        <pc:sldMkLst>
          <pc:docMk/>
          <pc:sldMk cId="3579416288" sldId="283"/>
        </pc:sldMkLst>
      </pc:sldChg>
      <pc:sldChg chg="addSp delSp modSp add del mod">
        <pc:chgData name="Diogo Antunes" userId="059c692484dd0481" providerId="LiveId" clId="{73D4D07A-0778-410B-AF19-12D9596F88EC}" dt="2025-10-16T22:28:41.179" v="1216" actId="47"/>
        <pc:sldMkLst>
          <pc:docMk/>
          <pc:sldMk cId="3356647322" sldId="284"/>
        </pc:sldMkLst>
      </pc:sldChg>
      <pc:sldChg chg="add del">
        <pc:chgData name="Diogo Antunes" userId="059c692484dd0481" providerId="LiveId" clId="{73D4D07A-0778-410B-AF19-12D9596F88EC}" dt="2025-10-15T21:26:11.854" v="236" actId="47"/>
        <pc:sldMkLst>
          <pc:docMk/>
          <pc:sldMk cId="1680359603" sldId="285"/>
        </pc:sldMkLst>
      </pc:sldChg>
      <pc:sldChg chg="add del">
        <pc:chgData name="Diogo Antunes" userId="059c692484dd0481" providerId="LiveId" clId="{73D4D07A-0778-410B-AF19-12D9596F88EC}" dt="2025-10-15T21:26:11.854" v="236" actId="47"/>
        <pc:sldMkLst>
          <pc:docMk/>
          <pc:sldMk cId="1799039874" sldId="286"/>
        </pc:sldMkLst>
      </pc:sldChg>
      <pc:sldChg chg="modSp add del mod">
        <pc:chgData name="Diogo Antunes" userId="059c692484dd0481" providerId="LiveId" clId="{73D4D07A-0778-410B-AF19-12D9596F88EC}" dt="2025-10-15T21:26:11.854" v="236" actId="47"/>
        <pc:sldMkLst>
          <pc:docMk/>
          <pc:sldMk cId="2849643258" sldId="287"/>
        </pc:sldMkLst>
      </pc:sldChg>
      <pc:sldChg chg="delSp modSp add del mod">
        <pc:chgData name="Diogo Antunes" userId="059c692484dd0481" providerId="LiveId" clId="{73D4D07A-0778-410B-AF19-12D9596F88EC}" dt="2025-10-16T22:28:41.179" v="1216" actId="47"/>
        <pc:sldMkLst>
          <pc:docMk/>
          <pc:sldMk cId="3088653494" sldId="288"/>
        </pc:sldMkLst>
      </pc:sldChg>
      <pc:sldChg chg="addSp delSp modSp add del mod">
        <pc:chgData name="Diogo Antunes" userId="059c692484dd0481" providerId="LiveId" clId="{73D4D07A-0778-410B-AF19-12D9596F88EC}" dt="2025-10-16T22:28:41.179" v="1216" actId="47"/>
        <pc:sldMkLst>
          <pc:docMk/>
          <pc:sldMk cId="3326110587" sldId="289"/>
        </pc:sldMkLst>
      </pc:sldChg>
      <pc:sldChg chg="addSp delSp modSp add del mod">
        <pc:chgData name="Diogo Antunes" userId="059c692484dd0481" providerId="LiveId" clId="{73D4D07A-0778-410B-AF19-12D9596F88EC}" dt="2025-10-16T22:28:41.179" v="1216" actId="47"/>
        <pc:sldMkLst>
          <pc:docMk/>
          <pc:sldMk cId="738633636" sldId="290"/>
        </pc:sldMkLst>
      </pc:sldChg>
      <pc:sldChg chg="modSp add del mod">
        <pc:chgData name="Diogo Antunes" userId="059c692484dd0481" providerId="LiveId" clId="{73D4D07A-0778-410B-AF19-12D9596F88EC}" dt="2025-10-15T21:38:45.955" v="281" actId="2696"/>
        <pc:sldMkLst>
          <pc:docMk/>
          <pc:sldMk cId="1713794301" sldId="290"/>
        </pc:sldMkLst>
      </pc:sldChg>
      <pc:sldChg chg="addSp delSp modSp add del mod">
        <pc:chgData name="Diogo Antunes" userId="059c692484dd0481" providerId="LiveId" clId="{73D4D07A-0778-410B-AF19-12D9596F88EC}" dt="2025-10-16T22:28:41.179" v="1216" actId="47"/>
        <pc:sldMkLst>
          <pc:docMk/>
          <pc:sldMk cId="3385350062" sldId="291"/>
        </pc:sldMkLst>
      </pc:sldChg>
      <pc:sldChg chg="addSp delSp modSp add mod">
        <pc:chgData name="Diogo Antunes" userId="059c692484dd0481" providerId="LiveId" clId="{73D4D07A-0778-410B-AF19-12D9596F88EC}" dt="2025-10-19T12:24:54.791" v="3221" actId="207"/>
        <pc:sldMkLst>
          <pc:docMk/>
          <pc:sldMk cId="1211506224" sldId="292"/>
        </pc:sldMkLst>
        <pc:spChg chg="del">
          <ac:chgData name="Diogo Antunes" userId="059c692484dd0481" providerId="LiveId" clId="{73D4D07A-0778-410B-AF19-12D9596F88EC}" dt="2025-10-19T12:24:35.334" v="3207" actId="478"/>
          <ac:spMkLst>
            <pc:docMk/>
            <pc:sldMk cId="1211506224" sldId="292"/>
            <ac:spMk id="2" creationId="{E528DC77-5C13-38C8-7E6B-E152F3DAB4C6}"/>
          </ac:spMkLst>
        </pc:spChg>
        <pc:spChg chg="del mod">
          <ac:chgData name="Diogo Antunes" userId="059c692484dd0481" providerId="LiveId" clId="{73D4D07A-0778-410B-AF19-12D9596F88EC}" dt="2025-10-19T12:24:28.936" v="3198" actId="478"/>
          <ac:spMkLst>
            <pc:docMk/>
            <pc:sldMk cId="1211506224" sldId="292"/>
            <ac:spMk id="3" creationId="{7E79266D-F6E9-3B68-AA17-14A99189406C}"/>
          </ac:spMkLst>
        </pc:spChg>
        <pc:spChg chg="del">
          <ac:chgData name="Diogo Antunes" userId="059c692484dd0481" providerId="LiveId" clId="{73D4D07A-0778-410B-AF19-12D9596F88EC}" dt="2025-10-19T12:24:27.484" v="3196" actId="478"/>
          <ac:spMkLst>
            <pc:docMk/>
            <pc:sldMk cId="1211506224" sldId="292"/>
            <ac:spMk id="4" creationId="{4DA14F72-AF1A-6F61-CD59-5F25E3E5207F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5" creationId="{F806540F-B842-CB90-2F17-F4108B961BD7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6" creationId="{F044F76E-AEC4-E29F-CB84-EEE7A39A8784}"/>
          </ac:spMkLst>
        </pc:spChg>
        <pc:spChg chg="add mod">
          <ac:chgData name="Diogo Antunes" userId="059c692484dd0481" providerId="LiveId" clId="{73D4D07A-0778-410B-AF19-12D9596F88EC}" dt="2025-10-19T12:24:54.791" v="3221" actId="207"/>
          <ac:spMkLst>
            <pc:docMk/>
            <pc:sldMk cId="1211506224" sldId="292"/>
            <ac:spMk id="7" creationId="{AB54EDC9-6368-39D6-0E2E-D38A46249FB0}"/>
          </ac:spMkLst>
        </pc:spChg>
        <pc:spChg chg="del">
          <ac:chgData name="Diogo Antunes" userId="059c692484dd0481" providerId="LiveId" clId="{73D4D07A-0778-410B-AF19-12D9596F88EC}" dt="2025-10-19T12:24:38.230" v="3212" actId="478"/>
          <ac:spMkLst>
            <pc:docMk/>
            <pc:sldMk cId="1211506224" sldId="292"/>
            <ac:spMk id="8" creationId="{267D59B5-9176-E16F-357C-D55A0A4E23CE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9" creationId="{703A8B41-4164-266C-A6DB-183FC3034E5D}"/>
          </ac:spMkLst>
        </pc:spChg>
        <pc:spChg chg="del">
          <ac:chgData name="Diogo Antunes" userId="059c692484dd0481" providerId="LiveId" clId="{73D4D07A-0778-410B-AF19-12D9596F88EC}" dt="2025-10-19T12:24:31.421" v="3202" actId="478"/>
          <ac:spMkLst>
            <pc:docMk/>
            <pc:sldMk cId="1211506224" sldId="292"/>
            <ac:spMk id="10" creationId="{22C42A93-CE64-FBB7-84F7-143A8CA04DF1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11" creationId="{3D4431FA-A98A-74B7-ED3D-7187CF4AF872}"/>
          </ac:spMkLst>
        </pc:spChg>
        <pc:spChg chg="del">
          <ac:chgData name="Diogo Antunes" userId="059c692484dd0481" providerId="LiveId" clId="{73D4D07A-0778-410B-AF19-12D9596F88EC}" dt="2025-10-19T12:24:25.690" v="3194" actId="478"/>
          <ac:spMkLst>
            <pc:docMk/>
            <pc:sldMk cId="1211506224" sldId="292"/>
            <ac:spMk id="13" creationId="{2C837BBA-E8F2-AC36-3D4B-B8E4FAAD8370}"/>
          </ac:spMkLst>
        </pc:spChg>
        <pc:spChg chg="del">
          <ac:chgData name="Diogo Antunes" userId="059c692484dd0481" providerId="LiveId" clId="{73D4D07A-0778-410B-AF19-12D9596F88EC}" dt="2025-10-19T12:24:32.545" v="3203" actId="478"/>
          <ac:spMkLst>
            <pc:docMk/>
            <pc:sldMk cId="1211506224" sldId="292"/>
            <ac:spMk id="14" creationId="{14D7AF07-3C9E-AD69-F0FB-BF7A3FBE2434}"/>
          </ac:spMkLst>
        </pc:spChg>
        <pc:spChg chg="del">
          <ac:chgData name="Diogo Antunes" userId="059c692484dd0481" providerId="LiveId" clId="{73D4D07A-0778-410B-AF19-12D9596F88EC}" dt="2025-10-19T12:24:29.470" v="3199" actId="478"/>
          <ac:spMkLst>
            <pc:docMk/>
            <pc:sldMk cId="1211506224" sldId="292"/>
            <ac:spMk id="15" creationId="{9E5D1087-DA0C-A75D-009C-DC3022AA87EC}"/>
          </ac:spMkLst>
        </pc:spChg>
        <pc:spChg chg="del">
          <ac:chgData name="Diogo Antunes" userId="059c692484dd0481" providerId="LiveId" clId="{73D4D07A-0778-410B-AF19-12D9596F88EC}" dt="2025-10-19T12:24:48.051" v="3218" actId="478"/>
          <ac:spMkLst>
            <pc:docMk/>
            <pc:sldMk cId="1211506224" sldId="292"/>
            <ac:spMk id="17" creationId="{9E869C92-0B0F-4D8C-9A5B-50EAA3BD09F8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19" creationId="{25AF2C6A-4B31-F034-2AB8-24A9602241EC}"/>
          </ac:spMkLst>
        </pc:spChg>
        <pc:spChg chg="del">
          <ac:chgData name="Diogo Antunes" userId="059c692484dd0481" providerId="LiveId" clId="{73D4D07A-0778-410B-AF19-12D9596F88EC}" dt="2025-10-19T12:24:35.755" v="3208" actId="478"/>
          <ac:spMkLst>
            <pc:docMk/>
            <pc:sldMk cId="1211506224" sldId="292"/>
            <ac:spMk id="20" creationId="{E14FBFB6-8A78-6B5F-C7F2-CE3DFB493D60}"/>
          </ac:spMkLst>
        </pc:spChg>
        <pc:spChg chg="del">
          <ac:chgData name="Diogo Antunes" userId="059c692484dd0481" providerId="LiveId" clId="{73D4D07A-0778-410B-AF19-12D9596F88EC}" dt="2025-10-19T12:24:36.368" v="3209" actId="478"/>
          <ac:spMkLst>
            <pc:docMk/>
            <pc:sldMk cId="1211506224" sldId="292"/>
            <ac:spMk id="21" creationId="{5AAA8CA0-2AE0-8A07-0490-B61F84A0394E}"/>
          </ac:spMkLst>
        </pc:spChg>
        <pc:spChg chg="del">
          <ac:chgData name="Diogo Antunes" userId="059c692484dd0481" providerId="LiveId" clId="{73D4D07A-0778-410B-AF19-12D9596F88EC}" dt="2025-10-19T12:24:30.471" v="3200" actId="478"/>
          <ac:spMkLst>
            <pc:docMk/>
            <pc:sldMk cId="1211506224" sldId="292"/>
            <ac:spMk id="22" creationId="{F4A0FCCC-20A4-5F4E-395B-1FA2CB6337FE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23" creationId="{6C977FBC-ED52-C16D-5CF8-90F4C0920B32}"/>
          </ac:spMkLst>
        </pc:spChg>
        <pc:spChg chg="del">
          <ac:chgData name="Diogo Antunes" userId="059c692484dd0481" providerId="LiveId" clId="{73D4D07A-0778-410B-AF19-12D9596F88EC}" dt="2025-10-19T12:24:34.357" v="3206" actId="478"/>
          <ac:spMkLst>
            <pc:docMk/>
            <pc:sldMk cId="1211506224" sldId="292"/>
            <ac:spMk id="24" creationId="{4999072E-D5A8-977D-5978-1461BC35563C}"/>
          </ac:spMkLst>
        </pc:spChg>
        <pc:spChg chg="del">
          <ac:chgData name="Diogo Antunes" userId="059c692484dd0481" providerId="LiveId" clId="{73D4D07A-0778-410B-AF19-12D9596F88EC}" dt="2025-10-19T12:24:33.560" v="3205" actId="478"/>
          <ac:spMkLst>
            <pc:docMk/>
            <pc:sldMk cId="1211506224" sldId="292"/>
            <ac:spMk id="25" creationId="{72416169-A159-5661-46DB-5B96D9EF520E}"/>
          </ac:spMkLst>
        </pc:spChg>
        <pc:spChg chg="del">
          <ac:chgData name="Diogo Antunes" userId="059c692484dd0481" providerId="LiveId" clId="{73D4D07A-0778-410B-AF19-12D9596F88EC}" dt="2025-10-19T12:24:39.360" v="3214" actId="478"/>
          <ac:spMkLst>
            <pc:docMk/>
            <pc:sldMk cId="1211506224" sldId="292"/>
            <ac:spMk id="26" creationId="{FDAB5A5C-E4EE-B544-CFEE-D5A346C036E0}"/>
          </ac:spMkLst>
        </pc:spChg>
        <pc:spChg chg="del">
          <ac:chgData name="Diogo Antunes" userId="059c692484dd0481" providerId="LiveId" clId="{73D4D07A-0778-410B-AF19-12D9596F88EC}" dt="2025-10-19T12:24:40.058" v="3215" actId="478"/>
          <ac:spMkLst>
            <pc:docMk/>
            <pc:sldMk cId="1211506224" sldId="292"/>
            <ac:spMk id="28" creationId="{F95834CC-56EA-7836-284E-50D896DC20C6}"/>
          </ac:spMkLst>
        </pc:spChg>
        <pc:spChg chg="del">
          <ac:chgData name="Diogo Antunes" userId="059c692484dd0481" providerId="LiveId" clId="{73D4D07A-0778-410B-AF19-12D9596F88EC}" dt="2025-10-19T12:24:37.084" v="3210" actId="478"/>
          <ac:spMkLst>
            <pc:docMk/>
            <pc:sldMk cId="1211506224" sldId="292"/>
            <ac:spMk id="29" creationId="{10831A80-C2BF-B296-A123-526263F9CD30}"/>
          </ac:spMkLst>
        </pc:spChg>
        <pc:spChg chg="del mod">
          <ac:chgData name="Diogo Antunes" userId="059c692484dd0481" providerId="LiveId" clId="{73D4D07A-0778-410B-AF19-12D9596F88EC}" dt="2025-10-19T12:24:40.579" v="3216" actId="478"/>
          <ac:spMkLst>
            <pc:docMk/>
            <pc:sldMk cId="1211506224" sldId="292"/>
            <ac:spMk id="31" creationId="{C8BD7CCA-E078-4042-96DD-158523199311}"/>
          </ac:spMkLst>
        </pc:spChg>
        <pc:spChg chg="del">
          <ac:chgData name="Diogo Antunes" userId="059c692484dd0481" providerId="LiveId" clId="{73D4D07A-0778-410B-AF19-12D9596F88EC}" dt="2025-10-19T12:24:38.681" v="3213" actId="478"/>
          <ac:spMkLst>
            <pc:docMk/>
            <pc:sldMk cId="1211506224" sldId="292"/>
            <ac:spMk id="32" creationId="{659968BE-27BA-6789-74FB-594B3D248DB4}"/>
          </ac:spMkLst>
        </pc:spChg>
        <pc:spChg chg="del">
          <ac:chgData name="Diogo Antunes" userId="059c692484dd0481" providerId="LiveId" clId="{73D4D07A-0778-410B-AF19-12D9596F88EC}" dt="2025-10-19T12:24:37.681" v="3211" actId="478"/>
          <ac:spMkLst>
            <pc:docMk/>
            <pc:sldMk cId="1211506224" sldId="292"/>
            <ac:spMk id="33" creationId="{F3E22CE5-24D3-63F9-09A5-5B126DD2D424}"/>
          </ac:spMkLst>
        </pc:spChg>
        <pc:spChg chg="del">
          <ac:chgData name="Diogo Antunes" userId="059c692484dd0481" providerId="LiveId" clId="{73D4D07A-0778-410B-AF19-12D9596F88EC}" dt="2025-10-19T12:24:30.995" v="3201" actId="478"/>
          <ac:spMkLst>
            <pc:docMk/>
            <pc:sldMk cId="1211506224" sldId="292"/>
            <ac:spMk id="34" creationId="{5AD74FD3-BB79-54C7-C391-EC77F69C00F2}"/>
          </ac:spMkLst>
        </pc:spChg>
        <pc:spChg chg="del">
          <ac:chgData name="Diogo Antunes" userId="059c692484dd0481" providerId="LiveId" clId="{73D4D07A-0778-410B-AF19-12D9596F88EC}" dt="2025-10-19T12:24:26.576" v="3195" actId="478"/>
          <ac:spMkLst>
            <pc:docMk/>
            <pc:sldMk cId="1211506224" sldId="292"/>
            <ac:spMk id="35" creationId="{DDA22271-8449-0E5E-5CC5-1DFA7C57FC34}"/>
          </ac:spMkLst>
        </pc:spChg>
        <pc:spChg chg="del">
          <ac:chgData name="Diogo Antunes" userId="059c692484dd0481" providerId="LiveId" clId="{73D4D07A-0778-410B-AF19-12D9596F88EC}" dt="2025-10-19T12:24:28.021" v="3197" actId="478"/>
          <ac:spMkLst>
            <pc:docMk/>
            <pc:sldMk cId="1211506224" sldId="292"/>
            <ac:spMk id="36" creationId="{1E1E4D93-39AD-BB86-3123-6E7CC15AB9C2}"/>
          </ac:spMkLst>
        </pc:spChg>
        <pc:spChg chg="mod">
          <ac:chgData name="Diogo Antunes" userId="059c692484dd0481" providerId="LiveId" clId="{73D4D07A-0778-410B-AF19-12D9596F88EC}" dt="2025-10-19T12:24:49.938" v="3220" actId="20577"/>
          <ac:spMkLst>
            <pc:docMk/>
            <pc:sldMk cId="1211506224" sldId="292"/>
            <ac:spMk id="37" creationId="{B3A81818-D74B-392B-4DC4-D16970CC2B37}"/>
          </ac:spMkLst>
        </pc:spChg>
        <pc:spChg chg="del mod">
          <ac:chgData name="Diogo Antunes" userId="059c692484dd0481" providerId="LiveId" clId="{73D4D07A-0778-410B-AF19-12D9596F88EC}" dt="2025-10-19T12:24:25.109" v="3193" actId="478"/>
          <ac:spMkLst>
            <pc:docMk/>
            <pc:sldMk cId="1211506224" sldId="292"/>
            <ac:spMk id="38" creationId="{7DE54F3C-ADC4-963A-9053-0489B728A2C5}"/>
          </ac:spMkLst>
        </pc:spChg>
        <pc:spChg chg="del">
          <ac:chgData name="Diogo Antunes" userId="059c692484dd0481" providerId="LiveId" clId="{73D4D07A-0778-410B-AF19-12D9596F88EC}" dt="2025-10-19T12:24:33.038" v="3204" actId="478"/>
          <ac:spMkLst>
            <pc:docMk/>
            <pc:sldMk cId="1211506224" sldId="292"/>
            <ac:spMk id="39" creationId="{18282508-B2AB-7031-85B0-2B90AAB2DAEA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40" creationId="{394725C9-84C4-0A83-6675-5D323776D9EA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49" creationId="{9C1300C6-EFD8-AF75-EB85-78308F0F253F}"/>
          </ac:spMkLst>
        </pc:spChg>
        <pc:spChg chg="add mod">
          <ac:chgData name="Diogo Antunes" userId="059c692484dd0481" providerId="LiveId" clId="{73D4D07A-0778-410B-AF19-12D9596F88EC}" dt="2025-10-19T12:24:41.914" v="3217"/>
          <ac:spMkLst>
            <pc:docMk/>
            <pc:sldMk cId="1211506224" sldId="292"/>
            <ac:spMk id="51" creationId="{003FF828-DF42-EAF7-2BBC-7B7EF1A63E43}"/>
          </ac:spMkLst>
        </pc:spChg>
      </pc:sldChg>
      <pc:sldChg chg="modSp add del mod">
        <pc:chgData name="Diogo Antunes" userId="059c692484dd0481" providerId="LiveId" clId="{73D4D07A-0778-410B-AF19-12D9596F88EC}" dt="2025-10-15T21:52:57.939" v="837" actId="2696"/>
        <pc:sldMkLst>
          <pc:docMk/>
          <pc:sldMk cId="3059552104" sldId="292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1139532041" sldId="293"/>
        </pc:sldMkLst>
      </pc:sldChg>
      <pc:sldChg chg="delSp modSp add del mod">
        <pc:chgData name="Diogo Antunes" userId="059c692484dd0481" providerId="LiveId" clId="{73D4D07A-0778-410B-AF19-12D9596F88EC}" dt="2025-10-19T12:46:04.162" v="3362" actId="47"/>
        <pc:sldMkLst>
          <pc:docMk/>
          <pc:sldMk cId="2093471404" sldId="294"/>
        </pc:sldMkLst>
      </pc:sldChg>
      <pc:sldChg chg="delSp modSp add del mod">
        <pc:chgData name="Diogo Antunes" userId="059c692484dd0481" providerId="LiveId" clId="{73D4D07A-0778-410B-AF19-12D9596F88EC}" dt="2025-10-19T12:46:04.162" v="3362" actId="47"/>
        <pc:sldMkLst>
          <pc:docMk/>
          <pc:sldMk cId="3670438022" sldId="295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1857586062" sldId="296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1907627854" sldId="297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1798281124" sldId="298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2147526444" sldId="299"/>
        </pc:sldMkLst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209656691" sldId="300"/>
        </pc:sldMkLst>
        <pc:spChg chg="add mod">
          <ac:chgData name="Diogo Antunes" userId="059c692484dd0481" providerId="LiveId" clId="{73D4D07A-0778-410B-AF19-12D9596F88EC}" dt="2025-10-19T11:17:23.413" v="1920" actId="1076"/>
          <ac:spMkLst>
            <pc:docMk/>
            <pc:sldMk cId="209656691" sldId="300"/>
            <ac:spMk id="2" creationId="{811382FA-DFC7-E712-82F0-24C6A244CBEC}"/>
          </ac:spMkLst>
        </pc:spChg>
        <pc:spChg chg="add mod">
          <ac:chgData name="Diogo Antunes" userId="059c692484dd0481" providerId="LiveId" clId="{73D4D07A-0778-410B-AF19-12D9596F88EC}" dt="2025-10-19T11:17:40.625" v="1923" actId="1076"/>
          <ac:spMkLst>
            <pc:docMk/>
            <pc:sldMk cId="209656691" sldId="300"/>
            <ac:spMk id="5" creationId="{16D19460-0270-38BD-A1F9-16FC4A4BB7EB}"/>
          </ac:spMkLst>
        </pc:spChg>
        <pc:spChg chg="del">
          <ac:chgData name="Diogo Antunes" userId="059c692484dd0481" providerId="LiveId" clId="{73D4D07A-0778-410B-AF19-12D9596F88EC}" dt="2025-10-19T11:17:17.338" v="1918" actId="478"/>
          <ac:spMkLst>
            <pc:docMk/>
            <pc:sldMk cId="209656691" sldId="300"/>
            <ac:spMk id="20" creationId="{5532F4BA-C7E7-13B1-616A-5D6ED9749855}"/>
          </ac:spMkLst>
        </pc:spChg>
      </pc:sldChg>
      <pc:sldChg chg="addSp delSp modSp add mod">
        <pc:chgData name="Diogo Antunes" userId="059c692484dd0481" providerId="LiveId" clId="{73D4D07A-0778-410B-AF19-12D9596F88EC}" dt="2025-10-19T12:47:29.989" v="3390" actId="20577"/>
        <pc:sldMkLst>
          <pc:docMk/>
          <pc:sldMk cId="3354542856" sldId="301"/>
        </pc:sldMkLst>
        <pc:spChg chg="add mod">
          <ac:chgData name="Diogo Antunes" userId="059c692484dd0481" providerId="LiveId" clId="{73D4D07A-0778-410B-AF19-12D9596F88EC}" dt="2025-10-19T12:47:22.521" v="3381" actId="20577"/>
          <ac:spMkLst>
            <pc:docMk/>
            <pc:sldMk cId="3354542856" sldId="301"/>
            <ac:spMk id="2" creationId="{C5A31B35-C3BB-496A-CA84-F56E9DE13532}"/>
          </ac:spMkLst>
        </pc:spChg>
        <pc:spChg chg="add del mod ord">
          <ac:chgData name="Diogo Antunes" userId="059c692484dd0481" providerId="LiveId" clId="{73D4D07A-0778-410B-AF19-12D9596F88EC}" dt="2025-10-19T11:34:40.163" v="2869" actId="478"/>
          <ac:spMkLst>
            <pc:docMk/>
            <pc:sldMk cId="3354542856" sldId="301"/>
            <ac:spMk id="3" creationId="{36B8542D-19AF-224E-D6BA-4DA53892F4F6}"/>
          </ac:spMkLst>
        </pc:spChg>
        <pc:spChg chg="add del mod ord">
          <ac:chgData name="Diogo Antunes" userId="059c692484dd0481" providerId="LiveId" clId="{73D4D07A-0778-410B-AF19-12D9596F88EC}" dt="2025-10-19T11:34:40.163" v="2869" actId="478"/>
          <ac:spMkLst>
            <pc:docMk/>
            <pc:sldMk cId="3354542856" sldId="301"/>
            <ac:spMk id="4" creationId="{AE6CB3F1-EB95-D1BC-88CE-229453BEA75B}"/>
          </ac:spMkLst>
        </pc:spChg>
        <pc:spChg chg="add mod ord">
          <ac:chgData name="Diogo Antunes" userId="059c692484dd0481" providerId="LiveId" clId="{73D4D07A-0778-410B-AF19-12D9596F88EC}" dt="2025-10-19T12:46:56.180" v="3369" actId="1076"/>
          <ac:spMkLst>
            <pc:docMk/>
            <pc:sldMk cId="3354542856" sldId="301"/>
            <ac:spMk id="5" creationId="{0BB7C3B9-F459-EB6A-72BC-86442749E413}"/>
          </ac:spMkLst>
        </pc:spChg>
        <pc:spChg chg="add mod ord">
          <ac:chgData name="Diogo Antunes" userId="059c692484dd0481" providerId="LiveId" clId="{73D4D07A-0778-410B-AF19-12D9596F88EC}" dt="2025-10-19T12:47:02.257" v="3373" actId="20577"/>
          <ac:spMkLst>
            <pc:docMk/>
            <pc:sldMk cId="3354542856" sldId="301"/>
            <ac:spMk id="6" creationId="{C7256F8A-2B5A-314F-5EED-844F7A879E6F}"/>
          </ac:spMkLst>
        </pc:spChg>
        <pc:spChg chg="add mod ord">
          <ac:chgData name="Diogo Antunes" userId="059c692484dd0481" providerId="LiveId" clId="{73D4D07A-0778-410B-AF19-12D9596F88EC}" dt="2025-10-19T12:47:12.301" v="3378" actId="1076"/>
          <ac:spMkLst>
            <pc:docMk/>
            <pc:sldMk cId="3354542856" sldId="301"/>
            <ac:spMk id="7" creationId="{D7C10366-BFA1-F0EE-C049-7D49CABFDB99}"/>
          </ac:spMkLst>
        </pc:spChg>
        <pc:spChg chg="add mod ord">
          <ac:chgData name="Diogo Antunes" userId="059c692484dd0481" providerId="LiveId" clId="{73D4D07A-0778-410B-AF19-12D9596F88EC}" dt="2025-10-19T12:47:25.542" v="3384" actId="20577"/>
          <ac:spMkLst>
            <pc:docMk/>
            <pc:sldMk cId="3354542856" sldId="301"/>
            <ac:spMk id="8" creationId="{960E2530-3340-67E2-7262-579C61DA916E}"/>
          </ac:spMkLst>
        </pc:spChg>
        <pc:spChg chg="add mod">
          <ac:chgData name="Diogo Antunes" userId="059c692484dd0481" providerId="LiveId" clId="{73D4D07A-0778-410B-AF19-12D9596F88EC}" dt="2025-10-19T12:47:27.938" v="3388" actId="20577"/>
          <ac:spMkLst>
            <pc:docMk/>
            <pc:sldMk cId="3354542856" sldId="301"/>
            <ac:spMk id="9" creationId="{9158D351-6113-8E88-4C63-9DB147EC2439}"/>
          </ac:spMkLst>
        </pc:spChg>
        <pc:spChg chg="add mod">
          <ac:chgData name="Diogo Antunes" userId="059c692484dd0481" providerId="LiveId" clId="{73D4D07A-0778-410B-AF19-12D9596F88EC}" dt="2025-10-19T12:47:29.989" v="3390" actId="20577"/>
          <ac:spMkLst>
            <pc:docMk/>
            <pc:sldMk cId="3354542856" sldId="301"/>
            <ac:spMk id="10" creationId="{E5B99465-7E38-95D7-40E9-914C0E0E60C1}"/>
          </ac:spMkLst>
        </pc:spChg>
        <pc:spChg chg="mod">
          <ac:chgData name="Diogo Antunes" userId="059c692484dd0481" providerId="LiveId" clId="{73D4D07A-0778-410B-AF19-12D9596F88EC}" dt="2025-10-19T12:46:38.454" v="3364" actId="20577"/>
          <ac:spMkLst>
            <pc:docMk/>
            <pc:sldMk cId="3354542856" sldId="301"/>
            <ac:spMk id="27" creationId="{79AE0559-1673-CB4D-9E1F-EA1D5BE2C301}"/>
          </ac:spMkLst>
        </pc:spChg>
        <pc:spChg chg="mod ord">
          <ac:chgData name="Diogo Antunes" userId="059c692484dd0481" providerId="LiveId" clId="{73D4D07A-0778-410B-AF19-12D9596F88EC}" dt="2025-10-19T12:46:41.344" v="3366" actId="20577"/>
          <ac:spMkLst>
            <pc:docMk/>
            <pc:sldMk cId="3354542856" sldId="301"/>
            <ac:spMk id="28" creationId="{5C6F03F8-81EA-DAFB-44C3-623A3C9A290A}"/>
          </ac:spMkLst>
        </pc:spChg>
        <pc:spChg chg="mod">
          <ac:chgData name="Diogo Antunes" userId="059c692484dd0481" providerId="LiveId" clId="{73D4D07A-0778-410B-AF19-12D9596F88EC}" dt="2025-10-16T23:08:41.164" v="1638" actId="1076"/>
          <ac:spMkLst>
            <pc:docMk/>
            <pc:sldMk cId="3354542856" sldId="301"/>
            <ac:spMk id="29" creationId="{DEBB74CF-0B11-7D4E-D8D1-D7B6D1ECADA2}"/>
          </ac:spMkLst>
        </pc:spChg>
        <pc:spChg chg="del mod ord">
          <ac:chgData name="Diogo Antunes" userId="059c692484dd0481" providerId="LiveId" clId="{73D4D07A-0778-410B-AF19-12D9596F88EC}" dt="2025-10-19T12:46:49.539" v="3368" actId="478"/>
          <ac:spMkLst>
            <pc:docMk/>
            <pc:sldMk cId="3354542856" sldId="301"/>
            <ac:spMk id="30" creationId="{1034DBFC-03DF-5CA3-3C72-52C6D30E36AF}"/>
          </ac:spMkLst>
        </pc:spChg>
        <pc:spChg chg="del mod ord">
          <ac:chgData name="Diogo Antunes" userId="059c692484dd0481" providerId="LiveId" clId="{73D4D07A-0778-410B-AF19-12D9596F88EC}" dt="2025-10-19T12:46:48.111" v="3367" actId="478"/>
          <ac:spMkLst>
            <pc:docMk/>
            <pc:sldMk cId="3354542856" sldId="301"/>
            <ac:spMk id="35" creationId="{9DCFA2D4-47D2-1FE6-23BB-E29D380DA907}"/>
          </ac:spMkLst>
        </pc:spChg>
      </pc:sldChg>
      <pc:sldChg chg="addSp delSp modSp add del mod">
        <pc:chgData name="Diogo Antunes" userId="059c692484dd0481" providerId="LiveId" clId="{73D4D07A-0778-410B-AF19-12D9596F88EC}" dt="2025-10-19T12:46:04.162" v="3362" actId="47"/>
        <pc:sldMkLst>
          <pc:docMk/>
          <pc:sldMk cId="945678448" sldId="302"/>
        </pc:sldMkLst>
        <pc:spChg chg="add del mod">
          <ac:chgData name="Diogo Antunes" userId="059c692484dd0481" providerId="LiveId" clId="{73D4D07A-0778-410B-AF19-12D9596F88EC}" dt="2025-10-19T11:17:50.942" v="1924" actId="478"/>
          <ac:spMkLst>
            <pc:docMk/>
            <pc:sldMk cId="945678448" sldId="302"/>
            <ac:spMk id="2" creationId="{D14EDCB5-D603-9C4E-DEBC-01C01847EF7C}"/>
          </ac:spMkLst>
        </pc:spChg>
        <pc:spChg chg="add del mod">
          <ac:chgData name="Diogo Antunes" userId="059c692484dd0481" providerId="LiveId" clId="{73D4D07A-0778-410B-AF19-12D9596F88EC}" dt="2025-10-19T11:18:24.972" v="1927" actId="478"/>
          <ac:spMkLst>
            <pc:docMk/>
            <pc:sldMk cId="945678448" sldId="302"/>
            <ac:spMk id="5" creationId="{B33EE817-C85A-AACD-6396-540CF88B8F33}"/>
          </ac:spMkLst>
        </pc:spChg>
        <pc:spChg chg="mod">
          <ac:chgData name="Diogo Antunes" userId="059c692484dd0481" providerId="LiveId" clId="{73D4D07A-0778-410B-AF19-12D9596F88EC}" dt="2025-10-19T11:18:34.255" v="1929" actId="207"/>
          <ac:spMkLst>
            <pc:docMk/>
            <pc:sldMk cId="945678448" sldId="302"/>
            <ac:spMk id="12" creationId="{65D74CEC-1DFF-9824-D0DE-9F2EFBB86641}"/>
          </ac:spMkLst>
        </pc:spChg>
        <pc:spChg chg="del">
          <ac:chgData name="Diogo Antunes" userId="059c692484dd0481" providerId="LiveId" clId="{73D4D07A-0778-410B-AF19-12D9596F88EC}" dt="2025-10-19T11:18:27.812" v="1928" actId="478"/>
          <ac:spMkLst>
            <pc:docMk/>
            <pc:sldMk cId="945678448" sldId="302"/>
            <ac:spMk id="16" creationId="{6BF76EF0-BD4A-7233-5F40-D125B1A94812}"/>
          </ac:spMkLst>
        </pc:spChg>
        <pc:spChg chg="mod">
          <ac:chgData name="Diogo Antunes" userId="059c692484dd0481" providerId="LiveId" clId="{73D4D07A-0778-410B-AF19-12D9596F88EC}" dt="2025-10-19T11:18:15.479" v="1926" actId="1076"/>
          <ac:spMkLst>
            <pc:docMk/>
            <pc:sldMk cId="945678448" sldId="302"/>
            <ac:spMk id="17" creationId="{F56B5062-0B64-452A-9E0D-61827805AA2B}"/>
          </ac:spMkLst>
        </pc:spChg>
        <pc:spChg chg="mod ord">
          <ac:chgData name="Diogo Antunes" userId="059c692484dd0481" providerId="LiveId" clId="{73D4D07A-0778-410B-AF19-12D9596F88EC}" dt="2025-10-19T11:21:51.144" v="1957" actId="20577"/>
          <ac:spMkLst>
            <pc:docMk/>
            <pc:sldMk cId="945678448" sldId="302"/>
            <ac:spMk id="34" creationId="{3DAF1540-16FF-FA59-ECDC-A253EB64FD19}"/>
          </ac:spMkLst>
        </pc:spChg>
        <pc:spChg chg="mod">
          <ac:chgData name="Diogo Antunes" userId="059c692484dd0481" providerId="LiveId" clId="{73D4D07A-0778-410B-AF19-12D9596F88EC}" dt="2025-10-19T11:20:59.921" v="1931" actId="1076"/>
          <ac:spMkLst>
            <pc:docMk/>
            <pc:sldMk cId="945678448" sldId="302"/>
            <ac:spMk id="36" creationId="{840AA9CB-929F-A2EA-6BB4-4385758340E8}"/>
          </ac:spMkLst>
        </pc:spChg>
      </pc:sldChg>
      <pc:sldChg chg="modSp add del mod">
        <pc:chgData name="Diogo Antunes" userId="059c692484dd0481" providerId="LiveId" clId="{73D4D07A-0778-410B-AF19-12D9596F88EC}" dt="2025-10-19T12:46:04.162" v="3362" actId="47"/>
        <pc:sldMkLst>
          <pc:docMk/>
          <pc:sldMk cId="400438339" sldId="303"/>
        </pc:sldMkLst>
        <pc:spChg chg="mod">
          <ac:chgData name="Diogo Antunes" userId="059c692484dd0481" providerId="LiveId" clId="{73D4D07A-0778-410B-AF19-12D9596F88EC}" dt="2025-10-19T11:21:13.610" v="1933" actId="1076"/>
          <ac:spMkLst>
            <pc:docMk/>
            <pc:sldMk cId="400438339" sldId="303"/>
            <ac:spMk id="17" creationId="{55DB3502-6DE4-0EAE-D621-455138BDD3D4}"/>
          </ac:spMkLst>
        </pc:spChg>
        <pc:spChg chg="mod">
          <ac:chgData name="Diogo Antunes" userId="059c692484dd0481" providerId="LiveId" clId="{73D4D07A-0778-410B-AF19-12D9596F88EC}" dt="2025-10-19T11:21:57.417" v="1980" actId="20577"/>
          <ac:spMkLst>
            <pc:docMk/>
            <pc:sldMk cId="400438339" sldId="303"/>
            <ac:spMk id="34" creationId="{91FC9211-B3DB-FDB0-FD9A-01F701C82FD3}"/>
          </ac:spMkLst>
        </pc:spChg>
        <pc:spChg chg="mod">
          <ac:chgData name="Diogo Antunes" userId="059c692484dd0481" providerId="LiveId" clId="{73D4D07A-0778-410B-AF19-12D9596F88EC}" dt="2025-10-19T11:21:24.972" v="1934" actId="1076"/>
          <ac:spMkLst>
            <pc:docMk/>
            <pc:sldMk cId="400438339" sldId="303"/>
            <ac:spMk id="36" creationId="{CB96A274-2FD7-4B0A-787A-9001602F5AD0}"/>
          </ac:spMkLst>
        </pc:spChg>
      </pc:sldChg>
      <pc:sldChg chg="addSp delSp modSp add mod">
        <pc:chgData name="Diogo Antunes" userId="059c692484dd0481" providerId="LiveId" clId="{73D4D07A-0778-410B-AF19-12D9596F88EC}" dt="2025-10-19T12:26:43.342" v="3229" actId="207"/>
        <pc:sldMkLst>
          <pc:docMk/>
          <pc:sldMk cId="100994798" sldId="304"/>
        </pc:sldMkLst>
        <pc:spChg chg="add del mod">
          <ac:chgData name="Diogo Antunes" userId="059c692484dd0481" providerId="LiveId" clId="{73D4D07A-0778-410B-AF19-12D9596F88EC}" dt="2025-10-19T12:26:06.749" v="3226" actId="478"/>
          <ac:spMkLst>
            <pc:docMk/>
            <pc:sldMk cId="100994798" sldId="304"/>
            <ac:spMk id="2" creationId="{CC293A06-55A3-BAC9-5D7F-FD117D2C6FCB}"/>
          </ac:spMkLst>
        </pc:spChg>
        <pc:spChg chg="mod">
          <ac:chgData name="Diogo Antunes" userId="059c692484dd0481" providerId="LiveId" clId="{73D4D07A-0778-410B-AF19-12D9596F88EC}" dt="2025-10-19T12:26:43.342" v="3229" actId="207"/>
          <ac:spMkLst>
            <pc:docMk/>
            <pc:sldMk cId="100994798" sldId="304"/>
            <ac:spMk id="5" creationId="{E3946F9E-1942-1EA6-8A8F-8767DB7CC228}"/>
          </ac:spMkLst>
        </pc:spChg>
        <pc:spChg chg="mod">
          <ac:chgData name="Diogo Antunes" userId="059c692484dd0481" providerId="LiveId" clId="{73D4D07A-0778-410B-AF19-12D9596F88EC}" dt="2025-10-19T12:26:39.783" v="3228" actId="1076"/>
          <ac:spMkLst>
            <pc:docMk/>
            <pc:sldMk cId="100994798" sldId="304"/>
            <ac:spMk id="7" creationId="{04D8A457-804E-C7E6-0272-C9C1376EADD4}"/>
          </ac:spMkLst>
        </pc:spChg>
        <pc:spChg chg="del">
          <ac:chgData name="Diogo Antunes" userId="059c692484dd0481" providerId="LiveId" clId="{73D4D07A-0778-410B-AF19-12D9596F88EC}" dt="2025-10-19T12:26:32.940" v="3227" actId="478"/>
          <ac:spMkLst>
            <pc:docMk/>
            <pc:sldMk cId="100994798" sldId="304"/>
            <ac:spMk id="37" creationId="{8301927F-95F8-39A7-97BB-CFA8C785DB44}"/>
          </ac:spMkLst>
        </pc:spChg>
      </pc:sldChg>
      <pc:sldChg chg="modSp add mod">
        <pc:chgData name="Diogo Antunes" userId="059c692484dd0481" providerId="LiveId" clId="{73D4D07A-0778-410B-AF19-12D9596F88EC}" dt="2025-10-19T12:27:43.347" v="3233" actId="207"/>
        <pc:sldMkLst>
          <pc:docMk/>
          <pc:sldMk cId="1720299498" sldId="305"/>
        </pc:sldMkLst>
        <pc:spChg chg="mod">
          <ac:chgData name="Diogo Antunes" userId="059c692484dd0481" providerId="LiveId" clId="{73D4D07A-0778-410B-AF19-12D9596F88EC}" dt="2025-10-19T12:27:43.347" v="3233" actId="207"/>
          <ac:spMkLst>
            <pc:docMk/>
            <pc:sldMk cId="1720299498" sldId="305"/>
            <ac:spMk id="11" creationId="{7AB5A2DC-B6BF-6879-6860-19BA471F41D8}"/>
          </ac:spMkLst>
        </pc:spChg>
        <pc:spChg chg="mod">
          <ac:chgData name="Diogo Antunes" userId="059c692484dd0481" providerId="LiveId" clId="{73D4D07A-0778-410B-AF19-12D9596F88EC}" dt="2025-10-19T12:27:40.400" v="3232" actId="1076"/>
          <ac:spMkLst>
            <pc:docMk/>
            <pc:sldMk cId="1720299498" sldId="305"/>
            <ac:spMk id="23" creationId="{3BCF2827-0CAE-6335-9E71-1FDF166863F2}"/>
          </ac:spMkLst>
        </pc:spChg>
      </pc:sldChg>
      <pc:sldChg chg="delSp modSp add mod">
        <pc:chgData name="Diogo Antunes" userId="059c692484dd0481" providerId="LiveId" clId="{73D4D07A-0778-410B-AF19-12D9596F88EC}" dt="2025-10-19T12:29:51.851" v="3243" actId="207"/>
        <pc:sldMkLst>
          <pc:docMk/>
          <pc:sldMk cId="1608208577" sldId="306"/>
        </pc:sldMkLst>
        <pc:spChg chg="mod">
          <ac:chgData name="Diogo Antunes" userId="059c692484dd0481" providerId="LiveId" clId="{73D4D07A-0778-410B-AF19-12D9596F88EC}" dt="2025-10-19T12:29:34.520" v="3239" actId="207"/>
          <ac:spMkLst>
            <pc:docMk/>
            <pc:sldMk cId="1608208577" sldId="306"/>
            <ac:spMk id="6" creationId="{8D2ADF2B-9072-E87B-E0FA-ED7876AC59F3}"/>
          </ac:spMkLst>
        </pc:spChg>
        <pc:spChg chg="mod">
          <ac:chgData name="Diogo Antunes" userId="059c692484dd0481" providerId="LiveId" clId="{73D4D07A-0778-410B-AF19-12D9596F88EC}" dt="2025-10-19T12:29:26.540" v="3236" actId="1076"/>
          <ac:spMkLst>
            <pc:docMk/>
            <pc:sldMk cId="1608208577" sldId="306"/>
            <ac:spMk id="11" creationId="{B3E5A97D-1931-B8D5-1FD8-4405CE4D70A2}"/>
          </ac:spMkLst>
        </pc:spChg>
        <pc:spChg chg="mod">
          <ac:chgData name="Diogo Antunes" userId="059c692484dd0481" providerId="LiveId" clId="{73D4D07A-0778-410B-AF19-12D9596F88EC}" dt="2025-10-19T12:29:51.851" v="3243" actId="207"/>
          <ac:spMkLst>
            <pc:docMk/>
            <pc:sldMk cId="1608208577" sldId="306"/>
            <ac:spMk id="16" creationId="{20C5BE1C-82FD-4D6D-F6A8-115555CC83A6}"/>
          </ac:spMkLst>
        </pc:spChg>
        <pc:spChg chg="del">
          <ac:chgData name="Diogo Antunes" userId="059c692484dd0481" providerId="LiveId" clId="{73D4D07A-0778-410B-AF19-12D9596F88EC}" dt="2025-10-19T12:29:20.399" v="3235" actId="478"/>
          <ac:spMkLst>
            <pc:docMk/>
            <pc:sldMk cId="1608208577" sldId="306"/>
            <ac:spMk id="23" creationId="{6522BEB6-1F26-9F08-182A-FB2396C5E864}"/>
          </ac:spMkLst>
        </pc:spChg>
        <pc:spChg chg="mod">
          <ac:chgData name="Diogo Antunes" userId="059c692484dd0481" providerId="LiveId" clId="{73D4D07A-0778-410B-AF19-12D9596F88EC}" dt="2025-10-19T12:29:46.953" v="3241" actId="1076"/>
          <ac:spMkLst>
            <pc:docMk/>
            <pc:sldMk cId="1608208577" sldId="306"/>
            <ac:spMk id="30" creationId="{E0B0AE61-B62E-D4E3-2991-44A2A30CAAEF}"/>
          </ac:spMkLst>
        </pc:spChg>
        <pc:spChg chg="mod">
          <ac:chgData name="Diogo Antunes" userId="059c692484dd0481" providerId="LiveId" clId="{73D4D07A-0778-410B-AF19-12D9596F88EC}" dt="2025-10-19T12:29:37.327" v="3240" actId="207"/>
          <ac:spMkLst>
            <pc:docMk/>
            <pc:sldMk cId="1608208577" sldId="306"/>
            <ac:spMk id="41" creationId="{E8032890-2A5B-36A7-1D3F-43995043F8B3}"/>
          </ac:spMkLst>
        </pc:spChg>
        <pc:spChg chg="del">
          <ac:chgData name="Diogo Antunes" userId="059c692484dd0481" providerId="LiveId" clId="{73D4D07A-0778-410B-AF19-12D9596F88EC}" dt="2025-10-19T12:29:28.241" v="3237" actId="478"/>
          <ac:spMkLst>
            <pc:docMk/>
            <pc:sldMk cId="1608208577" sldId="306"/>
            <ac:spMk id="42" creationId="{80D5EAD9-E900-D7E2-6527-79DAFE6168AF}"/>
          </ac:spMkLst>
        </pc:spChg>
      </pc:sldChg>
      <pc:sldChg chg="delSp modSp add mod">
        <pc:chgData name="Diogo Antunes" userId="059c692484dd0481" providerId="LiveId" clId="{73D4D07A-0778-410B-AF19-12D9596F88EC}" dt="2025-10-19T12:32:21.773" v="3265" actId="207"/>
        <pc:sldMkLst>
          <pc:docMk/>
          <pc:sldMk cId="4207211226" sldId="307"/>
        </pc:sldMkLst>
        <pc:spChg chg="mod">
          <ac:chgData name="Diogo Antunes" userId="059c692484dd0481" providerId="LiveId" clId="{73D4D07A-0778-410B-AF19-12D9596F88EC}" dt="2025-10-19T12:32:21.773" v="3265" actId="207"/>
          <ac:spMkLst>
            <pc:docMk/>
            <pc:sldMk cId="4207211226" sldId="307"/>
            <ac:spMk id="19" creationId="{F2B71A27-9DC3-8C02-FB82-AA1D3EFDAC6F}"/>
          </ac:spMkLst>
        </pc:spChg>
        <pc:spChg chg="del">
          <ac:chgData name="Diogo Antunes" userId="059c692484dd0481" providerId="LiveId" clId="{73D4D07A-0778-410B-AF19-12D9596F88EC}" dt="2025-10-19T12:32:18.706" v="3264" actId="478"/>
          <ac:spMkLst>
            <pc:docMk/>
            <pc:sldMk cId="4207211226" sldId="307"/>
            <ac:spMk id="27" creationId="{09ECB23C-7332-FA3A-A58B-AF5693E33CDD}"/>
          </ac:spMkLst>
        </pc:spChg>
        <pc:spChg chg="del">
          <ac:chgData name="Diogo Antunes" userId="059c692484dd0481" providerId="LiveId" clId="{73D4D07A-0778-410B-AF19-12D9596F88EC}" dt="2025-10-19T12:30:43.261" v="3245" actId="478"/>
          <ac:spMkLst>
            <pc:docMk/>
            <pc:sldMk cId="4207211226" sldId="307"/>
            <ac:spMk id="30" creationId="{516B19B3-7DE0-A197-438A-DBF5BC2427F6}"/>
          </ac:spMkLst>
        </pc:spChg>
      </pc:sldChg>
      <pc:sldChg chg="addSp delSp modSp add mod">
        <pc:chgData name="Diogo Antunes" userId="059c692484dd0481" providerId="LiveId" clId="{73D4D07A-0778-410B-AF19-12D9596F88EC}" dt="2025-10-19T12:33:42.108" v="3277" actId="20577"/>
        <pc:sldMkLst>
          <pc:docMk/>
          <pc:sldMk cId="3716814960" sldId="308"/>
        </pc:sldMkLst>
        <pc:spChg chg="add mod">
          <ac:chgData name="Diogo Antunes" userId="059c692484dd0481" providerId="LiveId" clId="{73D4D07A-0778-410B-AF19-12D9596F88EC}" dt="2025-10-19T12:31:19.889" v="3250" actId="20577"/>
          <ac:spMkLst>
            <pc:docMk/>
            <pc:sldMk cId="3716814960" sldId="308"/>
            <ac:spMk id="2" creationId="{B7F0B413-03DD-215F-46E1-EB5A2057CA42}"/>
          </ac:spMkLst>
        </pc:spChg>
        <pc:spChg chg="add mod">
          <ac:chgData name="Diogo Antunes" userId="059c692484dd0481" providerId="LiveId" clId="{73D4D07A-0778-410B-AF19-12D9596F88EC}" dt="2025-10-19T12:31:49.095" v="3260" actId="20577"/>
          <ac:spMkLst>
            <pc:docMk/>
            <pc:sldMk cId="3716814960" sldId="308"/>
            <ac:spMk id="3" creationId="{2E4360D9-CDF5-D3E6-0F9B-A293620875DE}"/>
          </ac:spMkLst>
        </pc:spChg>
        <pc:spChg chg="add mod">
          <ac:chgData name="Diogo Antunes" userId="059c692484dd0481" providerId="LiveId" clId="{73D4D07A-0778-410B-AF19-12D9596F88EC}" dt="2025-10-19T12:33:21.888" v="3274"/>
          <ac:spMkLst>
            <pc:docMk/>
            <pc:sldMk cId="3716814960" sldId="308"/>
            <ac:spMk id="4" creationId="{393F820C-CBC7-D582-FD97-C5AD587A9A75}"/>
          </ac:spMkLst>
        </pc:spChg>
        <pc:spChg chg="mod">
          <ac:chgData name="Diogo Antunes" userId="059c692484dd0481" providerId="LiveId" clId="{73D4D07A-0778-410B-AF19-12D9596F88EC}" dt="2025-10-19T12:31:29.040" v="3252" actId="1076"/>
          <ac:spMkLst>
            <pc:docMk/>
            <pc:sldMk cId="3716814960" sldId="308"/>
            <ac:spMk id="5" creationId="{D9B0C8E1-8089-48F1-1CD4-F769D879046B}"/>
          </ac:spMkLst>
        </pc:spChg>
        <pc:spChg chg="del mod ord">
          <ac:chgData name="Diogo Antunes" userId="059c692484dd0481" providerId="LiveId" clId="{73D4D07A-0778-410B-AF19-12D9596F88EC}" dt="2025-10-19T12:31:43.194" v="3256" actId="478"/>
          <ac:spMkLst>
            <pc:docMk/>
            <pc:sldMk cId="3716814960" sldId="308"/>
            <ac:spMk id="6" creationId="{9AB439D0-474E-5034-434B-83F3EAF210C3}"/>
          </ac:spMkLst>
        </pc:spChg>
        <pc:spChg chg="del">
          <ac:chgData name="Diogo Antunes" userId="059c692484dd0481" providerId="LiveId" clId="{73D4D07A-0778-410B-AF19-12D9596F88EC}" dt="2025-10-19T12:31:23.958" v="3251" actId="478"/>
          <ac:spMkLst>
            <pc:docMk/>
            <pc:sldMk cId="3716814960" sldId="308"/>
            <ac:spMk id="7" creationId="{421096D6-9D09-DAF0-2068-8BA0C4E1A741}"/>
          </ac:spMkLst>
        </pc:spChg>
        <pc:spChg chg="add mod">
          <ac:chgData name="Diogo Antunes" userId="059c692484dd0481" providerId="LiveId" clId="{73D4D07A-0778-410B-AF19-12D9596F88EC}" dt="2025-10-19T12:33:42.108" v="3277" actId="20577"/>
          <ac:spMkLst>
            <pc:docMk/>
            <pc:sldMk cId="3716814960" sldId="308"/>
            <ac:spMk id="8" creationId="{3F0FB478-085C-24F0-8904-71C0BF6C3A8D}"/>
          </ac:spMkLst>
        </pc:spChg>
        <pc:spChg chg="del mod">
          <ac:chgData name="Diogo Antunes" userId="059c692484dd0481" providerId="LiveId" clId="{73D4D07A-0778-410B-AF19-12D9596F88EC}" dt="2025-10-19T12:33:21.603" v="3273" actId="478"/>
          <ac:spMkLst>
            <pc:docMk/>
            <pc:sldMk cId="3716814960" sldId="308"/>
            <ac:spMk id="9" creationId="{ABB3BC45-93A6-8239-1EAB-441BC9B95018}"/>
          </ac:spMkLst>
        </pc:spChg>
        <pc:spChg chg="mod">
          <ac:chgData name="Diogo Antunes" userId="059c692484dd0481" providerId="LiveId" clId="{73D4D07A-0778-410B-AF19-12D9596F88EC}" dt="2025-10-19T12:32:37.175" v="3268" actId="207"/>
          <ac:spMkLst>
            <pc:docMk/>
            <pc:sldMk cId="3716814960" sldId="308"/>
            <ac:spMk id="11" creationId="{EFE2B845-1230-3258-F3B2-7522E1BD20CC}"/>
          </ac:spMkLst>
        </pc:spChg>
        <pc:spChg chg="mod">
          <ac:chgData name="Diogo Antunes" userId="059c692484dd0481" providerId="LiveId" clId="{73D4D07A-0778-410B-AF19-12D9596F88EC}" dt="2025-10-19T12:32:29.260" v="3267" actId="207"/>
          <ac:spMkLst>
            <pc:docMk/>
            <pc:sldMk cId="3716814960" sldId="308"/>
            <ac:spMk id="19" creationId="{FD493FD0-2D8D-35E6-3E6C-B294E5C97F07}"/>
          </ac:spMkLst>
        </pc:spChg>
        <pc:spChg chg="del">
          <ac:chgData name="Diogo Antunes" userId="059c692484dd0481" providerId="LiveId" clId="{73D4D07A-0778-410B-AF19-12D9596F88EC}" dt="2025-10-19T12:32:25.097" v="3266" actId="478"/>
          <ac:spMkLst>
            <pc:docMk/>
            <pc:sldMk cId="3716814960" sldId="308"/>
            <ac:spMk id="27" creationId="{E5B80729-F070-5250-7DB3-56E1CD2465E3}"/>
          </ac:spMkLst>
        </pc:spChg>
        <pc:spChg chg="del">
          <ac:chgData name="Diogo Antunes" userId="059c692484dd0481" providerId="LiveId" clId="{73D4D07A-0778-410B-AF19-12D9596F88EC}" dt="2025-10-19T12:33:18.858" v="3271" actId="478"/>
          <ac:spMkLst>
            <pc:docMk/>
            <pc:sldMk cId="3716814960" sldId="308"/>
            <ac:spMk id="41" creationId="{9B06D1F8-9BF3-480D-F83F-8F9F298CAC42}"/>
          </ac:spMkLst>
        </pc:spChg>
        <pc:spChg chg="mod">
          <ac:chgData name="Diogo Antunes" userId="059c692484dd0481" providerId="LiveId" clId="{73D4D07A-0778-410B-AF19-12D9596F88EC}" dt="2025-10-19T12:31:58.395" v="3263" actId="207"/>
          <ac:spMkLst>
            <pc:docMk/>
            <pc:sldMk cId="3716814960" sldId="308"/>
            <ac:spMk id="50" creationId="{AB340FF1-14F0-4508-913E-0F53E4A8EF47}"/>
          </ac:spMkLst>
        </pc:spChg>
        <pc:spChg chg="del mod">
          <ac:chgData name="Diogo Antunes" userId="059c692484dd0481" providerId="LiveId" clId="{73D4D07A-0778-410B-AF19-12D9596F88EC}" dt="2025-10-19T12:31:53.761" v="3262" actId="478"/>
          <ac:spMkLst>
            <pc:docMk/>
            <pc:sldMk cId="3716814960" sldId="308"/>
            <ac:spMk id="51" creationId="{C71D900D-F534-BE6B-A90E-FD24F47C628F}"/>
          </ac:spMkLst>
        </pc:spChg>
      </pc:sldChg>
      <pc:sldChg chg="add del">
        <pc:chgData name="Diogo Antunes" userId="059c692484dd0481" providerId="LiveId" clId="{73D4D07A-0778-410B-AF19-12D9596F88EC}" dt="2025-10-19T12:33:00.455" v="3270" actId="2696"/>
        <pc:sldMkLst>
          <pc:docMk/>
          <pc:sldMk cId="3088226648" sldId="309"/>
        </pc:sldMkLst>
      </pc:sldChg>
      <pc:sldChg chg="addSp delSp modSp add mod">
        <pc:chgData name="Diogo Antunes" userId="059c692484dd0481" providerId="LiveId" clId="{73D4D07A-0778-410B-AF19-12D9596F88EC}" dt="2025-10-19T12:56:43.811" v="3392" actId="6549"/>
        <pc:sldMkLst>
          <pc:docMk/>
          <pc:sldMk cId="3884682749" sldId="309"/>
        </pc:sldMkLst>
        <pc:spChg chg="mod">
          <ac:chgData name="Diogo Antunes" userId="059c692484dd0481" providerId="LiveId" clId="{73D4D07A-0778-410B-AF19-12D9596F88EC}" dt="2025-10-19T12:56:43.811" v="3392" actId="6549"/>
          <ac:spMkLst>
            <pc:docMk/>
            <pc:sldMk cId="3884682749" sldId="309"/>
            <ac:spMk id="2" creationId="{D90125B1-E8D5-EA70-9670-00AABC0AEFF0}"/>
          </ac:spMkLst>
        </pc:spChg>
        <pc:spChg chg="del">
          <ac:chgData name="Diogo Antunes" userId="059c692484dd0481" providerId="LiveId" clId="{73D4D07A-0778-410B-AF19-12D9596F88EC}" dt="2025-10-19T12:34:09.176" v="3286" actId="478"/>
          <ac:spMkLst>
            <pc:docMk/>
            <pc:sldMk cId="3884682749" sldId="309"/>
            <ac:spMk id="3" creationId="{1F4B5ED5-0F71-5244-DF7E-989919A0FCFC}"/>
          </ac:spMkLst>
        </pc:spChg>
        <pc:spChg chg="mod">
          <ac:chgData name="Diogo Antunes" userId="059c692484dd0481" providerId="LiveId" clId="{73D4D07A-0778-410B-AF19-12D9596F88EC}" dt="2025-10-19T12:34:20.971" v="3294" actId="207"/>
          <ac:spMkLst>
            <pc:docMk/>
            <pc:sldMk cId="3884682749" sldId="309"/>
            <ac:spMk id="4" creationId="{4E362107-B575-A5F1-9EAB-2BA12424BFC9}"/>
          </ac:spMkLst>
        </pc:spChg>
        <pc:spChg chg="add mod">
          <ac:chgData name="Diogo Antunes" userId="059c692484dd0481" providerId="LiveId" clId="{73D4D07A-0778-410B-AF19-12D9596F88EC}" dt="2025-10-19T12:33:57.421" v="3282" actId="20577"/>
          <ac:spMkLst>
            <pc:docMk/>
            <pc:sldMk cId="3884682749" sldId="309"/>
            <ac:spMk id="6" creationId="{F2D3636D-D0A8-7426-A741-F949A44E8C8C}"/>
          </ac:spMkLst>
        </pc:spChg>
        <pc:spChg chg="add mod">
          <ac:chgData name="Diogo Antunes" userId="059c692484dd0481" providerId="LiveId" clId="{73D4D07A-0778-410B-AF19-12D9596F88EC}" dt="2025-10-19T12:34:00.339" v="3285" actId="20577"/>
          <ac:spMkLst>
            <pc:docMk/>
            <pc:sldMk cId="3884682749" sldId="309"/>
            <ac:spMk id="7" creationId="{9691E163-814D-7ECC-E90C-FCCD6A378BA3}"/>
          </ac:spMkLst>
        </pc:spChg>
        <pc:spChg chg="del mod">
          <ac:chgData name="Diogo Antunes" userId="059c692484dd0481" providerId="LiveId" clId="{73D4D07A-0778-410B-AF19-12D9596F88EC}" dt="2025-10-19T12:33:46.429" v="3278" actId="478"/>
          <ac:spMkLst>
            <pc:docMk/>
            <pc:sldMk cId="3884682749" sldId="309"/>
            <ac:spMk id="8" creationId="{78C24B7F-D400-279F-EFCB-28D1C964E1DD}"/>
          </ac:spMkLst>
        </pc:spChg>
        <pc:spChg chg="add mod">
          <ac:chgData name="Diogo Antunes" userId="059c692484dd0481" providerId="LiveId" clId="{73D4D07A-0778-410B-AF19-12D9596F88EC}" dt="2025-10-19T12:35:41.205" v="3298"/>
          <ac:spMkLst>
            <pc:docMk/>
            <pc:sldMk cId="3884682749" sldId="309"/>
            <ac:spMk id="9" creationId="{3BDEF507-D25B-5D16-4DB5-85FA28B0B177}"/>
          </ac:spMkLst>
        </pc:spChg>
        <pc:spChg chg="add mod">
          <ac:chgData name="Diogo Antunes" userId="059c692484dd0481" providerId="LiveId" clId="{73D4D07A-0778-410B-AF19-12D9596F88EC}" dt="2025-10-19T12:35:41.205" v="3298"/>
          <ac:spMkLst>
            <pc:docMk/>
            <pc:sldMk cId="3884682749" sldId="309"/>
            <ac:spMk id="10" creationId="{309E234F-E5C3-C151-3044-22ECE098F4AC}"/>
          </ac:spMkLst>
        </pc:spChg>
        <pc:spChg chg="mod">
          <ac:chgData name="Diogo Antunes" userId="059c692484dd0481" providerId="LiveId" clId="{73D4D07A-0778-410B-AF19-12D9596F88EC}" dt="2025-10-19T12:34:13.932" v="3288" actId="207"/>
          <ac:spMkLst>
            <pc:docMk/>
            <pc:sldMk cId="3884682749" sldId="309"/>
            <ac:spMk id="11" creationId="{55906FDB-AF4C-6AA5-FC4B-728F027CB07B}"/>
          </ac:spMkLst>
        </pc:spChg>
        <pc:spChg chg="add mod">
          <ac:chgData name="Diogo Antunes" userId="059c692484dd0481" providerId="LiveId" clId="{73D4D07A-0778-410B-AF19-12D9596F88EC}" dt="2025-10-19T12:35:46.905" v="3299"/>
          <ac:spMkLst>
            <pc:docMk/>
            <pc:sldMk cId="3884682749" sldId="309"/>
            <ac:spMk id="13" creationId="{460C183F-3B0E-B79F-2D3D-41DBB826ABA5}"/>
          </ac:spMkLst>
        </pc:spChg>
        <pc:spChg chg="add mod">
          <ac:chgData name="Diogo Antunes" userId="059c692484dd0481" providerId="LiveId" clId="{73D4D07A-0778-410B-AF19-12D9596F88EC}" dt="2025-10-19T12:43:25.549" v="3355" actId="20577"/>
          <ac:spMkLst>
            <pc:docMk/>
            <pc:sldMk cId="3884682749" sldId="309"/>
            <ac:spMk id="14" creationId="{94B5BB0A-6B47-EFBC-1557-597EA386A941}"/>
          </ac:spMkLst>
        </pc:spChg>
        <pc:spChg chg="add mod">
          <ac:chgData name="Diogo Antunes" userId="059c692484dd0481" providerId="LiveId" clId="{73D4D07A-0778-410B-AF19-12D9596F88EC}" dt="2025-10-19T12:35:59.756" v="3300"/>
          <ac:spMkLst>
            <pc:docMk/>
            <pc:sldMk cId="3884682749" sldId="309"/>
            <ac:spMk id="15" creationId="{22185261-2556-94E7-431D-FBACB3FE73F2}"/>
          </ac:spMkLst>
        </pc:spChg>
        <pc:spChg chg="add mod">
          <ac:chgData name="Diogo Antunes" userId="059c692484dd0481" providerId="LiveId" clId="{73D4D07A-0778-410B-AF19-12D9596F88EC}" dt="2025-10-19T12:35:59.756" v="3300"/>
          <ac:spMkLst>
            <pc:docMk/>
            <pc:sldMk cId="3884682749" sldId="309"/>
            <ac:spMk id="17" creationId="{C996F3E2-A2AD-0B11-958C-660480F11344}"/>
          </ac:spMkLst>
        </pc:spChg>
        <pc:spChg chg="mod">
          <ac:chgData name="Diogo Antunes" userId="059c692484dd0481" providerId="LiveId" clId="{73D4D07A-0778-410B-AF19-12D9596F88EC}" dt="2025-10-19T12:36:26.555" v="3310" actId="207"/>
          <ac:spMkLst>
            <pc:docMk/>
            <pc:sldMk cId="3884682749" sldId="309"/>
            <ac:spMk id="18" creationId="{220745C7-7D56-A605-0DCB-2924B1DC5F96}"/>
          </ac:spMkLst>
        </pc:spChg>
        <pc:spChg chg="add mod">
          <ac:chgData name="Diogo Antunes" userId="059c692484dd0481" providerId="LiveId" clId="{73D4D07A-0778-410B-AF19-12D9596F88EC}" dt="2025-10-19T12:36:09.755" v="3308" actId="20577"/>
          <ac:spMkLst>
            <pc:docMk/>
            <pc:sldMk cId="3884682749" sldId="309"/>
            <ac:spMk id="20" creationId="{5590AAB8-909E-B71C-6533-BCEABBF46C36}"/>
          </ac:spMkLst>
        </pc:spChg>
        <pc:spChg chg="add mod">
          <ac:chgData name="Diogo Antunes" userId="059c692484dd0481" providerId="LiveId" clId="{73D4D07A-0778-410B-AF19-12D9596F88EC}" dt="2025-10-19T12:36:06.911" v="3305" actId="20577"/>
          <ac:spMkLst>
            <pc:docMk/>
            <pc:sldMk cId="3884682749" sldId="309"/>
            <ac:spMk id="21" creationId="{5724A5C5-0A2D-36F3-5964-F224016BF3D2}"/>
          </ac:spMkLst>
        </pc:spChg>
        <pc:spChg chg="mod">
          <ac:chgData name="Diogo Antunes" userId="059c692484dd0481" providerId="LiveId" clId="{73D4D07A-0778-410B-AF19-12D9596F88EC}" dt="2025-10-19T12:36:21.552" v="3309" actId="1076"/>
          <ac:spMkLst>
            <pc:docMk/>
            <pc:sldMk cId="3884682749" sldId="309"/>
            <ac:spMk id="40" creationId="{9FEB95C7-E72C-D963-870A-0E8BC196A2D9}"/>
          </ac:spMkLst>
        </pc:spChg>
        <pc:spChg chg="del">
          <ac:chgData name="Diogo Antunes" userId="059c692484dd0481" providerId="LiveId" clId="{73D4D07A-0778-410B-AF19-12D9596F88EC}" dt="2025-10-19T12:36:03.349" v="3302" actId="478"/>
          <ac:spMkLst>
            <pc:docMk/>
            <pc:sldMk cId="3884682749" sldId="309"/>
            <ac:spMk id="46" creationId="{AFBBA279-208E-C7F4-9ED3-8E4D70028FF6}"/>
          </ac:spMkLst>
        </pc:spChg>
        <pc:spChg chg="del">
          <ac:chgData name="Diogo Antunes" userId="059c692484dd0481" providerId="LiveId" clId="{73D4D07A-0778-410B-AF19-12D9596F88EC}" dt="2025-10-19T12:35:40.191" v="3297" actId="478"/>
          <ac:spMkLst>
            <pc:docMk/>
            <pc:sldMk cId="3884682749" sldId="309"/>
            <ac:spMk id="47" creationId="{4AB0168F-12AC-466C-5532-4FE566A08A42}"/>
          </ac:spMkLst>
        </pc:spChg>
        <pc:spChg chg="del">
          <ac:chgData name="Diogo Antunes" userId="059c692484dd0481" providerId="LiveId" clId="{73D4D07A-0778-410B-AF19-12D9596F88EC}" dt="2025-10-19T12:35:38.970" v="3296" actId="478"/>
          <ac:spMkLst>
            <pc:docMk/>
            <pc:sldMk cId="3884682749" sldId="309"/>
            <ac:spMk id="48" creationId="{25F4AE6E-9CA0-28C8-C61B-481A0B055F76}"/>
          </ac:spMkLst>
        </pc:spChg>
        <pc:spChg chg="del">
          <ac:chgData name="Diogo Antunes" userId="059c692484dd0481" providerId="LiveId" clId="{73D4D07A-0778-410B-AF19-12D9596F88EC}" dt="2025-10-19T12:36:02.862" v="3301" actId="478"/>
          <ac:spMkLst>
            <pc:docMk/>
            <pc:sldMk cId="3884682749" sldId="309"/>
            <ac:spMk id="49" creationId="{A2314B25-79A4-A014-6B07-7DF831D09737}"/>
          </ac:spMkLst>
        </pc:spChg>
      </pc:sldChg>
      <pc:sldChg chg="addSp delSp modSp add mod">
        <pc:chgData name="Diogo Antunes" userId="059c692484dd0481" providerId="LiveId" clId="{73D4D07A-0778-410B-AF19-12D9596F88EC}" dt="2025-10-19T12:56:49.731" v="3394" actId="20577"/>
        <pc:sldMkLst>
          <pc:docMk/>
          <pc:sldMk cId="87384367" sldId="310"/>
        </pc:sldMkLst>
        <pc:spChg chg="mod">
          <ac:chgData name="Diogo Antunes" userId="059c692484dd0481" providerId="LiveId" clId="{73D4D07A-0778-410B-AF19-12D9596F88EC}" dt="2025-10-19T12:56:49.731" v="3394" actId="20577"/>
          <ac:spMkLst>
            <pc:docMk/>
            <pc:sldMk cId="87384367" sldId="310"/>
            <ac:spMk id="2" creationId="{6654A4E3-D7A9-547D-7480-FA3E2311FE77}"/>
          </ac:spMkLst>
        </pc:spChg>
        <pc:spChg chg="add mod">
          <ac:chgData name="Diogo Antunes" userId="059c692484dd0481" providerId="LiveId" clId="{73D4D07A-0778-410B-AF19-12D9596F88EC}" dt="2025-10-19T12:38:42.509" v="3326" actId="1076"/>
          <ac:spMkLst>
            <pc:docMk/>
            <pc:sldMk cId="87384367" sldId="310"/>
            <ac:spMk id="3" creationId="{6004F1B2-1036-93E0-68B2-9D01254060F5}"/>
          </ac:spMkLst>
        </pc:spChg>
        <pc:spChg chg="mod">
          <ac:chgData name="Diogo Antunes" userId="059c692484dd0481" providerId="LiveId" clId="{73D4D07A-0778-410B-AF19-12D9596F88EC}" dt="2025-10-19T12:38:23.055" v="3323" actId="20577"/>
          <ac:spMkLst>
            <pc:docMk/>
            <pc:sldMk cId="87384367" sldId="310"/>
            <ac:spMk id="5" creationId="{BDEAC925-7D11-9720-AA30-352CB3D31A7A}"/>
          </ac:spMkLst>
        </pc:spChg>
        <pc:spChg chg="mod">
          <ac:chgData name="Diogo Antunes" userId="059c692484dd0481" providerId="LiveId" clId="{73D4D07A-0778-410B-AF19-12D9596F88EC}" dt="2025-10-19T12:38:01.802" v="3318" actId="6549"/>
          <ac:spMkLst>
            <pc:docMk/>
            <pc:sldMk cId="87384367" sldId="310"/>
            <ac:spMk id="6" creationId="{9A9B874E-9E00-2A6E-A05E-F9D4F19B34B4}"/>
          </ac:spMkLst>
        </pc:spChg>
        <pc:spChg chg="del">
          <ac:chgData name="Diogo Antunes" userId="059c692484dd0481" providerId="LiveId" clId="{73D4D07A-0778-410B-AF19-12D9596F88EC}" dt="2025-10-19T12:37:59.696" v="3317" actId="478"/>
          <ac:spMkLst>
            <pc:docMk/>
            <pc:sldMk cId="87384367" sldId="310"/>
            <ac:spMk id="7" creationId="{DB05DC9F-A2CA-DA8A-8B24-D08208EAAD9D}"/>
          </ac:spMkLst>
        </pc:spChg>
        <pc:spChg chg="add mod">
          <ac:chgData name="Diogo Antunes" userId="059c692484dd0481" providerId="LiveId" clId="{73D4D07A-0778-410B-AF19-12D9596F88EC}" dt="2025-10-19T12:39:05.056" v="3329" actId="1076"/>
          <ac:spMkLst>
            <pc:docMk/>
            <pc:sldMk cId="87384367" sldId="310"/>
            <ac:spMk id="8" creationId="{8C37D0CF-8A26-D7EB-A24C-83B53FF39265}"/>
          </ac:spMkLst>
        </pc:spChg>
        <pc:spChg chg="mod">
          <ac:chgData name="Diogo Antunes" userId="059c692484dd0481" providerId="LiveId" clId="{73D4D07A-0778-410B-AF19-12D9596F88EC}" dt="2025-10-19T12:43:21.902" v="3354" actId="6549"/>
          <ac:spMkLst>
            <pc:docMk/>
            <pc:sldMk cId="87384367" sldId="310"/>
            <ac:spMk id="14" creationId="{06E2D39E-96E0-74D5-E4C9-565FF6468D5C}"/>
          </ac:spMkLst>
        </pc:spChg>
        <pc:spChg chg="mod">
          <ac:chgData name="Diogo Antunes" userId="059c692484dd0481" providerId="LiveId" clId="{73D4D07A-0778-410B-AF19-12D9596F88EC}" dt="2025-10-19T12:37:02.453" v="3313" actId="1076"/>
          <ac:spMkLst>
            <pc:docMk/>
            <pc:sldMk cId="87384367" sldId="310"/>
            <ac:spMk id="18" creationId="{E5D5D91B-82A2-EB6C-1FB5-016891D24542}"/>
          </ac:spMkLst>
        </pc:spChg>
        <pc:spChg chg="del">
          <ac:chgData name="Diogo Antunes" userId="059c692484dd0481" providerId="LiveId" clId="{73D4D07A-0778-410B-AF19-12D9596F88EC}" dt="2025-10-19T12:36:55.083" v="3312" actId="478"/>
          <ac:spMkLst>
            <pc:docMk/>
            <pc:sldMk cId="87384367" sldId="310"/>
            <ac:spMk id="40" creationId="{F1983CEA-BA9C-4DCC-B4FB-BC1704118D51}"/>
          </ac:spMkLst>
        </pc:spChg>
        <pc:spChg chg="mod">
          <ac:chgData name="Diogo Antunes" userId="059c692484dd0481" providerId="LiveId" clId="{73D4D07A-0778-410B-AF19-12D9596F88EC}" dt="2025-10-19T12:37:10.340" v="3315" actId="207"/>
          <ac:spMkLst>
            <pc:docMk/>
            <pc:sldMk cId="87384367" sldId="310"/>
            <ac:spMk id="43" creationId="{82648D4F-CB2E-31F2-93DA-356793C5013D}"/>
          </ac:spMkLst>
        </pc:spChg>
        <pc:spChg chg="del">
          <ac:chgData name="Diogo Antunes" userId="059c692484dd0481" providerId="LiveId" clId="{73D4D07A-0778-410B-AF19-12D9596F88EC}" dt="2025-10-19T12:37:05.744" v="3314" actId="478"/>
          <ac:spMkLst>
            <pc:docMk/>
            <pc:sldMk cId="87384367" sldId="310"/>
            <ac:spMk id="44" creationId="{76755546-20B7-0867-A558-16A31C944F11}"/>
          </ac:spMkLst>
        </pc:spChg>
      </pc:sldChg>
      <pc:sldChg chg="addSp delSp modSp add mod">
        <pc:chgData name="Diogo Antunes" userId="059c692484dd0481" providerId="LiveId" clId="{73D4D07A-0778-410B-AF19-12D9596F88EC}" dt="2025-10-19T12:57:03.014" v="3415" actId="6549"/>
        <pc:sldMkLst>
          <pc:docMk/>
          <pc:sldMk cId="321355467" sldId="311"/>
        </pc:sldMkLst>
        <pc:spChg chg="mod">
          <ac:chgData name="Diogo Antunes" userId="059c692484dd0481" providerId="LiveId" clId="{73D4D07A-0778-410B-AF19-12D9596F88EC}" dt="2025-10-19T12:57:03.014" v="3415" actId="6549"/>
          <ac:spMkLst>
            <pc:docMk/>
            <pc:sldMk cId="321355467" sldId="311"/>
            <ac:spMk id="2" creationId="{A5E65025-42F3-7800-99A4-7DB2B59917A6}"/>
          </ac:spMkLst>
        </pc:spChg>
        <pc:spChg chg="del">
          <ac:chgData name="Diogo Antunes" userId="059c692484dd0481" providerId="LiveId" clId="{73D4D07A-0778-410B-AF19-12D9596F88EC}" dt="2025-10-19T12:39:38.233" v="3336" actId="478"/>
          <ac:spMkLst>
            <pc:docMk/>
            <pc:sldMk cId="321355467" sldId="311"/>
            <ac:spMk id="3" creationId="{A7EDAB22-5B92-7A66-B952-3F021FC604C9}"/>
          </ac:spMkLst>
        </pc:spChg>
        <pc:spChg chg="del">
          <ac:chgData name="Diogo Antunes" userId="059c692484dd0481" providerId="LiveId" clId="{73D4D07A-0778-410B-AF19-12D9596F88EC}" dt="2025-10-19T12:40:53.204" v="3343" actId="478"/>
          <ac:spMkLst>
            <pc:docMk/>
            <pc:sldMk cId="321355467" sldId="311"/>
            <ac:spMk id="4" creationId="{AD5B1EAB-FF77-4044-60B6-7AC054E1CD68}"/>
          </ac:spMkLst>
        </pc:spChg>
        <pc:spChg chg="del">
          <ac:chgData name="Diogo Antunes" userId="059c692484dd0481" providerId="LiveId" clId="{73D4D07A-0778-410B-AF19-12D9596F88EC}" dt="2025-10-19T12:39:40.262" v="3338" actId="478"/>
          <ac:spMkLst>
            <pc:docMk/>
            <pc:sldMk cId="321355467" sldId="311"/>
            <ac:spMk id="5" creationId="{0FA5D022-6A03-E599-58EE-74A93BCC0F3B}"/>
          </ac:spMkLst>
        </pc:spChg>
        <pc:spChg chg="add mod">
          <ac:chgData name="Diogo Antunes" userId="059c692484dd0481" providerId="LiveId" clId="{73D4D07A-0778-410B-AF19-12D9596F88EC}" dt="2025-10-19T12:39:37.024" v="3335" actId="20577"/>
          <ac:spMkLst>
            <pc:docMk/>
            <pc:sldMk cId="321355467" sldId="311"/>
            <ac:spMk id="7" creationId="{7CA145C8-D8F1-2092-F932-7B20A9052CC8}"/>
          </ac:spMkLst>
        </pc:spChg>
        <pc:spChg chg="del">
          <ac:chgData name="Diogo Antunes" userId="059c692484dd0481" providerId="LiveId" clId="{73D4D07A-0778-410B-AF19-12D9596F88EC}" dt="2025-10-19T12:39:39.271" v="3337" actId="478"/>
          <ac:spMkLst>
            <pc:docMk/>
            <pc:sldMk cId="321355467" sldId="311"/>
            <ac:spMk id="8" creationId="{2E5CFD70-A3FA-557B-2A74-07F218A8BD86}"/>
          </ac:spMkLst>
        </pc:spChg>
        <pc:spChg chg="add mod">
          <ac:chgData name="Diogo Antunes" userId="059c692484dd0481" providerId="LiveId" clId="{73D4D07A-0778-410B-AF19-12D9596F88EC}" dt="2025-10-19T12:41:37.642" v="3345" actId="1076"/>
          <ac:spMkLst>
            <pc:docMk/>
            <pc:sldMk cId="321355467" sldId="311"/>
            <ac:spMk id="9" creationId="{785A7B94-6F99-E223-DAAC-32807A676386}"/>
          </ac:spMkLst>
        </pc:spChg>
        <pc:spChg chg="add mod">
          <ac:chgData name="Diogo Antunes" userId="059c692484dd0481" providerId="LiveId" clId="{73D4D07A-0778-410B-AF19-12D9596F88EC}" dt="2025-10-19T12:41:51.133" v="3347" actId="1076"/>
          <ac:spMkLst>
            <pc:docMk/>
            <pc:sldMk cId="321355467" sldId="311"/>
            <ac:spMk id="10" creationId="{6A3E58F3-71A7-64C5-538F-59D45E7E0235}"/>
          </ac:spMkLst>
        </pc:spChg>
        <pc:spChg chg="del">
          <ac:chgData name="Diogo Antunes" userId="059c692484dd0481" providerId="LiveId" clId="{73D4D07A-0778-410B-AF19-12D9596F88EC}" dt="2025-10-19T12:40:50.939" v="3342" actId="478"/>
          <ac:spMkLst>
            <pc:docMk/>
            <pc:sldMk cId="321355467" sldId="311"/>
            <ac:spMk id="11" creationId="{EBD43A1B-87AC-242E-3CD4-E16BD457728F}"/>
          </ac:spMkLst>
        </pc:spChg>
        <pc:spChg chg="mod">
          <ac:chgData name="Diogo Antunes" userId="059c692484dd0481" providerId="LiveId" clId="{73D4D07A-0778-410B-AF19-12D9596F88EC}" dt="2025-10-19T12:43:17.424" v="3353" actId="20577"/>
          <ac:spMkLst>
            <pc:docMk/>
            <pc:sldMk cId="321355467" sldId="311"/>
            <ac:spMk id="14" creationId="{3D889A79-0B66-783D-F974-FDE030D74DE5}"/>
          </ac:spMkLst>
        </pc:spChg>
        <pc:spChg chg="del">
          <ac:chgData name="Diogo Antunes" userId="059c692484dd0481" providerId="LiveId" clId="{73D4D07A-0778-410B-AF19-12D9596F88EC}" dt="2025-10-19T12:39:44.987" v="3339" actId="478"/>
          <ac:spMkLst>
            <pc:docMk/>
            <pc:sldMk cId="321355467" sldId="311"/>
            <ac:spMk id="50" creationId="{5681F8E5-B5DF-486F-1981-28CF68AC62AD}"/>
          </ac:spMkLst>
        </pc:spChg>
      </pc:sldChg>
      <pc:sldChg chg="delSp add del mod">
        <pc:chgData name="Diogo Antunes" userId="059c692484dd0481" providerId="LiveId" clId="{73D4D07A-0778-410B-AF19-12D9596F88EC}" dt="2025-10-19T12:46:04.162" v="3362" actId="47"/>
        <pc:sldMkLst>
          <pc:docMk/>
          <pc:sldMk cId="3653150408" sldId="312"/>
        </pc:sldMkLst>
        <pc:spChg chg="del">
          <ac:chgData name="Diogo Antunes" userId="059c692484dd0481" providerId="LiveId" clId="{73D4D07A-0778-410B-AF19-12D9596F88EC}" dt="2025-10-19T12:40:10.659" v="3341" actId="478"/>
          <ac:spMkLst>
            <pc:docMk/>
            <pc:sldMk cId="3653150408" sldId="312"/>
            <ac:spMk id="11" creationId="{AE2E1515-F6C2-87A5-BB53-2558639AF940}"/>
          </ac:spMkLst>
        </pc:spChg>
      </pc:sldChg>
      <pc:sldChg chg="delSp modSp add mod">
        <pc:chgData name="Diogo Antunes" userId="059c692484dd0481" providerId="LiveId" clId="{73D4D07A-0778-410B-AF19-12D9596F88EC}" dt="2025-10-19T12:57:08.747" v="3436" actId="6549"/>
        <pc:sldMkLst>
          <pc:docMk/>
          <pc:sldMk cId="1746221310" sldId="313"/>
        </pc:sldMkLst>
        <pc:spChg chg="mod">
          <ac:chgData name="Diogo Antunes" userId="059c692484dd0481" providerId="LiveId" clId="{73D4D07A-0778-410B-AF19-12D9596F88EC}" dt="2025-10-19T12:57:08.747" v="3436" actId="6549"/>
          <ac:spMkLst>
            <pc:docMk/>
            <pc:sldMk cId="1746221310" sldId="313"/>
            <ac:spMk id="2" creationId="{FF4130FA-D5EB-FFD9-F1CE-2CCCA97EBC07}"/>
          </ac:spMkLst>
        </pc:spChg>
        <pc:spChg chg="del">
          <ac:chgData name="Diogo Antunes" userId="059c692484dd0481" providerId="LiveId" clId="{73D4D07A-0778-410B-AF19-12D9596F88EC}" dt="2025-10-19T12:42:57.618" v="3351" actId="478"/>
          <ac:spMkLst>
            <pc:docMk/>
            <pc:sldMk cId="1746221310" sldId="313"/>
            <ac:spMk id="9" creationId="{2427ED11-D9D3-B6B4-DAF1-B89AE1F9AF6C}"/>
          </ac:spMkLst>
        </pc:spChg>
        <pc:spChg chg="del">
          <ac:chgData name="Diogo Antunes" userId="059c692484dd0481" providerId="LiveId" clId="{73D4D07A-0778-410B-AF19-12D9596F88EC}" dt="2025-10-19T12:42:55.200" v="3350" actId="478"/>
          <ac:spMkLst>
            <pc:docMk/>
            <pc:sldMk cId="1746221310" sldId="313"/>
            <ac:spMk id="10" creationId="{0B602438-4388-1F41-157D-852EDA4A75FD}"/>
          </ac:spMkLst>
        </pc:spChg>
        <pc:spChg chg="mod">
          <ac:chgData name="Diogo Antunes" userId="059c692484dd0481" providerId="LiveId" clId="{73D4D07A-0778-410B-AF19-12D9596F88EC}" dt="2025-10-19T12:44:01.670" v="3358" actId="207"/>
          <ac:spMkLst>
            <pc:docMk/>
            <pc:sldMk cId="1746221310" sldId="313"/>
            <ac:spMk id="13" creationId="{054270B8-EB51-597A-5661-C3A42C989116}"/>
          </ac:spMkLst>
        </pc:spChg>
        <pc:spChg chg="del">
          <ac:chgData name="Diogo Antunes" userId="059c692484dd0481" providerId="LiveId" clId="{73D4D07A-0778-410B-AF19-12D9596F88EC}" dt="2025-10-19T12:43:07.821" v="3352" actId="478"/>
          <ac:spMkLst>
            <pc:docMk/>
            <pc:sldMk cId="1746221310" sldId="313"/>
            <ac:spMk id="14" creationId="{6F62C45D-6475-18DA-6BEC-85BBA406FEDC}"/>
          </ac:spMkLst>
        </pc:spChg>
        <pc:spChg chg="mod">
          <ac:chgData name="Diogo Antunes" userId="059c692484dd0481" providerId="LiveId" clId="{73D4D07A-0778-410B-AF19-12D9596F88EC}" dt="2025-10-19T12:42:51.775" v="3349" actId="1076"/>
          <ac:spMkLst>
            <pc:docMk/>
            <pc:sldMk cId="1746221310" sldId="313"/>
            <ac:spMk id="20" creationId="{808E92E7-7DAB-8B9F-67ED-206B25324B33}"/>
          </ac:spMkLst>
        </pc:spChg>
      </pc:sldChg>
      <pc:sldChg chg="modSp add mod">
        <pc:chgData name="Diogo Antunes" userId="059c692484dd0481" providerId="LiveId" clId="{73D4D07A-0778-410B-AF19-12D9596F88EC}" dt="2025-10-20T14:27:32.148" v="3458" actId="1076"/>
        <pc:sldMkLst>
          <pc:docMk/>
          <pc:sldMk cId="3301943340" sldId="314"/>
        </pc:sldMkLst>
        <pc:spChg chg="mod">
          <ac:chgData name="Diogo Antunes" userId="059c692484dd0481" providerId="LiveId" clId="{73D4D07A-0778-410B-AF19-12D9596F88EC}" dt="2025-10-19T12:57:13.882" v="3457" actId="6549"/>
          <ac:spMkLst>
            <pc:docMk/>
            <pc:sldMk cId="3301943340" sldId="314"/>
            <ac:spMk id="2" creationId="{E6F39E09-5293-DDA6-10EF-971DB3BD34A1}"/>
          </ac:spMkLst>
        </pc:spChg>
        <pc:spChg chg="mod">
          <ac:chgData name="Diogo Antunes" userId="059c692484dd0481" providerId="LiveId" clId="{73D4D07A-0778-410B-AF19-12D9596F88EC}" dt="2025-10-20T14:27:32.148" v="3458" actId="1076"/>
          <ac:spMkLst>
            <pc:docMk/>
            <pc:sldMk cId="3301943340" sldId="314"/>
            <ac:spMk id="16" creationId="{92AD56A1-6E79-EBFD-863B-2F49CC1D226F}"/>
          </ac:spMkLst>
        </pc:spChg>
        <pc:spChg chg="mod">
          <ac:chgData name="Diogo Antunes" userId="059c692484dd0481" providerId="LiveId" clId="{73D4D07A-0778-410B-AF19-12D9596F88EC}" dt="2025-10-19T12:44:48.446" v="3360" actId="1076"/>
          <ac:spMkLst>
            <pc:docMk/>
            <pc:sldMk cId="3301943340" sldId="314"/>
            <ac:spMk id="20" creationId="{B0FD3600-5758-C3EE-0A27-AB3C2F44A07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850b307b58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58" name="Google Shape;58;g3850b307b58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DF3E8B42-34AF-3FBD-B061-8B6B87D7E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EB05582-F404-1983-F552-AA96667BA5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DD294144-DFC3-BC20-5853-A40E2D5B2F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52855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C4FB925D-A895-F635-0DED-1128F359C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0246B93C-A0C7-3C22-3B3A-31FB31D17D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C0ED6428-D995-D27C-F3A4-65470D44F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67699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2D3EE08-44E3-8015-2A0C-618F0C0E3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F29CF9B7-44AD-C5E5-84B2-09A2D3F79B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983F75E0-3A27-488D-FEDD-D967165F39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689916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623CF2EB-E79E-0AC3-5E64-7FAC25A6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438B44C-9FD2-6719-7978-BC0565E55E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758B94D1-73C2-FBC2-F8A3-1633D1C7EF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20735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E3CA349B-F70E-EDA6-C7CB-27BC265BF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237B5D7-1C1D-318B-9C55-CB83FCC18E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B2DC2474-F552-84CB-3304-BB5578D6E0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024889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29EA2B7-A8B9-482A-737C-1C2012D1A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370B218-202F-D52A-92D2-AD162F827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A4A68250-D645-1E4A-9521-B04888A5DF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449314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B651637A-E328-2C7A-2C4B-9CEBCB57F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AEE4DED6-9B80-2423-CAB2-FAB77DB3B8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F9374C6E-9490-2125-C596-08E829A263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7590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B22F33F0-5F8C-7541-6E76-A483C4B74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196855CA-84A6-4771-EDED-F82BDB2CDE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309441DA-D627-CBAF-73D5-464EC9CF80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415437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7AB5B53B-7CFF-1B05-3BC3-C9B4E57ED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9EDC2828-424B-6E41-71DC-4503BF10CF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DED7D6A9-E287-D558-FE43-323BBC86F3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74522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05838C6A-9EAC-8658-B637-3608DE767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E431E421-AEE3-FC41-E81B-FF29AE4C97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CF8516F6-DB75-1A18-DCD2-7D022D5F2E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570479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E6521DF4-B749-C33F-589A-D304CE8BB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DFDC379D-B12A-A8FB-7C50-2FFF3CEABB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194267B3-DCC3-7F60-1854-4535715C1A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523024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289615BF-0718-EE64-B8C3-957CF3035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9BB25AB9-A1EF-4676-68E0-100B373BBB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80F023E0-BE61-8198-FAC0-85A02257A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82888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6166D602-B709-BFAD-13ED-60230CEF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DE077DC4-D44D-AA03-5C91-6F08F4FF2B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33C9F8C0-9723-5FB4-A166-A97ADA3B0F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774665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850b307b58_0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219" name="Google Shape;219;g3850b307b58_0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1E750D9C-0851-2F7A-2385-D39F73249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850b307b58_0_0:notes">
            <a:extLst>
              <a:ext uri="{FF2B5EF4-FFF2-40B4-BE49-F238E27FC236}">
                <a16:creationId xmlns:a16="http://schemas.microsoft.com/office/drawing/2014/main" id="{1F0FFEDC-EC50-76A9-79B0-6D4BFA5C7D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64" name="Google Shape;64;g3850b307b58_0_0:notes">
            <a:extLst>
              <a:ext uri="{FF2B5EF4-FFF2-40B4-BE49-F238E27FC236}">
                <a16:creationId xmlns:a16="http://schemas.microsoft.com/office/drawing/2014/main" id="{D998925D-8E18-7916-6014-DF4C0EE3D9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865587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6C325791-BC16-3E4F-DC2A-B691E8A2C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E989A51E-C456-7607-1E89-9BCD3FE7746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0DC0E378-745B-F09B-AE21-9FB3C81253F0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2280260D-FB0A-AEA2-CFC8-3B34A9CF156E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B496946C-A54C-3BBD-221F-290DC4E4BFE4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48C75EF6-6F49-4AF2-49E7-3C213A26238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DF5CA43-4DFF-A59D-D054-836BE0871AD1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5AA0C5FA-8D5B-D1C6-09DF-CC21F52CA406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F2D12543-685E-58D9-73BB-10F069CE06D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546C5612-F8AA-E0D5-08C1-0850B345577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E51CEEB-8050-E034-E7EE-24C88953128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08D7BF25-C977-87E8-A7DE-7FEE1530605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A112CD91-C4C9-2475-B92D-5F80A5944C77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3539903F-F5FE-3587-905F-DE50313A6A20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0C387F35-D38C-92E0-AB41-3FF51688D6DB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C47D9A44-48F1-04BE-7F6A-8C3B33F845C6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2C3AFE3F-BDC0-DB75-50BB-705F82AD5CEE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07837FA8-113D-09A4-6DF6-86E608C5A36D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DB81892D-DE17-6DA1-CBA4-8F04FE7C6F0D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55E8ED6F-5B55-2FC1-2D2C-CC6CD4FDC39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81A82FFB-8D2A-A9C4-175A-101057B4BC11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34C0DABE-2B07-DA95-9335-0EE438CF120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5F6F6578-25CC-AB27-2DED-BF985BD01FE2}"/>
              </a:ext>
            </a:extLst>
          </p:cNvPr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90;p15">
            <a:extLst>
              <a:ext uri="{FF2B5EF4-FFF2-40B4-BE49-F238E27FC236}">
                <a16:creationId xmlns:a16="http://schemas.microsoft.com/office/drawing/2014/main" id="{11216D1F-951D-352C-E6AB-334E000678F4}"/>
              </a:ext>
            </a:extLst>
          </p:cNvPr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</a:p>
        </p:txBody>
      </p:sp>
      <p:sp>
        <p:nvSpPr>
          <p:cNvPr id="28" name="Google Shape;90;p15">
            <a:extLst>
              <a:ext uri="{FF2B5EF4-FFF2-40B4-BE49-F238E27FC236}">
                <a16:creationId xmlns:a16="http://schemas.microsoft.com/office/drawing/2014/main" id="{9B213894-1D89-AA73-3242-F4C0F31E9EA8}"/>
              </a:ext>
            </a:extLst>
          </p:cNvPr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29" name="Google Shape;86;p15">
            <a:extLst>
              <a:ext uri="{FF2B5EF4-FFF2-40B4-BE49-F238E27FC236}">
                <a16:creationId xmlns:a16="http://schemas.microsoft.com/office/drawing/2014/main" id="{5F6F6578-25CC-AB27-2DED-BF985BD01FE2}"/>
              </a:ext>
            </a:extLst>
          </p:cNvPr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86;p15">
            <a:extLst>
              <a:ext uri="{FF2B5EF4-FFF2-40B4-BE49-F238E27FC236}">
                <a16:creationId xmlns:a16="http://schemas.microsoft.com/office/drawing/2014/main" id="{2B44A6E6-DDC4-535F-62C1-82249EB97A7B}"/>
              </a:ext>
            </a:extLst>
          </p:cNvPr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31" name="Google Shape;90;p15">
            <a:extLst>
              <a:ext uri="{FF2B5EF4-FFF2-40B4-BE49-F238E27FC236}">
                <a16:creationId xmlns:a16="http://schemas.microsoft.com/office/drawing/2014/main" id="{8700A7F0-5C14-CDEB-F393-52EFEAD50284}"/>
              </a:ext>
            </a:extLst>
          </p:cNvPr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34" name="Google Shape;90;p15">
            <a:extLst>
              <a:ext uri="{FF2B5EF4-FFF2-40B4-BE49-F238E27FC236}">
                <a16:creationId xmlns:a16="http://schemas.microsoft.com/office/drawing/2014/main" id="{F24B3A6E-7335-5852-1833-6D620827A6BE}"/>
              </a:ext>
            </a:extLst>
          </p:cNvPr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35" name="Google Shape;90;p15">
            <a:extLst>
              <a:ext uri="{FF2B5EF4-FFF2-40B4-BE49-F238E27FC236}">
                <a16:creationId xmlns:a16="http://schemas.microsoft.com/office/drawing/2014/main" id="{04F6B9C4-10E5-9F19-0706-DACDB4D4323B}"/>
              </a:ext>
            </a:extLst>
          </p:cNvPr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404C7357-58CE-B3C4-53B5-563569FDC12A}"/>
              </a:ext>
            </a:extLst>
          </p:cNvPr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</p:spTree>
    <p:extLst>
      <p:ext uri="{BB962C8B-B14F-4D97-AF65-F5344CB8AC3E}">
        <p14:creationId xmlns:p14="http://schemas.microsoft.com/office/powerpoint/2010/main" val="4138447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08E956D-5818-EE39-A32A-C77711F79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ED6DEC1F-6E55-AAA5-4648-7221796D7D1B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5" name="Google Shape;90;p15">
            <a:extLst>
              <a:ext uri="{FF2B5EF4-FFF2-40B4-BE49-F238E27FC236}">
                <a16:creationId xmlns:a16="http://schemas.microsoft.com/office/drawing/2014/main" id="{6BD5E607-2302-3C08-B83C-4EFBCB7BBD8D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D2EE4A2E-6E72-B5BC-0ABA-9FCB0F3F94C8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E4640587-48DB-4044-0E21-1B295668433D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BD995380-2C3C-C286-06FC-39CFDCCF480F}"/>
              </a:ext>
            </a:extLst>
          </p:cNvPr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2" name="Google Shape;86;p15">
            <a:extLst>
              <a:ext uri="{FF2B5EF4-FFF2-40B4-BE49-F238E27FC236}">
                <a16:creationId xmlns:a16="http://schemas.microsoft.com/office/drawing/2014/main" id="{4D941ACD-4931-46E2-B2DC-430BD5B9AF5E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914387C3-F018-8D63-F04F-E9915F764BE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C0BE1131-93B4-7DB4-064A-6AEBA139432F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A96E1879-6AD9-2AAC-E461-5382C639C539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32B854FF-B486-FA5C-3D70-57B3F9B1A13F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4" name="Google Shape;90;p15">
            <a:extLst>
              <a:ext uri="{FF2B5EF4-FFF2-40B4-BE49-F238E27FC236}">
                <a16:creationId xmlns:a16="http://schemas.microsoft.com/office/drawing/2014/main" id="{C74C8787-53E0-D16E-77F1-D980007DA947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" name="Google Shape;90;p15">
            <a:extLst>
              <a:ext uri="{FF2B5EF4-FFF2-40B4-BE49-F238E27FC236}">
                <a16:creationId xmlns:a16="http://schemas.microsoft.com/office/drawing/2014/main" id="{6040DF86-5C4D-D18A-1F0D-885B23341A40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36" name="Google Shape;90;p15">
            <a:extLst>
              <a:ext uri="{FF2B5EF4-FFF2-40B4-BE49-F238E27FC236}">
                <a16:creationId xmlns:a16="http://schemas.microsoft.com/office/drawing/2014/main" id="{B5A220B9-0B10-03C0-3C34-766E26ABE253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37" name="Google Shape;90;p15">
            <a:extLst>
              <a:ext uri="{FF2B5EF4-FFF2-40B4-BE49-F238E27FC236}">
                <a16:creationId xmlns:a16="http://schemas.microsoft.com/office/drawing/2014/main" id="{78D5D513-82FF-605B-ACFC-DC8C86AACC60}"/>
              </a:ext>
            </a:extLst>
          </p:cNvPr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39" name="Google Shape;90;p15">
            <a:extLst>
              <a:ext uri="{FF2B5EF4-FFF2-40B4-BE49-F238E27FC236}">
                <a16:creationId xmlns:a16="http://schemas.microsoft.com/office/drawing/2014/main" id="{9251C077-9506-C66D-4E50-6D609D469F2C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0551B786-FFD9-30E0-8DAC-AEF21C506BE9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17516953-AC61-8AAD-884E-4D73F5F1C14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4B52BFD3-4A9C-E184-D9BD-78BBB5003923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C5382F0B-133C-954E-A5BA-DA20B254C8D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41D3FE15-5DD0-E4D1-2F34-F33F154F2C20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7EE6129E-ACC2-11AA-62FB-300F8E8514DA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0CAC318E-271E-5460-E055-5BA8683DEFB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32D725FB-D80C-7062-ED06-B4F32A81C680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50932D60-E4CD-6AC7-FCB0-11EB0959629F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BF3DBC58-69E8-D585-5985-C64371A5241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BA7DCAE-494D-796B-4720-DEE6E46992D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9D4C4592-F333-DBBE-370D-9CF898CB0ED2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ACF630C0-5B72-A73E-5244-55CA2B38B6D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E181A260-90B3-6B7D-40CD-F0F9017155E8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9F3DE334-629C-E931-DC97-473AA7EEFA7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D4DC864A-E8A5-F4AF-3A5D-5E5B2E9917B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" name="Google Shape;90;p15">
            <a:extLst>
              <a:ext uri="{FF2B5EF4-FFF2-40B4-BE49-F238E27FC236}">
                <a16:creationId xmlns:a16="http://schemas.microsoft.com/office/drawing/2014/main" id="{71DC994D-8E3C-2948-B5E1-C77EB1E5BF49}"/>
              </a:ext>
            </a:extLst>
          </p:cNvPr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" name="Google Shape;86;p15">
            <a:extLst>
              <a:ext uri="{FF2B5EF4-FFF2-40B4-BE49-F238E27FC236}">
                <a16:creationId xmlns:a16="http://schemas.microsoft.com/office/drawing/2014/main" id="{01555A0C-6F3A-3898-12A7-DD4032B98E3E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" name="Google Shape;90;p15">
            <a:extLst>
              <a:ext uri="{FF2B5EF4-FFF2-40B4-BE49-F238E27FC236}">
                <a16:creationId xmlns:a16="http://schemas.microsoft.com/office/drawing/2014/main" id="{47FAEDA6-F2A7-C96C-ADF2-69042D6F3052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4" name="Google Shape;90;p15">
            <a:extLst>
              <a:ext uri="{FF2B5EF4-FFF2-40B4-BE49-F238E27FC236}">
                <a16:creationId xmlns:a16="http://schemas.microsoft.com/office/drawing/2014/main" id="{D4A692F7-6073-77C4-F8FB-252E784304B6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20" name="Google Shape;86;p15">
            <a:extLst>
              <a:ext uri="{FF2B5EF4-FFF2-40B4-BE49-F238E27FC236}">
                <a16:creationId xmlns:a16="http://schemas.microsoft.com/office/drawing/2014/main" id="{AB24FCC3-8643-BCC5-40B5-D9953B10FC97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1" name="Google Shape;86;p15">
            <a:extLst>
              <a:ext uri="{FF2B5EF4-FFF2-40B4-BE49-F238E27FC236}">
                <a16:creationId xmlns:a16="http://schemas.microsoft.com/office/drawing/2014/main" id="{0BD63FBC-F884-2DFA-1A49-722469E5910C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" name="Google Shape;86;p15">
            <a:extLst>
              <a:ext uri="{FF2B5EF4-FFF2-40B4-BE49-F238E27FC236}">
                <a16:creationId xmlns:a16="http://schemas.microsoft.com/office/drawing/2014/main" id="{30A4D693-0C6C-027B-BC1D-660B26AA7709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5" name="Google Shape;86;p15">
            <a:extLst>
              <a:ext uri="{FF2B5EF4-FFF2-40B4-BE49-F238E27FC236}">
                <a16:creationId xmlns:a16="http://schemas.microsoft.com/office/drawing/2014/main" id="{10FFA36E-83A7-72A7-5AE5-DE38BF3BBF75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611FBC4F-FF4C-CD3A-FE8E-78C85D5A183C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13" name="Google Shape;90;p15">
            <a:extLst>
              <a:ext uri="{FF2B5EF4-FFF2-40B4-BE49-F238E27FC236}">
                <a16:creationId xmlns:a16="http://schemas.microsoft.com/office/drawing/2014/main" id="{95AA0057-A37D-0B14-A44E-8D158A9EBE0D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8" name="Google Shape;86;p15">
            <a:extLst>
              <a:ext uri="{FF2B5EF4-FFF2-40B4-BE49-F238E27FC236}">
                <a16:creationId xmlns:a16="http://schemas.microsoft.com/office/drawing/2014/main" id="{6D5E0868-F3C6-DBE8-ED4F-8A4250F9CE0A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31" name="Google Shape;86;p15">
            <a:extLst>
              <a:ext uri="{FF2B5EF4-FFF2-40B4-BE49-F238E27FC236}">
                <a16:creationId xmlns:a16="http://schemas.microsoft.com/office/drawing/2014/main" id="{C2AB0CE3-EFA1-7391-89DA-F6B9100E9D48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8" name="Google Shape;90;p15">
            <a:extLst>
              <a:ext uri="{FF2B5EF4-FFF2-40B4-BE49-F238E27FC236}">
                <a16:creationId xmlns:a16="http://schemas.microsoft.com/office/drawing/2014/main" id="{66B04EEA-A6B2-83CB-CD69-5FEF3A00D8FF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29" name="Google Shape;86;p15">
            <a:extLst>
              <a:ext uri="{FF2B5EF4-FFF2-40B4-BE49-F238E27FC236}">
                <a16:creationId xmlns:a16="http://schemas.microsoft.com/office/drawing/2014/main" id="{497E4B5F-77D0-3C3F-9466-12A8F84D8691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33" name="Google Shape;86;p15">
            <a:extLst>
              <a:ext uri="{FF2B5EF4-FFF2-40B4-BE49-F238E27FC236}">
                <a16:creationId xmlns:a16="http://schemas.microsoft.com/office/drawing/2014/main" id="{153716A0-EEF9-17DF-43D6-29BDD7E68903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599699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9F6EDB7-7ADD-67AE-BAA9-B2AD5D704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F17DA6C5-AC6F-9627-B7A9-A5144829BD8C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28E847DC-EF0B-7066-8C68-E5055A8C115E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99C770D7-1229-12A9-16A9-5E8AA2F6147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AC7CF66B-DF02-11C6-1BAD-5BED0213F2D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F25259AE-CB83-564F-9BD1-65332596488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08C8E107-AA57-6235-7EB5-8C0E53865F8D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7" name="Google Shape;90;p15">
            <a:extLst>
              <a:ext uri="{FF2B5EF4-FFF2-40B4-BE49-F238E27FC236}">
                <a16:creationId xmlns:a16="http://schemas.microsoft.com/office/drawing/2014/main" id="{B3A81818-D74B-392B-4DC4-D16970CC2B37}"/>
              </a:ext>
            </a:extLst>
          </p:cNvPr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279C583D-8399-5859-7398-2E3A1F2A680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B2DB5B68-EBA5-78FF-EEB9-80B4A62B436E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05A334B-442D-E893-F6F2-A4D90A971C15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0B2AEEDE-89C4-9766-A8DC-A12E0C9896F9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5F8AF531-0123-8665-2CE9-7A0C09E559D9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701CCEE1-E575-3D8C-4BBD-55CD8BEE6D2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C797C3F5-D6D3-CCBE-F364-0178B6ADCBD7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7FA2194-5E32-F96A-834F-3AE3BCB4C50B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B65033D0-2F1F-BCD4-824D-95120BDB4759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5AF9887-4877-C1B4-C3F1-CAFAF07D401B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93B3B67-AAC7-9B01-B7B8-7A765571B79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98FC9D1B-B2D3-ABD9-0F26-4B658E01EDB8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13F9673F-EBDC-0F21-7DE3-D47123D3637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D228E8DA-198B-0E52-985C-E4EE3FBD27F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E5D04ECA-ECCC-3EDF-B29F-51278D4C978C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F806540F-B842-CB90-2F17-F4108B961BD7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F044F76E-AEC4-E29F-CB84-EEE7A39A8784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AB54EDC9-6368-39D6-0E2E-D38A46249FB0}"/>
              </a:ext>
            </a:extLst>
          </p:cNvPr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703A8B41-4164-266C-A6DB-183FC3034E5D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3D4431FA-A98A-74B7-ED3D-7187CF4AF872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515B6206-4718-6602-48D9-D416B3578A65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77A882B9-CDC0-ADFD-0B84-591616064DD8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29A2FC4C-CDFE-545A-E75C-CAB439C04F4D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25AF2C6A-4B31-F034-2AB8-24A9602241EC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0;p15">
            <a:extLst>
              <a:ext uri="{FF2B5EF4-FFF2-40B4-BE49-F238E27FC236}">
                <a16:creationId xmlns:a16="http://schemas.microsoft.com/office/drawing/2014/main" id="{6C977FBC-ED52-C16D-5CF8-90F4C0920B32}"/>
              </a:ext>
            </a:extLst>
          </p:cNvPr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BCD55A9D-CD3D-8403-C449-66417A657674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AE8177B0-BC4B-0DC8-C27B-62097A68F384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394725C9-84C4-0A83-6675-5D323776D9EA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295FD584-8CF8-C4DA-72F7-B8C5F9C93ACE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2" name="Google Shape;86;p15">
            <a:extLst>
              <a:ext uri="{FF2B5EF4-FFF2-40B4-BE49-F238E27FC236}">
                <a16:creationId xmlns:a16="http://schemas.microsoft.com/office/drawing/2014/main" id="{3617E1A5-BC83-69B2-2293-7A7EB72F6766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35BA61AC-54AA-CCED-8683-A21E049A8E90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E3E4E6FD-802D-E845-5BE9-9AE8C8FB5DF6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0AA62EDB-10EE-7F5F-37A3-E5FF0D09D87D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0A1DA93D-E1DA-F37F-8A32-FF8D7E041ECD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7EDE66D0-768D-E872-8161-0FFA2C43E252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AC3DD3BF-A809-D0DD-F61F-C93FC829701A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9C1300C6-EFD8-AF75-EB85-78308F0F253F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8428E889-0EFA-01C3-6085-8924D8BB91F2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003FF828-DF42-EAF7-2BBC-7B7EF1A63E43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211506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26EFF9E8-B031-FA4C-38C6-B39B8215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C708C5AF-15D4-3703-82D5-E03515963DC8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536C4FB7-209C-2A0B-9469-3816F81F7E85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99146FD7-3584-C15D-C986-F28055009A86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00B6DCCC-FE59-0E5A-ADBF-0EB268866E89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61C6FE32-57BD-8206-0626-4C5EF5C883A4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7135E585-C729-F41A-57EE-EE4B75E4D5D3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090150E3-C36C-7655-B24D-829637F1AA37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DAB4955D-BED6-E45A-D433-F1D5D51BBD9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A9D0E83A-9811-8539-2F6B-A36E458E34E7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8C77194C-6CA8-F6D0-AF92-B310FA4AF076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9AD83259-63C0-A646-CF02-55FF42E9C720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FBA2466-78D0-03C1-89C6-A2B550EA48D7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E91B12A8-2719-8FA6-DCA4-76D88F11811E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E939A145-B7D1-C853-745F-8B1EF2C5EDB9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21361D8-6F8D-918E-260A-6ED6F5D276A0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1EABD9A-66C9-4DA7-038E-12A6C927887F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C6A7D5B-2664-8B21-B527-735920DFB279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83ED1065-A48B-FD03-AD4E-1B03AEC2BD8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F0D6D223-96DE-F332-2FA6-16411169919B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3473C38D-3DA2-BE72-98B7-96F725CB4E55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1C651412-96F1-A4C7-518F-C2125E8BDAA0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E3946F9E-1942-1EA6-8A8F-8767DB7CC228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0279EBB2-2F60-56F0-B0B3-9FDA0215D60B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04D8A457-804E-C7E6-0272-C9C1376EADD4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D2464126-B843-0DE5-8A23-14252B9CC05C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A5D93D17-854F-32F1-FE48-B54ACB23180B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6947FFDE-4ADF-B222-0FA2-EA40DA79DACE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EC589EE0-8C5A-363D-6991-0C10D30197A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83F17A73-121F-0D7A-539B-6A512091C2EB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9C01A069-53F2-23B5-B72E-7C02F075A656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0;p15">
            <a:extLst>
              <a:ext uri="{FF2B5EF4-FFF2-40B4-BE49-F238E27FC236}">
                <a16:creationId xmlns:a16="http://schemas.microsoft.com/office/drawing/2014/main" id="{E2CEFE29-8844-47CD-63A8-D4BE9A6505D6}"/>
              </a:ext>
            </a:extLst>
          </p:cNvPr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919532F0-9E79-9054-F42C-037A719DB2FB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32A82301-0D1D-B507-FB02-12403F19D7B7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445EFA4F-7ED9-A62C-108A-94E8E9C37C3C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772F91D1-6987-6BF7-4407-4C717B103FC5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2" name="Google Shape;86;p15">
            <a:extLst>
              <a:ext uri="{FF2B5EF4-FFF2-40B4-BE49-F238E27FC236}">
                <a16:creationId xmlns:a16="http://schemas.microsoft.com/office/drawing/2014/main" id="{3ED57664-F6CA-C0F6-0FEA-DE5B1EA8E271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2144075A-CC9B-285F-49BD-9508B933C5E2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2CB482E8-6EBE-1220-FEB5-6D2482D4AC6D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FB72349E-3A6B-3C6C-DA3F-CA4755A09A8B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3654362D-E733-B781-602F-6D185ECEE31A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12509270-4FD0-0A28-C297-43B5A925E1AF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E85EE8D8-4507-47D8-5D89-471664E743ED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45D702C9-C963-14E8-2819-444675954E49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30FFF6EE-DB87-D6A8-6EA8-787DFB8A4519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699B0057-4FFF-BB08-2B5A-A85671D74BC4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00994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ABD0450D-1F4A-390F-54F6-93750778E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7268DCCF-8E19-2686-E21E-9D471206253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188BCA36-FCFF-83F0-AD6C-FFB7D85F00E8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6934CB72-ED7D-3971-4FE6-F9DE172BDDC3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0B8E660D-A40D-E7BF-82E8-0A2FF101546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9CDC2688-02A8-C424-DAC6-93610E9F63A6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9311A775-2F7B-D3B2-10E0-C115FCBE67F6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B85720C8-5B8B-0CB8-9AFA-5F945422386F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CCE32002-4924-2F05-27F9-30299343267E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5D1ACD45-7B11-AC65-041F-44D2788B3ECC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8AB07CE8-9FA7-F2E3-D4C6-B888B325F5FF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7D5E7BC1-379C-B2F4-376E-2E9D52486CD5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2CC975A-6F6C-16A9-0654-5E7A0CC9D609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E816511D-E335-6CB0-F446-60338513239D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59D34ED-C19D-8DEA-101F-371FCCEC73D2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F913C836-6E55-66F4-9364-CEB2A9E9A158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993664D6-F0EA-FFD5-411F-2DC61A601557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FC660B1-A0B3-E571-A252-29B76B6ED1A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A749C126-AD55-01DF-48E9-03268D0492E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00DB0BE7-1063-ACC3-28B7-0CB70ED2171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A2A5225D-9A0B-61F7-FA10-8E6F5FB38D76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602642A3-27AA-4E59-91FD-4E1E28EC4579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0DA66D9E-5C12-0DA6-E289-3AEEAB906B5E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41720223-A2D8-84D0-A03D-8037FE7BE7DE}"/>
              </a:ext>
            </a:extLst>
          </p:cNvPr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292B3F9C-04E6-F7D8-7E86-1D169481EC2A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76D361D0-289E-75D2-1C9B-3A13A8BF1B25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7AB5A2DC-B6BF-6879-6860-19BA471F41D8}"/>
              </a:ext>
            </a:extLst>
          </p:cNvPr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C084B706-089B-365E-D828-C653A4356048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C8779E10-B8BB-00CC-E661-F9B710874090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1C235115-5DAF-DE7C-17F0-D08E5C81DF56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D638765F-53D7-5429-1451-E92848AC1FFD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" name="Google Shape;90;p15">
            <a:extLst>
              <a:ext uri="{FF2B5EF4-FFF2-40B4-BE49-F238E27FC236}">
                <a16:creationId xmlns:a16="http://schemas.microsoft.com/office/drawing/2014/main" id="{3BCF2827-0CAE-6335-9E71-1FDF166863F2}"/>
              </a:ext>
            </a:extLst>
          </p:cNvPr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636AB9C0-32CE-EB7B-6BDE-26AE87BAD7FC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2D6B2B31-027F-068A-61C8-309C38702136}"/>
              </a:ext>
            </a:extLst>
          </p:cNvPr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F5C68ED0-CE7D-955B-2D63-BF0532291B38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2A481DA5-6EA7-9C10-7D6F-DEF4B0BD0721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2" name="Google Shape;86;p15">
            <a:extLst>
              <a:ext uri="{FF2B5EF4-FFF2-40B4-BE49-F238E27FC236}">
                <a16:creationId xmlns:a16="http://schemas.microsoft.com/office/drawing/2014/main" id="{C89B736B-6028-DAA4-4D39-9E62482FF83B}"/>
              </a:ext>
            </a:extLst>
          </p:cNvPr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949FD2D3-8B3E-C9C5-11A3-88A1254F36C2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FA55FD10-1982-4C13-8D2E-A01AB4996CD6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4C8633B9-2BF1-E954-C28B-9C321F771BBE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C20725DC-9766-B3F8-C12F-21ABC51F8BE2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026C7641-C972-0078-ED2B-F4960CB4733D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7BC1A8D8-9CC9-AA6B-CF12-70B4AF271955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EB4E0A7B-4822-60F2-6CF7-1AEAE3E70F2E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3FE63C22-538C-8412-D3D3-3B22FB299DF1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39A9B569-3518-CEFC-475F-FFEA34686ECF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720299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478F8D01-4D26-D961-EAE1-0A5C23548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AF101CA3-ED45-CB7A-D8FB-08175A3599D0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3E1A30C8-1C01-BE0A-593B-3B03C2C067B4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60E593D6-E2AB-1EA8-8DE7-F73B4B1AC5F0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F3AE723E-1618-FB88-A934-AA295A9F117E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D0190A0B-FDC7-A253-DC71-334E15F00695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24956B83-E94E-AC48-6666-7D435FB9F356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4CA90F3C-9051-A3D5-555C-A0EBE27A0F2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905B9846-A182-AE83-BAAD-53FF8E2959F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EFD3C034-AC4B-F31E-A513-A087FC6A8FCF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1A211337-F620-A74D-6A31-D09C985EC5E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39FD67B9-DA4E-00A9-02F4-00F42BE0446C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0B0432AF-C0AA-C25F-B798-AFF01BB677D4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E4E0B90B-2456-2563-3812-4AA120BDE44E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EBC7B8E6-9C35-19D0-C694-E2E5EF6F99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E5BB7A75-38A0-4C6C-6C62-705186583313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F60DF36C-1C45-9DF0-FA23-FEFED0012FB2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4CE2665-BFCF-FC9C-448A-F9EFBE3CBDE6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1237BA02-6DC9-F6D5-D379-372243A2D132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A6CE605A-88DC-032E-5EFA-29A68320A9DE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2A968CC4-FA90-3886-2FD1-5AF4E256E81B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97903656-243A-13EA-428C-2E9FEDE9760B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46D3CA0A-0105-5257-7B03-36F3C9DF996B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8D2ADF2B-9072-E87B-E0FA-ED7876AC59F3}"/>
              </a:ext>
            </a:extLst>
          </p:cNvPr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A3A261FA-1864-85A2-7888-1C511A4EDAA3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440799E0-F39E-791B-2A77-B8B00A90BA36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B3E5A97D-1931-B8D5-1FD8-4405CE4D70A2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746CE266-3C5A-67AF-2FDA-95FCF4109592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20C5BE1C-82FD-4D6D-F6A8-115555CC83A6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9BB43D6C-20F1-5CBA-65E4-169623CAA0B1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510AAD72-48A9-9653-AF76-A18A22FE80EC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86;p15">
            <a:extLst>
              <a:ext uri="{FF2B5EF4-FFF2-40B4-BE49-F238E27FC236}">
                <a16:creationId xmlns:a16="http://schemas.microsoft.com/office/drawing/2014/main" id="{7777BBE9-4677-5CAB-7C5C-B4DE45079848}"/>
              </a:ext>
            </a:extLst>
          </p:cNvPr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30" name="Google Shape;90;p15">
            <a:extLst>
              <a:ext uri="{FF2B5EF4-FFF2-40B4-BE49-F238E27FC236}">
                <a16:creationId xmlns:a16="http://schemas.microsoft.com/office/drawing/2014/main" id="{E0B0AE61-B62E-D4E3-2991-44A2A30CAAEF}"/>
              </a:ext>
            </a:extLst>
          </p:cNvPr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8A90BA22-C613-D775-0A3C-6B78BB9D5470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E8032890-2A5B-36A7-1D3F-43995043F8B3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F2BC63B4-595E-4FB9-3CF7-3D089BA714F0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5A2E11CD-1092-C47B-238C-3FAEB2D30738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80BC4C31-74DE-8E26-CEB2-1D73C49B8F18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78A958FB-A7AF-0203-4D6D-412E375F4119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E914DDF5-23EF-BD53-B481-06D9EFEDAEF3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80FEE319-93F0-6D64-5E36-1BFC437CEF7A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45EFD82A-CDBC-A11F-474C-B5087224803B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68C9B8C0-537C-9333-FECB-841E60F3D778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7A1FAB6D-0344-8738-07A4-85ADD40D9CCC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1608208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6FBB4DC1-67E3-09E4-2CBD-DDCA56583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1B233125-D803-4CBC-BFD1-18E592772C9B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FA62CB4B-B956-CE2A-3E9B-2F0CCA069B72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F836E872-2F62-DE95-C38E-A392B17149C0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1FFA14E9-D5E9-2D50-2D4A-D86C9E916FA7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3E8E9E40-5C05-EAD1-3E4D-D087B598B8C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80FD689F-A315-B387-BE11-273DF33B2D34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788096B8-46A9-B4E8-DC3C-E03AAF089E65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A7BEC285-08CD-DC11-26F0-A3EBF4CA5F46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07E03E28-BAA7-D66D-A0D6-1F56803EA689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5C4343C5-C902-3AB5-9CEB-6D30002FA577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E50D8007-7BCC-9635-F54C-25EA09967C2A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E500C27B-18E0-3646-81A9-0456AEA703CF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DC5810A3-8E5F-9FE5-454A-7B237446576B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EA2BF8A-C2C1-ECFC-9A08-27F5761AC106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78A28DE-EFA1-6885-97D9-5741F325ED94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0866895-4C84-3163-A6E5-84266E2867F0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69364A7B-180C-0165-064F-986D34A21EFD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1CAD89ED-AF4B-39A6-C838-32C35BAAE74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208F805A-86E8-3658-7CFB-DD52250DE313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0B1B28A1-C9ED-A239-A4F0-9A7732C90792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7D4E633B-8251-07BF-C88A-B024B5235DED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8A01E0BE-7E95-293B-AA38-881EDAFC140F}"/>
              </a:ext>
            </a:extLst>
          </p:cNvPr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D5D6BF79-8E13-83F6-61E7-C5B42CB173AD}"/>
              </a:ext>
            </a:extLst>
          </p:cNvPr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0F1FE1B5-205A-366B-C2EE-5333CA0C6DA9}"/>
              </a:ext>
            </a:extLst>
          </p:cNvPr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32CBAEB4-DE7F-94E9-42C5-68547D0DC617}"/>
              </a:ext>
            </a:extLst>
          </p:cNvPr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36DAF9D8-497A-5929-A393-377FCC44FBF4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87D616F7-AD18-6E4F-C573-3410BDEE2372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74BEE82F-8F6A-1AA5-4A40-75244564E4E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4E9F6D57-D3F0-8791-8A77-51EABC4DCB81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2B71A27-9DC3-8C02-FB82-AA1D3EFDAC6F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586E53EA-3FE8-0A25-721F-0305354C8DE5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1" name="Google Shape;86;p15">
            <a:extLst>
              <a:ext uri="{FF2B5EF4-FFF2-40B4-BE49-F238E27FC236}">
                <a16:creationId xmlns:a16="http://schemas.microsoft.com/office/drawing/2014/main" id="{9E108F8F-1F8A-2213-5DE0-115021B286F7}"/>
              </a:ext>
            </a:extLst>
          </p:cNvPr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F7E945D3-206B-1D0C-EE3E-C3FE30A02C5E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D32A4789-7704-D581-D26A-1921EB3CD2BF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9C2714A6-A1F0-B0FD-A21F-20A35BD922AF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F0C99097-E2EB-B039-8EB9-19429E532893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5BE1EB21-EC39-271C-09B3-53FB25A65CAD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F835E749-AC06-308E-B6A7-6B2347C175A7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B6D9D1D3-89AC-2B6D-4D09-4ECF9B71A14E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0172D755-C736-46AD-E856-49EBD8A60697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51" name="Google Shape;86;p15">
            <a:extLst>
              <a:ext uri="{FF2B5EF4-FFF2-40B4-BE49-F238E27FC236}">
                <a16:creationId xmlns:a16="http://schemas.microsoft.com/office/drawing/2014/main" id="{D87E3A0E-6FCE-82C4-95E1-52EFEC926C31}"/>
              </a:ext>
            </a:extLst>
          </p:cNvPr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</p:spTree>
    <p:extLst>
      <p:ext uri="{BB962C8B-B14F-4D97-AF65-F5344CB8AC3E}">
        <p14:creationId xmlns:p14="http://schemas.microsoft.com/office/powerpoint/2010/main" val="42072112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E6DB9F97-DE69-FC39-F2DC-7E23009E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65D944FE-B1B7-A547-506D-CDA4B2AEDCC5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1F906009-1C3B-9897-FA63-173701039C90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4AB8EFD6-68DB-C06D-8A94-1E10DD5D405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8882498F-1ADF-C88B-1F57-0A9D66097102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1AD99D92-2DA8-2B07-D018-98BE4D588CFA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E0ADE391-B990-C294-3CF5-4452FBD7EC91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944C7795-B0C9-B315-46F6-16B40793EDD1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1FCD1CAC-9F9A-A10D-C4D6-F0AD8963C312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15A0F096-95DF-6A66-EF2C-37D2E8B58D39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601720F2-D9FB-69A4-D213-CE971BA041A6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8DD71494-B580-FBA9-C050-8461AA77A360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326272CE-EB6D-8C9A-FC94-6C1B18F511E2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9DDA8545-8BA7-2984-0442-DCC5DDFB2F4A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EA4588DF-C8D4-D64F-93D4-1DD21BE769E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FE3C0733-879F-786B-2169-1EDB1A3D6A3E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30A3D03-2D1C-90F6-5672-A4FC9A6C1D8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56A8527-6D4C-7670-7D10-53E8E2F1DAB8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7D4397CC-369B-2335-8201-169206AB988B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EAA95643-184B-699F-377B-EA0CA303F08D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DE2F4C82-81F8-AE24-53EB-6BFCD06C75A3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E0803ADB-0D4A-053A-CCDA-9C71B75AA392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D9B0C8E1-8089-48F1-1CD4-F769D879046B}"/>
              </a:ext>
            </a:extLst>
          </p:cNvPr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EFE2B845-1230-3258-F3B2-7522E1BD20CC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AEB9D5F8-A50F-35F1-5D73-A497AE10BF56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887E3FA1-FF6F-617B-1BB0-3653F6B8592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81D0E0F9-6E66-48B3-39DE-A656C3FDE042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D493FD0-2D8D-35E6-3E6C-B294E5C97F07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8898469E-A6FA-1513-E817-585CECBCD0A5}"/>
              </a:ext>
            </a:extLst>
          </p:cNvPr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E9B0105E-B93D-EF0B-F21B-0C00DFC74A03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3CABBAB6-B225-51AA-9F5A-4BA4CD5BC739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92E45854-4FC3-A4F4-11CA-D5F6F452E375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6" name="Google Shape;90;p15">
            <a:extLst>
              <a:ext uri="{FF2B5EF4-FFF2-40B4-BE49-F238E27FC236}">
                <a16:creationId xmlns:a16="http://schemas.microsoft.com/office/drawing/2014/main" id="{01C80CC6-6944-A8AD-0936-D6A630213519}"/>
              </a:ext>
            </a:extLst>
          </p:cNvPr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47" name="Google Shape;86;p15">
            <a:extLst>
              <a:ext uri="{FF2B5EF4-FFF2-40B4-BE49-F238E27FC236}">
                <a16:creationId xmlns:a16="http://schemas.microsoft.com/office/drawing/2014/main" id="{D8705951-CF13-8392-9DEA-812CD32853E2}"/>
              </a:ext>
            </a:extLst>
          </p:cNvPr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48" name="Google Shape;86;p15">
            <a:extLst>
              <a:ext uri="{FF2B5EF4-FFF2-40B4-BE49-F238E27FC236}">
                <a16:creationId xmlns:a16="http://schemas.microsoft.com/office/drawing/2014/main" id="{2A6EA3E1-95E3-3942-0B21-E4AB7F53C1C6}"/>
              </a:ext>
            </a:extLst>
          </p:cNvPr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9" name="Google Shape;90;p15">
            <a:extLst>
              <a:ext uri="{FF2B5EF4-FFF2-40B4-BE49-F238E27FC236}">
                <a16:creationId xmlns:a16="http://schemas.microsoft.com/office/drawing/2014/main" id="{78E51964-983B-F65F-9018-8DC72F472CE0}"/>
              </a:ext>
            </a:extLst>
          </p:cNvPr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AB340FF1-14F0-4508-913E-0F53E4A8EF47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B7F0B413-03DD-215F-46E1-EB5A2057CA42}"/>
              </a:ext>
            </a:extLst>
          </p:cNvPr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2E4360D9-CDF5-D3E6-0F9B-A293620875DE}"/>
              </a:ext>
            </a:extLst>
          </p:cNvPr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393F820C-CBC7-D582-FD97-C5AD587A9A75}"/>
              </a:ext>
            </a:extLst>
          </p:cNvPr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game.&lt;&lt;&lt;&lt;&lt;</a:t>
            </a:r>
          </a:p>
        </p:txBody>
      </p:sp>
      <p:sp>
        <p:nvSpPr>
          <p:cNvPr id="8" name="Google Shape;86;p15">
            <a:extLst>
              <a:ext uri="{FF2B5EF4-FFF2-40B4-BE49-F238E27FC236}">
                <a16:creationId xmlns:a16="http://schemas.microsoft.com/office/drawing/2014/main" id="{3F0FB478-085C-24F0-8904-71C0BF6C3A8D}"/>
              </a:ext>
            </a:extLst>
          </p:cNvPr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</p:spTree>
    <p:extLst>
      <p:ext uri="{BB962C8B-B14F-4D97-AF65-F5344CB8AC3E}">
        <p14:creationId xmlns:p14="http://schemas.microsoft.com/office/powerpoint/2010/main" val="3716814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E1A06312-A2B2-006E-0893-CCCE04EC2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A9475708-A277-2A2B-DB48-05C09D83F7DF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F5C57E7E-8756-1642-7B8A-4522E57D7573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35B93061-232C-8DE2-B572-C77B823F2B5C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938372EE-777A-D152-64DA-FA4E52F2371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78BED2B6-F699-2C0B-7155-67DC61E0AD9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10BDC610-7DEC-AD14-0881-17C9DABEC2D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F1EE30FE-91E3-4803-5CB6-C2631F8C3243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6808F5C6-252B-CA36-A4C1-C9249294B15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ECE8ED83-252C-7CE8-BC68-42225C30637B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A99DB9B2-3B2A-9B56-DC0E-38F2382CE70D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972F1355-BA8D-E95F-2CB5-C95A71CBFB2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C5F67EC8-8A2C-FC4A-5C9B-26DBEE5ACBF8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033F34B9-EF78-FFA0-18EC-8B0EA7E9E4CD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5052282C-9EBF-6154-DB04-0419EE2E4FDC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C709CB55-4B40-459E-289A-4B2B6660956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2FE0DC61-FB9E-89FF-9C2A-E223DBD0006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B18CD20E-D0F5-8179-AB9E-3B490F28CE31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E3914552-A240-2D5C-F5E7-6A2A7E41C9CC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9BBC28E1-8F9C-A0F8-65AF-6C81D6F887A5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C906200E-75CD-E02D-653E-DBC6BF023049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E47A4B90-FCDF-6318-6C19-59DE36CE743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F57818C7-9D00-F065-BA03-7071E66B36A8}"/>
              </a:ext>
            </a:extLst>
          </p:cNvPr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55906FDB-AF4C-6AA5-FC4B-728F027CB07B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AEE9FFF3-3C98-D2B4-5F62-EE352FF17D1C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BA93A51A-1164-BBBE-44AC-95468A3D378A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220745C7-7D56-A605-0DCB-2924B1DC5F96}"/>
              </a:ext>
            </a:extLst>
          </p:cNvPr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E3F8C3D8-76B9-0DA6-0F54-60CAEB1D2551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" name="Google Shape;90;p15">
            <a:extLst>
              <a:ext uri="{FF2B5EF4-FFF2-40B4-BE49-F238E27FC236}">
                <a16:creationId xmlns:a16="http://schemas.microsoft.com/office/drawing/2014/main" id="{9FEB95C7-E72C-D963-870A-0E8BC196A2D9}"/>
              </a:ext>
            </a:extLst>
          </p:cNvPr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292D0C84-8E0C-EB2B-ED5D-5CFA3B6CB5EF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4" name="Google Shape;86;p15">
            <a:extLst>
              <a:ext uri="{FF2B5EF4-FFF2-40B4-BE49-F238E27FC236}">
                <a16:creationId xmlns:a16="http://schemas.microsoft.com/office/drawing/2014/main" id="{B5C2F782-ED28-015E-4C6A-996EABE29893}"/>
              </a:ext>
            </a:extLst>
          </p:cNvPr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BBDE3D7B-C85E-2A9B-4F31-C5EE13DFF3C8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19A11686-46A6-933D-A12E-3CE97DC64D1D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D90125B1-E8D5-EA70-9670-00AABC0AEFF0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4E362107-B575-A5F1-9EAB-2BA12424BFC9}"/>
              </a:ext>
            </a:extLst>
          </p:cNvPr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F2D3636D-D0A8-7426-A741-F949A44E8C8C}"/>
              </a:ext>
            </a:extLst>
          </p:cNvPr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9691E163-814D-7ECC-E90C-FCCD6A378BA3}"/>
              </a:ext>
            </a:extLst>
          </p:cNvPr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460C183F-3B0E-B79F-2D3D-41DBB826ABA5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94B5BB0A-6B47-EFBC-1557-597EA386A941}"/>
              </a:ext>
            </a:extLst>
          </p:cNvPr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5590AAB8-909E-B71C-6533-BCEABBF46C36}"/>
              </a:ext>
            </a:extLst>
          </p:cNvPr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5724A5C5-0A2D-36F3-5964-F224016BF3D2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</p:spTree>
    <p:extLst>
      <p:ext uri="{BB962C8B-B14F-4D97-AF65-F5344CB8AC3E}">
        <p14:creationId xmlns:p14="http://schemas.microsoft.com/office/powerpoint/2010/main" val="3884682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7C1B6D18-BBCF-D0F0-AE04-E50A94AD8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5A108461-BE1D-68FA-D5DD-F530E9BE6A98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487CD2EF-3267-A20D-7FA6-81EBCB19D607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B93B98CC-BA70-070E-E5F0-F6B14D64FA05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0882E717-AB64-6408-99B0-09D3E5002E02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17D2B278-42AC-9E86-DA14-9A4BE31DF3F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D4A955A4-4E86-F3EC-3950-807C9C036FE7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CABF05FF-24E8-C58D-4C68-76DF014F848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D0B77629-0959-67F7-0BBE-A2EAD34107A5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DB7877F4-DCC0-7E55-61BE-C222F049AEF1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09E00356-57ED-CF2B-499B-A14C621CDEB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55D3995C-657E-7744-DF41-1F747CFF005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DE25FCBE-F939-1160-B944-7D1055C49033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9FB9D0EA-8759-6953-FB59-D465F16AD18E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BAF165BD-10F9-D914-75A4-5B27FEE3CEF0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9779C807-52F3-A541-6406-84EF0D62D0E6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93D524B-2585-771C-AA81-B379FCD5F1C6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0A652871-6FCF-DBA0-C4FB-1CD61970D03C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F1FB85A2-DECD-F564-A729-549B2A1ACAB3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BFF50C5B-EBAB-5899-E8C8-99B3147B07D3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0A92D186-F27F-92BE-A7D3-2F46CD58F01F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274778C9-B001-7D92-413C-16FC1E239739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90;p15">
            <a:extLst>
              <a:ext uri="{FF2B5EF4-FFF2-40B4-BE49-F238E27FC236}">
                <a16:creationId xmlns:a16="http://schemas.microsoft.com/office/drawing/2014/main" id="{BDEAC925-7D11-9720-AA30-352CB3D31A7A}"/>
              </a:ext>
            </a:extLst>
          </p:cNvPr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</a:p>
          <a:p>
            <a:pPr lvl="0"/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Google Shape;90;p15">
            <a:extLst>
              <a:ext uri="{FF2B5EF4-FFF2-40B4-BE49-F238E27FC236}">
                <a16:creationId xmlns:a16="http://schemas.microsoft.com/office/drawing/2014/main" id="{1C4DA00B-F4AC-6C98-210E-594E6D191CC8}"/>
              </a:ext>
            </a:extLst>
          </p:cNvPr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05043F09-AA55-5EAB-75EA-38DBC2C552FE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CCFA1E76-22F2-13B0-2AFB-6EE64EED95CD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E5D5D91B-82A2-EB6C-1FB5-016891D24542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0DEDED7B-D423-0263-1967-32660EC2D221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82648D4F-CB2E-31F2-93DA-356793C5013D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912BAE8D-6692-5113-F499-6B9017A6FC7A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50" name="Google Shape;86;p15">
            <a:extLst>
              <a:ext uri="{FF2B5EF4-FFF2-40B4-BE49-F238E27FC236}">
                <a16:creationId xmlns:a16="http://schemas.microsoft.com/office/drawing/2014/main" id="{26735B14-5A8B-2AE6-50E7-3F7A05CAC5B5}"/>
              </a:ext>
            </a:extLst>
          </p:cNvPr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6654A4E3-D7A9-547D-7480-FA3E2311FE77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</a:p>
        </p:txBody>
      </p:sp>
      <p:sp>
        <p:nvSpPr>
          <p:cNvPr id="4" name="Google Shape;86;p15">
            <a:extLst>
              <a:ext uri="{FF2B5EF4-FFF2-40B4-BE49-F238E27FC236}">
                <a16:creationId xmlns:a16="http://schemas.microsoft.com/office/drawing/2014/main" id="{FCFAB00A-5C4E-1D61-298F-FC5E7C2585C3}"/>
              </a:ext>
            </a:extLst>
          </p:cNvPr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9A9B874E-9E00-2A6E-A05E-F9D4F19B34B4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A8DBE500-DBAF-9BBA-8D01-829D09F25484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06E2D39E-96E0-74D5-E4C9-565FF6468D5C}"/>
              </a:ext>
            </a:extLst>
          </p:cNvPr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55398A62-996D-ABAB-F5C8-027213A8CA81}"/>
              </a:ext>
            </a:extLst>
          </p:cNvPr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92B12ABA-99D2-80B4-E45C-FB224803FF3C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3" name="Google Shape;90;p15">
            <a:extLst>
              <a:ext uri="{FF2B5EF4-FFF2-40B4-BE49-F238E27FC236}">
                <a16:creationId xmlns:a16="http://schemas.microsoft.com/office/drawing/2014/main" id="{6004F1B2-1036-93E0-68B2-9D01254060F5}"/>
              </a:ext>
            </a:extLst>
          </p:cNvPr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</a:p>
          <a:p>
            <a:pPr lvl="0"/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" name="Google Shape;90;p15">
            <a:extLst>
              <a:ext uri="{FF2B5EF4-FFF2-40B4-BE49-F238E27FC236}">
                <a16:creationId xmlns:a16="http://schemas.microsoft.com/office/drawing/2014/main" id="{8C37D0CF-8A26-D7EB-A24C-83B53FF39265}"/>
              </a:ext>
            </a:extLst>
          </p:cNvPr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</a:p>
          <a:p>
            <a:pPr lvl="0"/>
            <a:endParaRPr lang="en-GB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873843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2FA391BA-2EAA-4EFB-C784-2B9118908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63C6B74C-BCD9-714E-873F-E8667D5BA22E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C8A294ED-5552-8763-4EC4-EAC12C7C3110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166CAF41-89C0-84D9-F0CD-904E497914D1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E6297A41-EF4D-3FE0-0F9E-2EDD6AA84402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04C8389E-4331-03FF-6DD7-12808881FD7F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20783C7E-EC20-CC7B-E34F-28BDBEB853E1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BFA8832E-B00E-534E-FDA0-4FBD91505EB0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ECB534C9-C95F-5A2A-943D-499EC38CF2E1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4B22DA5-BA79-91D3-90D7-3407263EDA52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336DFA1C-149E-60C1-3514-6297528B7F23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A2FE191F-0A75-D5EC-B676-047226766298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F84C1ED-9952-72B8-D8E6-2FE523BD8405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3EBB317-2FE6-7A33-5189-AD232F097E26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E5BB82B-5A3F-D3F9-AA11-4BB5567FE6A8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AE757256-35A3-962B-1F8E-BDAF74B16E2D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8191C94-C360-71A7-D998-64D1A9D92A41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C08CDCB6-1053-BC99-3141-96746525F320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1C668804-986B-1F81-B1CB-10205FEEA795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EE3293CB-6E2E-81FF-BA28-4DE3F46132C9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F49309FB-EA23-9FE5-4561-D1236F772F50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07F4CA8D-F60E-28F2-8EB6-2BE4368A7C7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CC80F94B-5A93-6200-3567-9B81F52EFA15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3FF6B114-62D8-613D-9B12-569D28F7F31F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8BA59099-4F88-D3A4-3319-EB73A161618D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6C8B8963-B973-EB2C-19DC-95DDCFD268DB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66CD9B4E-8965-1A05-BA85-8D93F39E109D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850C9C4B-87BB-B0CE-A6CD-5D67B3D398D4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A5E65025-42F3-7800-99A4-7DB2B59917A6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56828E78-06FD-669B-8393-69652816A3EF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C17DA78C-92CA-8B93-18AA-A987EA8BFC5F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game.&lt;&lt;</a:t>
            </a:r>
          </a:p>
        </p:txBody>
      </p:sp>
      <p:sp>
        <p:nvSpPr>
          <p:cNvPr id="14" name="Google Shape;86;p15">
            <a:extLst>
              <a:ext uri="{FF2B5EF4-FFF2-40B4-BE49-F238E27FC236}">
                <a16:creationId xmlns:a16="http://schemas.microsoft.com/office/drawing/2014/main" id="{3D889A79-0B66-783D-F974-FDE030D74DE5}"/>
              </a:ext>
            </a:extLst>
          </p:cNvPr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006B2F48-5EBC-D82E-D41B-D12B577D64BB}"/>
              </a:ext>
            </a:extLst>
          </p:cNvPr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699D7590-E645-C702-8E63-1DCBCA181FE4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7CA145C8-D8F1-2092-F932-7B20A9052CC8}"/>
              </a:ext>
            </a:extLst>
          </p:cNvPr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  <p:sp>
        <p:nvSpPr>
          <p:cNvPr id="9" name="Google Shape;86;p15">
            <a:extLst>
              <a:ext uri="{FF2B5EF4-FFF2-40B4-BE49-F238E27FC236}">
                <a16:creationId xmlns:a16="http://schemas.microsoft.com/office/drawing/2014/main" id="{785A7B94-6F99-E223-DAAC-32807A676386}"/>
              </a:ext>
            </a:extLst>
          </p:cNvPr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US3: As a mod developer in a team, I want to define 3 new functionalities so that these can they can be implemented efficiently according to a structure.</a:t>
            </a: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6A3E58F3-71A7-64C5-538F-59D45E7E0235}"/>
              </a:ext>
            </a:extLst>
          </p:cNvPr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</p:spTree>
    <p:extLst>
      <p:ext uri="{BB962C8B-B14F-4D97-AF65-F5344CB8AC3E}">
        <p14:creationId xmlns:p14="http://schemas.microsoft.com/office/powerpoint/2010/main" val="3213554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7E53F099-D8E4-D0BD-41D3-5E5B9BBD2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F9560D09-21E8-A47F-3AFA-9A4F479CF48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44181873-6835-7EC9-0A4F-406367A24024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2245AE9B-F423-F185-668C-BAF6E19850A2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AC5813AE-D661-BB5B-F74F-00F0713B2925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B1D8183B-A436-90B2-7A4D-9808DE1FD628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09C6E339-EF01-4ACE-DFF6-03977DB791E5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DEC2DCB3-E9EB-32E0-391E-56739B7ADF5D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D3B7B8C0-8940-F911-BF0D-7FC749B8A43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B70C738-615D-2FAD-113B-846B7E8F3B56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47D95AD9-F8DE-3EE4-9065-9FFAB63D05AC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4CE29DB7-53EF-4CE6-701C-A134BA26B9AF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8EFFEC7A-ED38-F53F-AB9B-BAF8148BD648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68716936-7FCA-CD0E-65FC-27939AF3F8AC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F491098D-D87E-6EAA-230E-870A461E9911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94614100-8F3C-D285-4A7A-D43526D1A7B9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5AB8302-09A3-8835-6F70-55A0E4D1E843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EC0691C1-37E5-6D1C-4FD7-3CA7D3577654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342E501C-6C08-CC47-5423-5F43189FF1B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A95A35C8-210C-9BAF-6F4E-E2FADF3357A1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BF03A2EE-8F72-4BB7-CD87-D964CF478ED8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872D06AF-28DF-7714-009B-5614014B09E3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1E4D5996-F1B7-120F-5775-D00837A78D2B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E9637902-3654-92AD-B7D4-C59C0ABC8F6C}"/>
              </a:ext>
            </a:extLst>
          </p:cNvPr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5D3125B4-825D-1892-C5DE-5FC0950F45AD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A0762F99-1D0A-4D94-9C09-C417F26D9FF8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E025FCD1-A8D6-DAB1-8211-19E586667559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38C7F088-2FBD-791F-9A72-2060DAF4227F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FF4130FA-D5EB-FFD9-F1CE-2CCCA97EBC07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8DA6A06D-A5F7-F83F-346F-E0BA6E4DD188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054270B8-EB51-597A-5661-C3A42C989116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808E92E7-7DAB-8B9F-67ED-206B25324B33}"/>
              </a:ext>
            </a:extLst>
          </p:cNvPr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944C313F-043F-4A83-D9B2-2C727FEF3756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BB503FF9-33B8-65E3-CB13-2102EA36C8B9}"/>
              </a:ext>
            </a:extLst>
          </p:cNvPr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</p:spTree>
    <p:extLst>
      <p:ext uri="{BB962C8B-B14F-4D97-AF65-F5344CB8AC3E}">
        <p14:creationId xmlns:p14="http://schemas.microsoft.com/office/powerpoint/2010/main" val="1746221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C6A9C401-91EF-6B36-5587-674C8DA63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D937E189-0864-726D-0076-66E991FB99F4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E30ECBEC-1EAD-6B20-E04B-8A898B621A6E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6D439051-FBBC-C31F-ADCA-EE43CDF7FD4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E8CD5E4A-86B8-B023-7212-974A3CDAA4B0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1E0E677A-8F35-E07A-8FE1-AEDFCB0D2C42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0059A85F-0B67-3B68-001D-E3C529ABF19F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E22E00D6-E952-C41D-77A7-79BFE9D7216C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CD2A488F-8426-FAD2-5D47-8B388280ABFA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F731923-C537-6BD2-CD09-67B25E4EEA2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5E3067A8-7023-EEED-DCCB-5813C8A3AA5D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2E08B902-0AEF-E6FD-15AD-3B244FC085D3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79ECBAA-EBA9-1AEC-6122-AC6E28235D40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51C7B8F6-9527-44BA-3650-77496901D1E5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1E36A353-CADF-D32F-9143-0C00FF4C636F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229274EA-23D2-5BC6-42DB-03CE00AF281F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9537B870-06E4-BFDC-E03D-4E07326CE06E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830E0677-7A66-3D3A-8B3D-1D352ED7E86B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46958AEB-ACB7-43CB-9D0F-CF95E5DADB6D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AE43E9CF-9EB3-8CC5-D8B2-ACD54881C292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E489EA3B-FFF0-2A4B-D97A-F79EA42A6526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277862BF-3D47-FC6A-C5B5-661742C214F8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90;p15">
            <a:extLst>
              <a:ext uri="{FF2B5EF4-FFF2-40B4-BE49-F238E27FC236}">
                <a16:creationId xmlns:a16="http://schemas.microsoft.com/office/drawing/2014/main" id="{7099E0F1-AFE8-42E5-BCA9-A33CF28F8EEF}"/>
              </a:ext>
            </a:extLst>
          </p:cNvPr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6" name="Google Shape;90;p15">
            <a:extLst>
              <a:ext uri="{FF2B5EF4-FFF2-40B4-BE49-F238E27FC236}">
                <a16:creationId xmlns:a16="http://schemas.microsoft.com/office/drawing/2014/main" id="{92AD56A1-6E79-EBFD-863B-2F49CC1D226F}"/>
              </a:ext>
            </a:extLst>
          </p:cNvPr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</p:txBody>
      </p:sp>
      <p:sp>
        <p:nvSpPr>
          <p:cNvPr id="18" name="Google Shape;90;p15">
            <a:extLst>
              <a:ext uri="{FF2B5EF4-FFF2-40B4-BE49-F238E27FC236}">
                <a16:creationId xmlns:a16="http://schemas.microsoft.com/office/drawing/2014/main" id="{9AF14B13-20A1-141A-1A96-CBD7350D08A8}"/>
              </a:ext>
            </a:extLst>
          </p:cNvPr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19" name="Google Shape;86;p15">
            <a:extLst>
              <a:ext uri="{FF2B5EF4-FFF2-40B4-BE49-F238E27FC236}">
                <a16:creationId xmlns:a16="http://schemas.microsoft.com/office/drawing/2014/main" id="{F20C4B04-A361-9E10-8CA1-7ADF3AB80AED}"/>
              </a:ext>
            </a:extLst>
          </p:cNvPr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3" name="Google Shape;86;p15">
            <a:extLst>
              <a:ext uri="{FF2B5EF4-FFF2-40B4-BE49-F238E27FC236}">
                <a16:creationId xmlns:a16="http://schemas.microsoft.com/office/drawing/2014/main" id="{BB6C42E3-9F02-E27C-DAA6-AD96F8313F11}"/>
              </a:ext>
            </a:extLst>
          </p:cNvPr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45" name="Google Shape;86;p15">
            <a:extLst>
              <a:ext uri="{FF2B5EF4-FFF2-40B4-BE49-F238E27FC236}">
                <a16:creationId xmlns:a16="http://schemas.microsoft.com/office/drawing/2014/main" id="{2C255600-4E1E-4125-9EF1-83137DC087D0}"/>
              </a:ext>
            </a:extLst>
          </p:cNvPr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E6F39E09-5293-DDA6-10EF-971DB3BD34A1}"/>
              </a:ext>
            </a:extLst>
          </p:cNvPr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7EE1B103-A220-5F3C-CBE6-9E48BAC107D1}"/>
              </a:ext>
            </a:extLst>
          </p:cNvPr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</a:p>
        </p:txBody>
      </p:sp>
      <p:sp>
        <p:nvSpPr>
          <p:cNvPr id="13" name="Google Shape;86;p15">
            <a:extLst>
              <a:ext uri="{FF2B5EF4-FFF2-40B4-BE49-F238E27FC236}">
                <a16:creationId xmlns:a16="http://schemas.microsoft.com/office/drawing/2014/main" id="{AEB17F8F-C66B-7914-D1F1-0518889C1AFE}"/>
              </a:ext>
            </a:extLst>
          </p:cNvPr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0" name="Google Shape;90;p15">
            <a:extLst>
              <a:ext uri="{FF2B5EF4-FFF2-40B4-BE49-F238E27FC236}">
                <a16:creationId xmlns:a16="http://schemas.microsoft.com/office/drawing/2014/main" id="{B0FD3600-5758-C3EE-0A27-AB3C2F44A073}"/>
              </a:ext>
            </a:extLst>
          </p:cNvPr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</a:p>
        </p:txBody>
      </p:sp>
      <p:sp>
        <p:nvSpPr>
          <p:cNvPr id="21" name="Google Shape;90;p15">
            <a:extLst>
              <a:ext uri="{FF2B5EF4-FFF2-40B4-BE49-F238E27FC236}">
                <a16:creationId xmlns:a16="http://schemas.microsoft.com/office/drawing/2014/main" id="{0938EBC3-3B82-9031-22F2-BE01EAEC8D46}"/>
              </a:ext>
            </a:extLst>
          </p:cNvPr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7" name="Google Shape;90;p15">
            <a:extLst>
              <a:ext uri="{FF2B5EF4-FFF2-40B4-BE49-F238E27FC236}">
                <a16:creationId xmlns:a16="http://schemas.microsoft.com/office/drawing/2014/main" id="{5DAB998A-50DC-4B87-B0C8-763C94BACB07}"/>
              </a:ext>
            </a:extLst>
          </p:cNvPr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</a:p>
        </p:txBody>
      </p:sp>
    </p:spTree>
    <p:extLst>
      <p:ext uri="{BB962C8B-B14F-4D97-AF65-F5344CB8AC3E}">
        <p14:creationId xmlns:p14="http://schemas.microsoft.com/office/powerpoint/2010/main" val="3301943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0" title="Vmw_I2.png"/>
          <p:cNvPicPr preferRelativeResize="0"/>
          <p:nvPr/>
        </p:nvPicPr>
        <p:blipFill>
          <a:blip r:embed="rId3">
            <a:alphaModFix amt="51000"/>
          </a:blip>
          <a:stretch>
            <a:fillRect/>
          </a:stretch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>
          <a:extLst>
            <a:ext uri="{FF2B5EF4-FFF2-40B4-BE49-F238E27FC236}">
              <a16:creationId xmlns:a16="http://schemas.microsoft.com/office/drawing/2014/main" id="{FA7628E5-D833-8B27-8E15-DA46812E7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5">
            <a:extLst>
              <a:ext uri="{FF2B5EF4-FFF2-40B4-BE49-F238E27FC236}">
                <a16:creationId xmlns:a16="http://schemas.microsoft.com/office/drawing/2014/main" id="{674E203E-47B8-023B-4A6B-8554DD95EB5B}"/>
              </a:ext>
            </a:extLst>
          </p:cNvPr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" name="Google Shape;67;p15">
            <a:extLst>
              <a:ext uri="{FF2B5EF4-FFF2-40B4-BE49-F238E27FC236}">
                <a16:creationId xmlns:a16="http://schemas.microsoft.com/office/drawing/2014/main" id="{7AD852DD-C835-FE3F-76FD-224DF4249959}"/>
              </a:ext>
            </a:extLst>
          </p:cNvPr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8848ADC6-6B4E-EF8F-4C85-49E4E7331058}"/>
              </a:ext>
            </a:extLst>
          </p:cNvPr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15">
            <a:extLst>
              <a:ext uri="{FF2B5EF4-FFF2-40B4-BE49-F238E27FC236}">
                <a16:creationId xmlns:a16="http://schemas.microsoft.com/office/drawing/2014/main" id="{F1EF9161-2ADA-881A-3698-59F6293C0C32}"/>
              </a:ext>
            </a:extLst>
          </p:cNvPr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4AB6C8A4-F93E-2E0D-D95B-85E35E5E5FC7}"/>
              </a:ext>
            </a:extLst>
          </p:cNvPr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27F0CB5-767C-8122-48E9-2D3ADDC6BF6C}"/>
              </a:ext>
            </a:extLst>
          </p:cNvPr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D5B688F7-F804-D781-81D5-7D3BA84594D5}"/>
              </a:ext>
            </a:extLst>
          </p:cNvPr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7CFC330A-AF27-7D19-A3B3-2C45D722D85A}"/>
              </a:ext>
            </a:extLst>
          </p:cNvPr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15">
            <a:extLst>
              <a:ext uri="{FF2B5EF4-FFF2-40B4-BE49-F238E27FC236}">
                <a16:creationId xmlns:a16="http://schemas.microsoft.com/office/drawing/2014/main" id="{17A8E9CB-0311-BA92-BF0E-33C995B514DA}"/>
              </a:ext>
            </a:extLst>
          </p:cNvPr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9E7D3E49-90B8-BCD4-46B3-907B20F6B4AC}"/>
              </a:ext>
            </a:extLst>
          </p:cNvPr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563AFEA9-A222-7342-3E5F-9D789AF4CBD5}"/>
              </a:ext>
            </a:extLst>
          </p:cNvPr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15">
            <a:extLst>
              <a:ext uri="{FF2B5EF4-FFF2-40B4-BE49-F238E27FC236}">
                <a16:creationId xmlns:a16="http://schemas.microsoft.com/office/drawing/2014/main" id="{0E8A16EC-34C0-939E-1EEF-B9D140B6F3B0}"/>
              </a:ext>
            </a:extLst>
          </p:cNvPr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15">
            <a:extLst>
              <a:ext uri="{FF2B5EF4-FFF2-40B4-BE49-F238E27FC236}">
                <a16:creationId xmlns:a16="http://schemas.microsoft.com/office/drawing/2014/main" id="{77752709-15B6-E810-579E-59DC07B0D36C}"/>
              </a:ext>
            </a:extLst>
          </p:cNvPr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15">
            <a:extLst>
              <a:ext uri="{FF2B5EF4-FFF2-40B4-BE49-F238E27FC236}">
                <a16:creationId xmlns:a16="http://schemas.microsoft.com/office/drawing/2014/main" id="{BF62E043-0CCD-0B6E-9C0C-FD6CA3177ADA}"/>
              </a:ext>
            </a:extLst>
          </p:cNvPr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b="1" dirty="0"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15">
            <a:extLst>
              <a:ext uri="{FF2B5EF4-FFF2-40B4-BE49-F238E27FC236}">
                <a16:creationId xmlns:a16="http://schemas.microsoft.com/office/drawing/2014/main" id="{F049FA8F-4800-1D1A-7126-E1614C4A80CA}"/>
              </a:ext>
            </a:extLst>
          </p:cNvPr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1" name="Google Shape;81;p15">
            <a:extLst>
              <a:ext uri="{FF2B5EF4-FFF2-40B4-BE49-F238E27FC236}">
                <a16:creationId xmlns:a16="http://schemas.microsoft.com/office/drawing/2014/main" id="{A7DD8C68-2CDD-C4FE-0C75-D5F2CA56EE37}"/>
              </a:ext>
            </a:extLst>
          </p:cNvPr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2" name="Google Shape;82;p15">
            <a:extLst>
              <a:ext uri="{FF2B5EF4-FFF2-40B4-BE49-F238E27FC236}">
                <a16:creationId xmlns:a16="http://schemas.microsoft.com/office/drawing/2014/main" id="{4BDA5EC6-49F7-26AF-54E0-857BE37F0938}"/>
              </a:ext>
            </a:extLst>
          </p:cNvPr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3" name="Google Shape;83;p15">
            <a:extLst>
              <a:ext uri="{FF2B5EF4-FFF2-40B4-BE49-F238E27FC236}">
                <a16:creationId xmlns:a16="http://schemas.microsoft.com/office/drawing/2014/main" id="{51EBC82C-0FF8-E549-2B16-D89D3AE70984}"/>
              </a:ext>
            </a:extLst>
          </p:cNvPr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4" name="Google Shape;84;p15">
            <a:extLst>
              <a:ext uri="{FF2B5EF4-FFF2-40B4-BE49-F238E27FC236}">
                <a16:creationId xmlns:a16="http://schemas.microsoft.com/office/drawing/2014/main" id="{59A636C2-1F99-E46C-8616-98B3A25A58C0}"/>
              </a:ext>
            </a:extLst>
          </p:cNvPr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85" name="Google Shape;85;p15">
            <a:extLst>
              <a:ext uri="{FF2B5EF4-FFF2-40B4-BE49-F238E27FC236}">
                <a16:creationId xmlns:a16="http://schemas.microsoft.com/office/drawing/2014/main" id="{EDA32437-F874-5E80-9E60-8F52409B1501}"/>
              </a:ext>
            </a:extLst>
          </p:cNvPr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91" name="Google Shape;91;p15">
            <a:extLst>
              <a:ext uri="{FF2B5EF4-FFF2-40B4-BE49-F238E27FC236}">
                <a16:creationId xmlns:a16="http://schemas.microsoft.com/office/drawing/2014/main" id="{D7A4E725-ABCF-9F88-356A-432B556960FE}"/>
              </a:ext>
            </a:extLst>
          </p:cNvPr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Google Shape;86;p15">
            <a:extLst>
              <a:ext uri="{FF2B5EF4-FFF2-40B4-BE49-F238E27FC236}">
                <a16:creationId xmlns:a16="http://schemas.microsoft.com/office/drawing/2014/main" id="{AAC0CE84-C1E5-A91C-2E61-307C480CED95}"/>
              </a:ext>
            </a:extLst>
          </p:cNvPr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dirty="0"/>
              <a:t>As a mod developer, I want to have a grasp of general game mechanics, so that I can understand suggestions made by me or other users.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" name="Google Shape;90;p15">
            <a:extLst>
              <a:ext uri="{FF2B5EF4-FFF2-40B4-BE49-F238E27FC236}">
                <a16:creationId xmlns:a16="http://schemas.microsoft.com/office/drawing/2014/main" id="{79AE0559-1673-CB4D-9E1F-EA1D5BE2C301}"/>
              </a:ext>
            </a:extLst>
          </p:cNvPr>
          <p:cNvSpPr/>
          <p:nvPr/>
        </p:nvSpPr>
        <p:spPr>
          <a:xfrm>
            <a:off x="107691" y="113107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</a:p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</a:p>
        </p:txBody>
      </p:sp>
      <p:sp>
        <p:nvSpPr>
          <p:cNvPr id="29" name="Google Shape;86;p15">
            <a:extLst>
              <a:ext uri="{FF2B5EF4-FFF2-40B4-BE49-F238E27FC236}">
                <a16:creationId xmlns:a16="http://schemas.microsoft.com/office/drawing/2014/main" id="{DEBB74CF-0B11-7D4E-D8D1-D7B6D1ECADA2}"/>
              </a:ext>
            </a:extLst>
          </p:cNvPr>
          <p:cNvSpPr/>
          <p:nvPr/>
        </p:nvSpPr>
        <p:spPr>
          <a:xfrm>
            <a:off x="116545" y="154295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US2: As a mod developer, I want to read the codebase so that I gain an understanding of the internal structure of the game.</a:t>
            </a:r>
          </a:p>
        </p:txBody>
      </p:sp>
      <p:sp>
        <p:nvSpPr>
          <p:cNvPr id="28" name="Google Shape;90;p15">
            <a:extLst>
              <a:ext uri="{FF2B5EF4-FFF2-40B4-BE49-F238E27FC236}">
                <a16:creationId xmlns:a16="http://schemas.microsoft.com/office/drawing/2014/main" id="{5C6F03F8-81EA-DAFB-44C3-623A3C9A290A}"/>
              </a:ext>
            </a:extLst>
          </p:cNvPr>
          <p:cNvSpPr/>
          <p:nvPr/>
        </p:nvSpPr>
        <p:spPr>
          <a:xfrm>
            <a:off x="125583" y="197213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</a:p>
        </p:txBody>
      </p:sp>
      <p:sp>
        <p:nvSpPr>
          <p:cNvPr id="5" name="Google Shape;86;p15">
            <a:extLst>
              <a:ext uri="{FF2B5EF4-FFF2-40B4-BE49-F238E27FC236}">
                <a16:creationId xmlns:a16="http://schemas.microsoft.com/office/drawing/2014/main" id="{0BB7C3B9-F459-EB6A-72BC-86442749E413}"/>
              </a:ext>
            </a:extLst>
          </p:cNvPr>
          <p:cNvSpPr/>
          <p:nvPr/>
        </p:nvSpPr>
        <p:spPr>
          <a:xfrm>
            <a:off x="134562" y="290122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ea typeface="Consolas"/>
                <a:cs typeface="Consolas"/>
                <a:sym typeface="Consolas"/>
              </a:rPr>
              <a:t>US4: As a mod developer in a team, I want to further brainstorm potential functionalities so that existing ideas are refined or replace with better ones.</a:t>
            </a:r>
          </a:p>
        </p:txBody>
      </p:sp>
      <p:sp>
        <p:nvSpPr>
          <p:cNvPr id="6" name="Google Shape;90;p15">
            <a:extLst>
              <a:ext uri="{FF2B5EF4-FFF2-40B4-BE49-F238E27FC236}">
                <a16:creationId xmlns:a16="http://schemas.microsoft.com/office/drawing/2014/main" id="{C7256F8A-2B5A-314F-5EED-844F7A879E6F}"/>
              </a:ext>
            </a:extLst>
          </p:cNvPr>
          <p:cNvSpPr/>
          <p:nvPr/>
        </p:nvSpPr>
        <p:spPr>
          <a:xfrm>
            <a:off x="134561" y="437360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</a:p>
        </p:txBody>
      </p:sp>
      <p:sp>
        <p:nvSpPr>
          <p:cNvPr id="2" name="Google Shape;90;p15">
            <a:extLst>
              <a:ext uri="{FF2B5EF4-FFF2-40B4-BE49-F238E27FC236}">
                <a16:creationId xmlns:a16="http://schemas.microsoft.com/office/drawing/2014/main" id="{C5A31B35-C3BB-496A-CA84-F56E9DE13532}"/>
              </a:ext>
            </a:extLst>
          </p:cNvPr>
          <p:cNvSpPr/>
          <p:nvPr/>
        </p:nvSpPr>
        <p:spPr>
          <a:xfrm>
            <a:off x="134561" y="4998433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</a:p>
        </p:txBody>
      </p:sp>
      <p:sp>
        <p:nvSpPr>
          <p:cNvPr id="8" name="Google Shape;90;p15">
            <a:extLst>
              <a:ext uri="{FF2B5EF4-FFF2-40B4-BE49-F238E27FC236}">
                <a16:creationId xmlns:a16="http://schemas.microsoft.com/office/drawing/2014/main" id="{960E2530-3340-67E2-7262-579C61DA916E}"/>
              </a:ext>
            </a:extLst>
          </p:cNvPr>
          <p:cNvSpPr/>
          <p:nvPr/>
        </p:nvSpPr>
        <p:spPr>
          <a:xfrm>
            <a:off x="134561" y="758689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9: Study code associated to undo/redo feature.</a:t>
            </a:r>
          </a:p>
        </p:txBody>
      </p:sp>
      <p:sp>
        <p:nvSpPr>
          <p:cNvPr id="7" name="Google Shape;86;p15">
            <a:extLst>
              <a:ext uri="{FF2B5EF4-FFF2-40B4-BE49-F238E27FC236}">
                <a16:creationId xmlns:a16="http://schemas.microsoft.com/office/drawing/2014/main" id="{D7C10366-BFA1-F0EE-C049-7D49CABFDB99}"/>
              </a:ext>
            </a:extLst>
          </p:cNvPr>
          <p:cNvSpPr/>
          <p:nvPr/>
        </p:nvSpPr>
        <p:spPr>
          <a:xfrm>
            <a:off x="134377" y="602247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>
                <a:sym typeface="Consolas"/>
              </a:rPr>
              <a:t>US5: As a mod developer I want to study the code around potential new features so that we know what features can be done in the given time frame.</a:t>
            </a:r>
          </a:p>
        </p:txBody>
      </p:sp>
      <p:sp>
        <p:nvSpPr>
          <p:cNvPr id="9" name="Google Shape;90;p15">
            <a:extLst>
              <a:ext uri="{FF2B5EF4-FFF2-40B4-BE49-F238E27FC236}">
                <a16:creationId xmlns:a16="http://schemas.microsoft.com/office/drawing/2014/main" id="{9158D351-6113-8E88-4C63-9DB147EC2439}"/>
              </a:ext>
            </a:extLst>
          </p:cNvPr>
          <p:cNvSpPr/>
          <p:nvPr/>
        </p:nvSpPr>
        <p:spPr>
          <a:xfrm>
            <a:off x="143540" y="842904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10: Study UI code associated to </a:t>
            </a:r>
            <a:r>
              <a:rPr lang="en-GB" dirty="0" err="1">
                <a:latin typeface="Consolas"/>
                <a:ea typeface="Consolas"/>
                <a:cs typeface="Consolas"/>
                <a:sym typeface="Consolas"/>
              </a:rPr>
              <a:t>hotbar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 feature.</a:t>
            </a:r>
          </a:p>
        </p:txBody>
      </p:sp>
      <p:sp>
        <p:nvSpPr>
          <p:cNvPr id="10" name="Google Shape;90;p15">
            <a:extLst>
              <a:ext uri="{FF2B5EF4-FFF2-40B4-BE49-F238E27FC236}">
                <a16:creationId xmlns:a16="http://schemas.microsoft.com/office/drawing/2014/main" id="{E5B99465-7E38-95D7-40E9-914C0E0E60C1}"/>
              </a:ext>
            </a:extLst>
          </p:cNvPr>
          <p:cNvSpPr/>
          <p:nvPr/>
        </p:nvSpPr>
        <p:spPr>
          <a:xfrm>
            <a:off x="134765" y="925801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pt-PT" dirty="0"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11: Study code associated to water piping system.</a:t>
            </a:r>
          </a:p>
        </p:txBody>
      </p:sp>
    </p:spTree>
    <p:extLst>
      <p:ext uri="{BB962C8B-B14F-4D97-AF65-F5344CB8AC3E}">
        <p14:creationId xmlns:p14="http://schemas.microsoft.com/office/powerpoint/2010/main" val="33545428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710</TotalTime>
  <Words>5024</Words>
  <Application>Microsoft Office PowerPoint</Application>
  <PresentationFormat>Custom</PresentationFormat>
  <Paragraphs>446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Diogo Antunes</cp:lastModifiedBy>
  <cp:revision>2</cp:revision>
  <dcterms:modified xsi:type="dcterms:W3CDTF">2025-10-20T14:27:42Z</dcterms:modified>
</cp:coreProperties>
</file>