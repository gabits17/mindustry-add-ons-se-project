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59" roundtripDataSignature="AMtx7miTFxqLFqwBF8vcitNnyuzyol9/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customschemas.google.com/relationships/presentationmetadata" Target="metadata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3" name="Google Shape;2863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460100" y="286685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12730412" y="26993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66" name="Google Shape;2866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7" name="Google Shape;2867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1" name="Google Shape;2881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2" name="Google Shape;2882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3" name="Google Shape;2883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4" name="Google Shape;2884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5" name="Google Shape;2885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6" name="Google Shape;2886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a2d1a72bb1_0_303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05" name="Google Shape;2905;g3a2d1a72bb1_0_303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06" name="Google Shape;2906;g3a2d1a72bb1_0_303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7" name="Google Shape;2907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08" name="Google Shape;2908;g3a2d1a72bb1_0_303"/>
          <p:cNvSpPr/>
          <p:nvPr/>
        </p:nvSpPr>
        <p:spPr>
          <a:xfrm>
            <a:off x="15455650" y="2686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909" name="Google Shape;2909;g3a2d1a72bb1_0_303"/>
          <p:cNvSpPr/>
          <p:nvPr/>
        </p:nvSpPr>
        <p:spPr>
          <a:xfrm>
            <a:off x="15455650" y="764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0" name="Google Shape;2910;g3a2d1a72bb1_0_303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1" name="Google Shape;2911;g3a2d1a72bb1_0_303"/>
          <p:cNvSpPr/>
          <p:nvPr/>
        </p:nvSpPr>
        <p:spPr>
          <a:xfrm>
            <a:off x="15495163" y="44179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2" name="Google Shape;2912;g3a2d1a72bb1_0_303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3" name="Google Shape;2913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4" name="Google Shape;2914;g3a2d1a72bb1_0_303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