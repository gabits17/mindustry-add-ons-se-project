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88" roundtripDataSignature="AMtx7mjQfp8lAER8pI/ZtiZOcHKFCcxm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84" Type="http://schemas.openxmlformats.org/officeDocument/2006/relationships/slide" Target="slides/slide79.xml"/><Relationship Id="rId83" Type="http://schemas.openxmlformats.org/officeDocument/2006/relationships/slide" Target="slides/slide78.xml"/><Relationship Id="rId42" Type="http://schemas.openxmlformats.org/officeDocument/2006/relationships/slide" Target="slides/slide37.xml"/><Relationship Id="rId86" Type="http://schemas.openxmlformats.org/officeDocument/2006/relationships/slide" Target="slides/slide81.xml"/><Relationship Id="rId41" Type="http://schemas.openxmlformats.org/officeDocument/2006/relationships/slide" Target="slides/slide36.xml"/><Relationship Id="rId85" Type="http://schemas.openxmlformats.org/officeDocument/2006/relationships/slide" Target="slides/slide80.xml"/><Relationship Id="rId44" Type="http://schemas.openxmlformats.org/officeDocument/2006/relationships/slide" Target="slides/slide39.xml"/><Relationship Id="rId88" Type="http://customschemas.google.com/relationships/presentationmetadata" Target="metadata"/><Relationship Id="rId43" Type="http://schemas.openxmlformats.org/officeDocument/2006/relationships/slide" Target="slides/slide38.xml"/><Relationship Id="rId87" Type="http://schemas.openxmlformats.org/officeDocument/2006/relationships/slide" Target="slides/slide82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77" Type="http://schemas.openxmlformats.org/officeDocument/2006/relationships/slide" Target="slides/slide72.xml"/><Relationship Id="rId32" Type="http://schemas.openxmlformats.org/officeDocument/2006/relationships/slide" Target="slides/slide27.xml"/><Relationship Id="rId76" Type="http://schemas.openxmlformats.org/officeDocument/2006/relationships/slide" Target="slides/slide71.xml"/><Relationship Id="rId35" Type="http://schemas.openxmlformats.org/officeDocument/2006/relationships/slide" Target="slides/slide30.xml"/><Relationship Id="rId79" Type="http://schemas.openxmlformats.org/officeDocument/2006/relationships/slide" Target="slides/slide74.xml"/><Relationship Id="rId34" Type="http://schemas.openxmlformats.org/officeDocument/2006/relationships/slide" Target="slides/slide29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90f6613fc7_2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90f6613fc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5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90f6613fc7_2_57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7" name="Google Shape;2917;g390f6613fc7_2_5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9" name="Shape 2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0" name="Google Shape;2970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1" name="Google Shape;2971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3" name="Shape 3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4" name="Google Shape;3024;g390f6613fc7_2_5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5" name="Google Shape;3025;g390f6613fc7_2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7" name="Shape 3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8" name="Google Shape;3078;g3a34e3416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9" name="Google Shape;3079;g3a34e3416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3" name="Shape 3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4" name="Google Shape;3134;g390f6613fc7_2_16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5" name="Google Shape;3135;g390f6613fc7_2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9" name="Shape 3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0" name="Google Shape;3190;g3a3b8b61372_1_5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1" name="Google Shape;3191;g3a3b8b61372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8" name="Shape 3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9" name="Google Shape;3249;g390f6613fc7_2_29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0" name="Google Shape;3250;g390f6613fc7_2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6" name="Shape 3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" name="Google Shape;3307;g390f6613fc7_2_38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8" name="Google Shape;3308;g390f6613fc7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4" name="Shape 3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Google Shape;3365;g390f6613fc7_2_4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6" name="Google Shape;3366;g390f6613fc7_2_4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2" name="Shape 3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3" name="Google Shape;3423;g3a3b8b61372_1_1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24" name="Google Shape;3424;g3a3b8b61372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0" name="Shape 3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" name="Google Shape;3481;g390f6613fc7_2_51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2" name="Google Shape;3482;g390f6613fc7_2_5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8" name="Shape 3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9" name="Google Shape;3539;g390e2b18344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40" name="Google Shape;3540;g390e2b1834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6" name="Shape 3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7" name="Google Shape;3597;g3a46774ecb2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8" name="Google Shape;3598;g3a46774ec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2" name="Shape 3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3" name="Google Shape;3603;g3a46774ecb2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4" name="Google Shape;3604;g3a46774ecb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2" name="Shape 3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3" name="Google Shape;3643;g390e7909646_0_8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4" name="Google Shape;3644;g390e790964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7" name="Shape 3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8" name="Google Shape;3698;g3a547e7f83b_0_109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9" name="Google Shape;3699;g3a547e7f83b_0_10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2" name="Shape 3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3" name="Google Shape;3753;g3a5af5b02b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4" name="Google Shape;3754;g3a5af5b02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7" name="Shape 3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8" name="Google Shape;3808;g3a77257314c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9" name="Google Shape;3809;g3a77257314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2" name="Shape 3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3" name="Google Shape;3863;g3a77257314c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4" name="Google Shape;3864;g3a77257314c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7" name="Shape 3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8" name="Google Shape;3918;g3a7fa96c598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9" name="Google Shape;3919;g3a7fa96c598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2" name="Shape 3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3" name="Google Shape;3973;g3a9026a1980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4" name="Google Shape;3974;g3a9026a19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7" name="Shape 4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8" name="Google Shape;4028;g3a9026a1980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9" name="Google Shape;4029;g3a9026a198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2" name="Shape 4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3" name="Google Shape;4083;g3a9026a1980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84" name="Google Shape;4084;g3a9026a1980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7" name="Shape 4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8" name="Google Shape;4138;g3a90c3a593e_0_5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9" name="Google Shape;4139;g3a90c3a593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2" name="Shape 4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3" name="Google Shape;4193;g3a944cf963d_0_43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4" name="Google Shape;4194;g3a944cf96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8" name="Shape 4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9" name="Google Shape;4199;g3a944cf963d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0" name="Google Shape;4200;g3a944cf963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5" name="Shape 4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6" name="Google Shape;4246;g3a950b268a9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47" name="Google Shape;4247;g3a950b268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3" name="Shape 4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4" name="Google Shape;4324;g3a99c2c0f4d_1_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5" name="Google Shape;4325;g3a99c2c0f4d_1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1" name="Shape 4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2" name="Google Shape;4402;g3a99c2c0f4d_1_16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03" name="Google Shape;4403;g3a99c2c0f4d_1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5477950" y="27932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/>
              <a:t>Review: 68130, 67286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90f6613fc7_2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90f6613fc7_2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90f6613fc7_2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90f6613fc7_2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90f6613fc7_2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90f6613fc7_2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90f6613fc7_2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90f6613fc7_2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90f6613fc7_2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90f6613fc7_2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90f6613fc7_2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90f6613fc7_2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90f6613fc7_2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90f6613fc7_2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90f6613fc7_2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90f6613fc7_2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90f6613fc7_2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90f6613fc7_2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90f6613fc7_2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90f6613fc7_2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90f6613fc7_2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90f6613fc7_2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90f6613fc7_2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90f6613fc7_2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90f6613fc7_2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90f6613fc7_2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90f6613fc7_2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90f6613fc7_2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90f6613fc7_2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90f6613fc7_2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90f6613fc7_2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90f6613fc7_2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90f6613fc7_2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90f6613fc7_2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90f6613fc7_2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90f6613fc7_2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90f6613fc7_2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90f6613fc7_2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90f6613fc7_2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90f6613fc7_2_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05" name="Google Shape;2905;g390f6613fc7_2_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06" name="Google Shape;2906;g390f6613fc7_2_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7" name="Google Shape;2907;g390f6613fc7_2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08" name="Google Shape;2908;g390f6613fc7_2_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90f6613fc7_2_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0" name="Google Shape;2910;g390f6613fc7_2_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1" name="Google Shape;2911;g390f6613fc7_2_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90f6613fc7_2_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90f6613fc7_2_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4" name="Google Shape;2914;g390f6613fc7_2_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8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90f6613fc7_2_57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20" name="Google Shape;2920;g390f6613fc7_2_57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1" name="Google Shape;2921;g390f6613fc7_2_57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90f6613fc7_2_57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90f6613fc7_2_57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90f6613fc7_2_57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90f6613fc7_2_57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90f6613fc7_2_57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90f6613fc7_2_57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90f6613fc7_2_57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90f6613fc7_2_57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90f6613fc7_2_57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90f6613fc7_2_57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90f6613fc7_2_57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90f6613fc7_2_57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90f6613fc7_2_57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5" name="Google Shape;2935;g390f6613fc7_2_57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6" name="Google Shape;2936;g390f6613fc7_2_57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7" name="Google Shape;2937;g390f6613fc7_2_57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8" name="Google Shape;2938;g390f6613fc7_2_57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9" name="Google Shape;2939;g390f6613fc7_2_57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0" name="Google Shape;2940;g390f6613fc7_2_578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90f6613fc7_2_578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90f6613fc7_2_578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90f6613fc7_2_578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90f6613fc7_2_578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90f6613fc7_2_578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90f6613fc7_2_578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90f6613fc7_2_578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90f6613fc7_2_578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90f6613fc7_2_578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90f6613fc7_2_578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90f6613fc7_2_578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90f6613fc7_2_578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90f6613fc7_2_578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90f6613fc7_2_578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90f6613fc7_2_578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90f6613fc7_2_578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90f6613fc7_2_578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90f6613fc7_2_578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59" name="Google Shape;2959;g390f6613fc7_2_578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0" name="Google Shape;2960;g390f6613fc7_2_578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1" name="Google Shape;2961;g390f6613fc7_2_578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2962" name="Google Shape;2962;g390f6613fc7_2_578"/>
          <p:cNvSpPr/>
          <p:nvPr/>
        </p:nvSpPr>
        <p:spPr>
          <a:xfrm>
            <a:off x="123284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3" name="Google Shape;2963;g390f6613fc7_2_578"/>
          <p:cNvSpPr/>
          <p:nvPr/>
        </p:nvSpPr>
        <p:spPr>
          <a:xfrm>
            <a:off x="124319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4" name="Google Shape;2964;g390f6613fc7_2_578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5" name="Google Shape;2965;g390f6613fc7_2_578"/>
          <p:cNvSpPr/>
          <p:nvPr/>
        </p:nvSpPr>
        <p:spPr>
          <a:xfrm>
            <a:off x="128480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6" name="Google Shape;2966;g390f6613fc7_2_578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7" name="Google Shape;2967;g390f6613fc7_2_578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8" name="Google Shape;2968;g390f6613fc7_2_578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2" name="Shape 2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3" name="Google Shape;2973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74" name="Google Shape;2974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5" name="Google Shape;2975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6" name="Google Shape;2976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7" name="Google Shape;2977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8" name="Google Shape;2978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9" name="Google Shape;2979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0" name="Google Shape;2980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1" name="Google Shape;2981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2" name="Google Shape;2982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3" name="Google Shape;2983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4" name="Google Shape;2984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5" name="Google Shape;2985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6" name="Google Shape;2986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7" name="Google Shape;2987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88" name="Google Shape;2988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89" name="Google Shape;2989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0" name="Google Shape;2990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1" name="Google Shape;2991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2" name="Google Shape;2992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3" name="Google Shape;2993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4" name="Google Shape;2994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5" name="Google Shape;2995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6" name="Google Shape;2996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97" name="Google Shape;2997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8" name="Google Shape;2998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9" name="Google Shape;2999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0" name="Google Shape;3000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1" name="Google Shape;3001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2" name="Google Shape;3002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3" name="Google Shape;3003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4" name="Google Shape;3004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5" name="Google Shape;3005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6" name="Google Shape;3006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7" name="Google Shape;3007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8" name="Google Shape;3008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9" name="Google Shape;3009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10" name="Google Shape;3010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1" name="Google Shape;3011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2" name="Google Shape;3012;g3a2d1a72bb1_0_303"/>
          <p:cNvSpPr/>
          <p:nvPr/>
        </p:nvSpPr>
        <p:spPr>
          <a:xfrm>
            <a:off x="15495175" y="2686901"/>
            <a:ext cx="2519700" cy="1381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/>
              <a:t>Review: 68547</a:t>
            </a:r>
            <a:endParaRPr/>
          </a:p>
        </p:txBody>
      </p:sp>
      <p:sp>
        <p:nvSpPr>
          <p:cNvPr id="3013" name="Google Shape;3013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4" name="Google Shape;3014;g3a2d1a72bb1_0_303"/>
          <p:cNvSpPr/>
          <p:nvPr/>
        </p:nvSpPr>
        <p:spPr>
          <a:xfrm>
            <a:off x="15932300" y="2613250"/>
            <a:ext cx="2736600" cy="1031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15" name="Google Shape;3015;g3a2d1a72bb1_0_303"/>
          <p:cNvSpPr/>
          <p:nvPr/>
        </p:nvSpPr>
        <p:spPr>
          <a:xfrm>
            <a:off x="15477950" y="7578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br>
              <a:rPr lang="en-GB"/>
            </a:b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6" name="Google Shape;3016;g3a2d1a72bb1_0_303"/>
          <p:cNvSpPr/>
          <p:nvPr/>
        </p:nvSpPr>
        <p:spPr>
          <a:xfrm>
            <a:off x="15495175" y="4424725"/>
            <a:ext cx="2519700" cy="1278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Review: 67804</a:t>
            </a:r>
            <a:endParaRPr/>
          </a:p>
        </p:txBody>
      </p:sp>
      <p:sp>
        <p:nvSpPr>
          <p:cNvPr id="3017" name="Google Shape;3017;g3a2d1a72bb1_0_303"/>
          <p:cNvSpPr/>
          <p:nvPr/>
        </p:nvSpPr>
        <p:spPr>
          <a:xfrm>
            <a:off x="16040750" y="4442750"/>
            <a:ext cx="2519700" cy="957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/>
              <a:t>Review</a:t>
            </a:r>
            <a:r>
              <a:rPr lang="en-GB"/>
              <a:t>: 67763, 68130</a:t>
            </a:r>
            <a:endParaRPr/>
          </a:p>
        </p:txBody>
      </p:sp>
      <p:sp>
        <p:nvSpPr>
          <p:cNvPr id="3018" name="Google Shape;3018;g3a2d1a72bb1_0_303"/>
          <p:cNvSpPr/>
          <p:nvPr/>
        </p:nvSpPr>
        <p:spPr>
          <a:xfrm>
            <a:off x="15495175" y="5910650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9" name="Google Shape;3019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0" name="Google Shape;3020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1" name="Google Shape;3021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22" name="Google Shape;3022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6" name="Shape 3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7" name="Google Shape;3027;g390f6613fc7_2_5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8" name="Google Shape;3028;g390f6613fc7_2_5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29" name="Google Shape;3029;g390f6613fc7_2_5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0" name="Google Shape;3030;g390f6613fc7_2_5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1" name="Google Shape;3031;g390f6613fc7_2_5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2" name="Google Shape;3032;g390f6613fc7_2_5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3" name="Google Shape;3033;g390f6613fc7_2_5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4" name="Google Shape;3034;g390f6613fc7_2_5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5" name="Google Shape;3035;g390f6613fc7_2_5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6" name="Google Shape;3036;g390f6613fc7_2_5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7" name="Google Shape;3037;g390f6613fc7_2_5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8" name="Google Shape;3038;g390f6613fc7_2_5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9" name="Google Shape;3039;g390f6613fc7_2_5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0" name="Google Shape;3040;g390f6613fc7_2_5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1" name="Google Shape;3041;g390f6613fc7_2_5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42" name="Google Shape;3042;g390f6613fc7_2_5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3" name="Google Shape;3043;g390f6613fc7_2_5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4" name="Google Shape;3044;g390f6613fc7_2_5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5" name="Google Shape;3045;g390f6613fc7_2_5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6" name="Google Shape;3046;g390f6613fc7_2_5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7" name="Google Shape;3047;g390f6613fc7_2_5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8" name="Google Shape;3048;g390f6613fc7_2_5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49" name="Google Shape;3049;g390f6613fc7_2_5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0" name="Google Shape;3050;g390f6613fc7_2_5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1" name="Google Shape;3051;g390f6613fc7_2_5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2" name="Google Shape;3052;g390f6613fc7_2_5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3" name="Google Shape;3053;g390f6613fc7_2_5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4" name="Google Shape;3054;g390f6613fc7_2_5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5" name="Google Shape;3055;g390f6613fc7_2_5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6" name="Google Shape;3056;g390f6613fc7_2_5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7" name="Google Shape;3057;g390f6613fc7_2_5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8" name="Google Shape;3058;g390f6613fc7_2_5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9" name="Google Shape;3059;g390f6613fc7_2_5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0" name="Google Shape;3060;g390f6613fc7_2_5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1" name="Google Shape;3061;g390f6613fc7_2_5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2" name="Google Shape;3062;g390f6613fc7_2_5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3" name="Google Shape;3063;g390f6613fc7_2_5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4" name="Google Shape;3064;g390f6613fc7_2_5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5" name="Google Shape;3065;g390f6613fc7_2_5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6" name="Google Shape;3066;g390f6613fc7_2_53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067" name="Google Shape;3067;g390f6613fc7_2_5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8" name="Google Shape;3068;g390f6613fc7_2_53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069" name="Google Shape;3069;g390f6613fc7_2_5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0" name="Google Shape;3070;g390f6613fc7_2_53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1" name="Google Shape;3071;g390f6613fc7_2_53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072" name="Google Shape;3072;g390f6613fc7_2_53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3" name="Google Shape;3073;g390f6613fc7_2_5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4" name="Google Shape;3074;g390f6613fc7_2_5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5" name="Google Shape;3075;g390f6613fc7_2_5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76" name="Google Shape;3076;g390f6613fc7_2_5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0" name="Shape 3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81" name="Google Shape;3081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82" name="Google Shape;3082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83" name="Google Shape;3083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4" name="Google Shape;3084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5" name="Google Shape;3085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6" name="Google Shape;3086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7" name="Google Shape;3087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8" name="Google Shape;3088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9" name="Google Shape;3089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0" name="Google Shape;3090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1" name="Google Shape;3091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2" name="Google Shape;3092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3" name="Google Shape;3093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4" name="Google Shape;3094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5" name="Google Shape;3095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96" name="Google Shape;3096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7" name="Google Shape;3097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8" name="Google Shape;3098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9" name="Google Shape;3099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0" name="Google Shape;3100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1" name="Google Shape;3101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2" name="Google Shape;3102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3" name="Google Shape;3103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4" name="Google Shape;3104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5" name="Google Shape;3105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6" name="Google Shape;3106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07" name="Google Shape;3107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08" name="Google Shape;3108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09" name="Google Shape;3109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0" name="Google Shape;3110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1" name="Google Shape;3111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2" name="Google Shape;3112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3" name="Google Shape;3113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4" name="Google Shape;3114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5" name="Google Shape;3115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6" name="Google Shape;3116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7" name="Google Shape;3117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8" name="Google Shape;3118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9" name="Google Shape;3119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0" name="Google Shape;3120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1" name="Google Shape;3121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2" name="Google Shape;3122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23" name="Google Shape;3123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24" name="Google Shape;3124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25" name="Google Shape;3125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26" name="Google Shape;3126;g3a34e3416ec_0_0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27" name="Google Shape;3127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8" name="Google Shape;3128;g3a34e3416ec_0_0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29" name="Google Shape;3129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0" name="Google Shape;3130;g3a34e3416ec_0_0"/>
          <p:cNvSpPr/>
          <p:nvPr/>
        </p:nvSpPr>
        <p:spPr>
          <a:xfrm>
            <a:off x="15495175" y="4424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1" name="Google Shape;3131;g3a34e3416ec_0_0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32" name="Google Shape;3132;g3a34e3416ec_0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6" name="Shape 3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37" name="Google Shape;3137;g390f6613fc7_2_16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38" name="Google Shape;3138;g390f6613fc7_2_16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9" name="Google Shape;3139;g390f6613fc7_2_16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0" name="Google Shape;3140;g390f6613fc7_2_16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1" name="Google Shape;3141;g390f6613fc7_2_16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2" name="Google Shape;3142;g390f6613fc7_2_16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3" name="Google Shape;3143;g390f6613fc7_2_16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4" name="Google Shape;3144;g390f6613fc7_2_16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5" name="Google Shape;3145;g390f6613fc7_2_16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6" name="Google Shape;3146;g390f6613fc7_2_16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7" name="Google Shape;3147;g390f6613fc7_2_16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8" name="Google Shape;3148;g390f6613fc7_2_16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9" name="Google Shape;3149;g390f6613fc7_2_16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0" name="Google Shape;3150;g390f6613fc7_2_16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1" name="Google Shape;3151;g390f6613fc7_2_16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52" name="Google Shape;3152;g390f6613fc7_2_16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3" name="Google Shape;3153;g390f6613fc7_2_16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4" name="Google Shape;3154;g390f6613fc7_2_16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5" name="Google Shape;3155;g390f6613fc7_2_16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6" name="Google Shape;3156;g390f6613fc7_2_16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57" name="Google Shape;3157;g390f6613fc7_2_16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58" name="Google Shape;3158;g390f6613fc7_2_16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59" name="Google Shape;3159;g390f6613fc7_2_16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0" name="Google Shape;3160;g390f6613fc7_2_16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1" name="Google Shape;3161;g390f6613fc7_2_16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2" name="Google Shape;3162;g390f6613fc7_2_16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3" name="Google Shape;3163;g390f6613fc7_2_16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4" name="Google Shape;3164;g390f6613fc7_2_16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5" name="Google Shape;3165;g390f6613fc7_2_16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6" name="Google Shape;3166;g390f6613fc7_2_16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67" name="Google Shape;3167;g390f6613fc7_2_16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68" name="Google Shape;3168;g390f6613fc7_2_16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69" name="Google Shape;3169;g390f6613fc7_2_16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0" name="Google Shape;3170;g390f6613fc7_2_16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1" name="Google Shape;3171;g390f6613fc7_2_16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2" name="Google Shape;3172;g390f6613fc7_2_16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3" name="Google Shape;3173;g390f6613fc7_2_16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74" name="Google Shape;3174;g390f6613fc7_2_16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75" name="Google Shape;3175;g390f6613fc7_2_16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76" name="Google Shape;3176;g390f6613fc7_2_166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7" name="Google Shape;3177;g390f6613fc7_2_166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78" name="Google Shape;3178;g390f6613fc7_2_166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79" name="Google Shape;3179;g390f6613fc7_2_166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80" name="Google Shape;3180;g390f6613fc7_2_166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81" name="Google Shape;3181;g390f6613fc7_2_166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182" name="Google Shape;3182;g390f6613fc7_2_166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3" name="Google Shape;3183;g390f6613fc7_2_166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184" name="Google Shape;3184;g390f6613fc7_2_16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5" name="Google Shape;3185;g390f6613fc7_2_16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6" name="Google Shape;3186;g390f6613fc7_2_166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187" name="Google Shape;3187;g390f6613fc7_2_16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8" name="Google Shape;3188;g390f6613fc7_2_166"/>
          <p:cNvSpPr/>
          <p:nvPr/>
        </p:nvSpPr>
        <p:spPr>
          <a:xfrm>
            <a:off x="15477950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2" name="Shape 3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93" name="Google Shape;3193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94" name="Google Shape;3194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5" name="Google Shape;3195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6" name="Google Shape;3196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7" name="Google Shape;3197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8" name="Google Shape;3198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99" name="Google Shape;3199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0" name="Google Shape;3200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1" name="Google Shape;3201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2" name="Google Shape;3202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3" name="Google Shape;3203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4" name="Google Shape;3204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5" name="Google Shape;3205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6" name="Google Shape;3206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07" name="Google Shape;3207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08" name="Google Shape;3208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09" name="Google Shape;3209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0" name="Google Shape;3210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1" name="Google Shape;3211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2" name="Google Shape;3212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13" name="Google Shape;3213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14" name="Google Shape;3214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5" name="Google Shape;3215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6" name="Google Shape;3216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17" name="Google Shape;3217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18" name="Google Shape;3218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19" name="Google Shape;3219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0" name="Google Shape;3220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1" name="Google Shape;3221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2" name="Google Shape;3222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3" name="Google Shape;3223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4" name="Google Shape;3224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5" name="Google Shape;3225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6" name="Google Shape;3226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27" name="Google Shape;3227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28" name="Google Shape;3228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29" name="Google Shape;3229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30" name="Google Shape;3230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31" name="Google Shape;3231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32" name="Google Shape;3232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233" name="Google Shape;3233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234" name="Google Shape;3234;g3a3b8b61372_1_55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35" name="Google Shape;3235;g3a3b8b61372_1_55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36" name="Google Shape;3236;g3a3b8b61372_1_55"/>
          <p:cNvSpPr/>
          <p:nvPr/>
        </p:nvSpPr>
        <p:spPr>
          <a:xfrm>
            <a:off x="154951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237" name="Google Shape;3237;g3a3b8b61372_1_55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38" name="Google Shape;3238;g3a3b8b61372_1_55"/>
          <p:cNvSpPr/>
          <p:nvPr/>
        </p:nvSpPr>
        <p:spPr>
          <a:xfrm>
            <a:off x="16040750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  <p:sp>
        <p:nvSpPr>
          <p:cNvPr id="3239" name="Google Shape;3239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0" name="Google Shape;3240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41" name="Google Shape;3241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2" name="Google Shape;3242;g3a3b8b61372_1_55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3" name="Google Shape;3243;g3a3b8b61372_1_55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4" name="Google Shape;3244;g3a3b8b61372_1_55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5" name="Google Shape;3245;g3a3b8b61372_1_55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6" name="Google Shape;3246;g3a3b8b61372_1_55"/>
          <p:cNvSpPr/>
          <p:nvPr/>
        </p:nvSpPr>
        <p:spPr>
          <a:xfrm>
            <a:off x="94845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247" name="Google Shape;3247;g3a3b8b61372_1_55"/>
          <p:cNvSpPr/>
          <p:nvPr/>
        </p:nvSpPr>
        <p:spPr>
          <a:xfrm>
            <a:off x="94674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1" name="Shape 3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52" name="Google Shape;3252;g390f6613fc7_2_29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53" name="Google Shape;3253;g390f6613fc7_2_29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54" name="Google Shape;3254;g390f6613fc7_2_29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5" name="Google Shape;3255;g390f6613fc7_2_29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6" name="Google Shape;3256;g390f6613fc7_2_29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7" name="Google Shape;3257;g390f6613fc7_2_29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8" name="Google Shape;3258;g390f6613fc7_2_29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59" name="Google Shape;3259;g390f6613fc7_2_29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0" name="Google Shape;3260;g390f6613fc7_2_29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1" name="Google Shape;3261;g390f6613fc7_2_29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2" name="Google Shape;3262;g390f6613fc7_2_29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3" name="Google Shape;3263;g390f6613fc7_2_29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4" name="Google Shape;3264;g390f6613fc7_2_29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5" name="Google Shape;3265;g390f6613fc7_2_29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66" name="Google Shape;3266;g390f6613fc7_2_29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267" name="Google Shape;3267;g390f6613fc7_2_29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68" name="Google Shape;3268;g390f6613fc7_2_29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69" name="Google Shape;3269;g390f6613fc7_2_29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0" name="Google Shape;3270;g390f6613fc7_2_29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1" name="Google Shape;3271;g390f6613fc7_2_29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272" name="Google Shape;3272;g390f6613fc7_2_29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3" name="Google Shape;3273;g390f6613fc7_2_297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4" name="Google Shape;3274;g390f6613fc7_2_297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5" name="Google Shape;3275;g390f6613fc7_2_297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6" name="Google Shape;3276;g390f6613fc7_2_297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77" name="Google Shape;3277;g390f6613fc7_2_297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78" name="Google Shape;3278;g390f6613fc7_2_297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79" name="Google Shape;3279;g390f6613fc7_2_297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0" name="Google Shape;3280;g390f6613fc7_2_297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1" name="Google Shape;3281;g390f6613fc7_2_297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2" name="Google Shape;3282;g390f6613fc7_2_297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3" name="Google Shape;3283;g390f6613fc7_2_297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4" name="Google Shape;3284;g390f6613fc7_2_297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5" name="Google Shape;3285;g390f6613fc7_2_297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6" name="Google Shape;3286;g390f6613fc7_2_297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87" name="Google Shape;3287;g390f6613fc7_2_297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88" name="Google Shape;3288;g390f6613fc7_2_297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289" name="Google Shape;3289;g390f6613fc7_2_297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290" name="Google Shape;3290;g390f6613fc7_2_297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291" name="Google Shape;3291;g390f6613fc7_2_297"/>
          <p:cNvSpPr/>
          <p:nvPr/>
        </p:nvSpPr>
        <p:spPr>
          <a:xfrm>
            <a:off x="9466263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292" name="Google Shape;3292;g390f6613fc7_2_297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293" name="Google Shape;3293;g390f6613fc7_2_297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4" name="Google Shape;3294;g390f6613fc7_2_297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5" name="Google Shape;3295;g390f6613fc7_2_297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6" name="Google Shape;3296;g390f6613fc7_2_297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7" name="Google Shape;3297;g390f6613fc7_2_297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8" name="Google Shape;3298;g390f6613fc7_2_297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299" name="Google Shape;3299;g390f6613fc7_2_297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00" name="Google Shape;3300;g390f6613fc7_2_297"/>
          <p:cNvSpPr/>
          <p:nvPr/>
        </p:nvSpPr>
        <p:spPr>
          <a:xfrm>
            <a:off x="94729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1" name="Google Shape;3301;g390f6613fc7_2_297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02" name="Google Shape;3302;g390f6613fc7_2_297"/>
          <p:cNvSpPr/>
          <p:nvPr/>
        </p:nvSpPr>
        <p:spPr>
          <a:xfrm>
            <a:off x="123618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endParaRPr/>
          </a:p>
        </p:txBody>
      </p:sp>
      <p:sp>
        <p:nvSpPr>
          <p:cNvPr id="3303" name="Google Shape;3303;g390f6613fc7_2_297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endParaRPr/>
          </a:p>
        </p:txBody>
      </p:sp>
      <p:sp>
        <p:nvSpPr>
          <p:cNvPr id="3304" name="Google Shape;3304;g390f6613fc7_2_297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05" name="Google Shape;3305;g390f6613fc7_2_297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9" name="Shape 3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10" name="Google Shape;3310;g390f6613fc7_2_38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11" name="Google Shape;3311;g390f6613fc7_2_38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2" name="Google Shape;3312;g390f6613fc7_2_38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3" name="Google Shape;3313;g390f6613fc7_2_38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4" name="Google Shape;3314;g390f6613fc7_2_38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5" name="Google Shape;3315;g390f6613fc7_2_38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6" name="Google Shape;3316;g390f6613fc7_2_38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7" name="Google Shape;3317;g390f6613fc7_2_38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8" name="Google Shape;3318;g390f6613fc7_2_38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19" name="Google Shape;3319;g390f6613fc7_2_38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0" name="Google Shape;3320;g390f6613fc7_2_38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1" name="Google Shape;3321;g390f6613fc7_2_38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2" name="Google Shape;3322;g390f6613fc7_2_38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3" name="Google Shape;3323;g390f6613fc7_2_38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24" name="Google Shape;3324;g390f6613fc7_2_38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25" name="Google Shape;3325;g390f6613fc7_2_38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6" name="Google Shape;3326;g390f6613fc7_2_38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7" name="Google Shape;3327;g390f6613fc7_2_38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8" name="Google Shape;3328;g390f6613fc7_2_38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29" name="Google Shape;3329;g390f6613fc7_2_38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30" name="Google Shape;3330;g390f6613fc7_2_38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31" name="Google Shape;3331;g390f6613fc7_2_38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2" name="Google Shape;3332;g390f6613fc7_2_38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3" name="Google Shape;3333;g390f6613fc7_2_38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4" name="Google Shape;3334;g390f6613fc7_2_38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5" name="Google Shape;3335;g390f6613fc7_2_38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6" name="Google Shape;3336;g390f6613fc7_2_38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37" name="Google Shape;3337;g390f6613fc7_2_38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38" name="Google Shape;3338;g390f6613fc7_2_38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39" name="Google Shape;3339;g390f6613fc7_2_38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0" name="Google Shape;3340;g390f6613fc7_2_38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1" name="Google Shape;3341;g390f6613fc7_2_38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2" name="Google Shape;3342;g390f6613fc7_2_38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3" name="Google Shape;3343;g390f6613fc7_2_38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4" name="Google Shape;3344;g390f6613fc7_2_38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5" name="Google Shape;3345;g390f6613fc7_2_38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6" name="Google Shape;3346;g390f6613fc7_2_38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47" name="Google Shape;3347;g390f6613fc7_2_38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48" name="Google Shape;3348;g390f6613fc7_2_38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49" name="Google Shape;3349;g390f6613fc7_2_384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0" name="Google Shape;3350;g390f6613fc7_2_384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1" name="Google Shape;3351;g390f6613fc7_2_384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2" name="Google Shape;3352;g390f6613fc7_2_384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3" name="Google Shape;3353;g390f6613fc7_2_384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4" name="Google Shape;3354;g390f6613fc7_2_384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5" name="Google Shape;3355;g390f6613fc7_2_384"/>
          <p:cNvSpPr/>
          <p:nvPr/>
        </p:nvSpPr>
        <p:spPr>
          <a:xfrm>
            <a:off x="15625275" y="29043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356" name="Google Shape;3356;g390f6613fc7_2_384"/>
          <p:cNvSpPr/>
          <p:nvPr/>
        </p:nvSpPr>
        <p:spPr>
          <a:xfrm>
            <a:off x="159323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357" name="Google Shape;3357;g390f6613fc7_2_384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58" name="Google Shape;3358;g390f6613fc7_2_384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359" name="Google Shape;3359;g390f6613fc7_2_384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0" name="Google Shape;3360;g390f6613fc7_2_384"/>
          <p:cNvSpPr/>
          <p:nvPr/>
        </p:nvSpPr>
        <p:spPr>
          <a:xfrm>
            <a:off x="155379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361" name="Google Shape;3361;g390f6613fc7_2_384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362" name="Google Shape;3362;g390f6613fc7_2_384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363" name="Google Shape;3363;g390f6613fc7_2_384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7" name="Shape 3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68" name="Google Shape;3368;g390f6613fc7_2_4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69" name="Google Shape;3369;g390f6613fc7_2_4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0" name="Google Shape;3370;g390f6613fc7_2_4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1" name="Google Shape;3371;g390f6613fc7_2_4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2" name="Google Shape;3372;g390f6613fc7_2_4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3" name="Google Shape;3373;g390f6613fc7_2_4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4" name="Google Shape;3374;g390f6613fc7_2_4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5" name="Google Shape;3375;g390f6613fc7_2_4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6" name="Google Shape;3376;g390f6613fc7_2_4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7" name="Google Shape;3377;g390f6613fc7_2_4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8" name="Google Shape;3378;g390f6613fc7_2_4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79" name="Google Shape;3379;g390f6613fc7_2_4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0" name="Google Shape;3380;g390f6613fc7_2_4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1" name="Google Shape;3381;g390f6613fc7_2_4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82" name="Google Shape;3382;g390f6613fc7_2_4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383" name="Google Shape;3383;g390f6613fc7_2_4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4" name="Google Shape;3384;g390f6613fc7_2_4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5" name="Google Shape;3385;g390f6613fc7_2_4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6" name="Google Shape;3386;g390f6613fc7_2_4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7" name="Google Shape;3387;g390f6613fc7_2_4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388" name="Google Shape;3388;g390f6613fc7_2_4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89" name="Google Shape;3389;g390f6613fc7_2_459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0" name="Google Shape;3390;g390f6613fc7_2_459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1" name="Google Shape;3391;g390f6613fc7_2_459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2" name="Google Shape;3392;g390f6613fc7_2_459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3" name="Google Shape;3393;g390f6613fc7_2_459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4" name="Google Shape;3394;g390f6613fc7_2_459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5" name="Google Shape;3395;g390f6613fc7_2_459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6" name="Google Shape;3396;g390f6613fc7_2_459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397" name="Google Shape;3397;g390f6613fc7_2_459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398" name="Google Shape;3398;g390f6613fc7_2_459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399" name="Google Shape;3399;g390f6613fc7_2_459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0" name="Google Shape;3400;g390f6613fc7_2_459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1" name="Google Shape;3401;g390f6613fc7_2_459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2" name="Google Shape;3402;g390f6613fc7_2_459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3" name="Google Shape;3403;g390f6613fc7_2_459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4" name="Google Shape;3404;g390f6613fc7_2_459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05" name="Google Shape;3405;g390f6613fc7_2_459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06" name="Google Shape;3406;g390f6613fc7_2_459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07" name="Google Shape;3407;g390f6613fc7_2_459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08" name="Google Shape;3408;g390f6613fc7_2_459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9" name="Google Shape;3409;g390f6613fc7_2_459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0" name="Google Shape;3410;g390f6613fc7_2_459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1" name="Google Shape;3411;g390f6613fc7_2_459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2" name="Google Shape;3412;g390f6613fc7_2_459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3" name="Google Shape;3413;g390f6613fc7_2_459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14" name="Google Shape;3414;g390f6613fc7_2_459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15" name="Google Shape;3415;g390f6613fc7_2_459"/>
          <p:cNvSpPr/>
          <p:nvPr/>
        </p:nvSpPr>
        <p:spPr>
          <a:xfrm>
            <a:off x="94403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16" name="Google Shape;3416;g390f6613fc7_2_459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17" name="Google Shape;3417;g390f6613fc7_2_459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18" name="Google Shape;3418;g390f6613fc7_2_459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19" name="Google Shape;3419;g390f6613fc7_2_459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20" name="Google Shape;3420;g390f6613fc7_2_459"/>
          <p:cNvSpPr/>
          <p:nvPr/>
        </p:nvSpPr>
        <p:spPr>
          <a:xfrm>
            <a:off x="122277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21" name="Google Shape;3421;g390f6613fc7_2_459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5" name="Shape 3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26" name="Google Shape;3426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27" name="Google Shape;3427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28" name="Google Shape;3428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29" name="Google Shape;3429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0" name="Google Shape;3430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1" name="Google Shape;3431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2" name="Google Shape;3432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3" name="Google Shape;3433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4" name="Google Shape;3434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5" name="Google Shape;3435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6" name="Google Shape;3436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7" name="Google Shape;3437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8" name="Google Shape;3438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39" name="Google Shape;3439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40" name="Google Shape;3440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41" name="Google Shape;3441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2" name="Google Shape;3442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3" name="Google Shape;3443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4" name="Google Shape;3444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5" name="Google Shape;3445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46" name="Google Shape;3446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47" name="Google Shape;3447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48" name="Google Shape;3448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49" name="Google Shape;3449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0" name="Google Shape;3450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1" name="Google Shape;3451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2" name="Google Shape;3452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3" name="Google Shape;3453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4" name="Google Shape;3454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5" name="Google Shape;3455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6" name="Google Shape;3456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57" name="Google Shape;3457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58" name="Google Shape;3458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59" name="Google Shape;3459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0" name="Google Shape;3460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1" name="Google Shape;3461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2" name="Google Shape;3462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463" name="Google Shape;3463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464" name="Google Shape;3464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465" name="Google Shape;3465;g3a3b8b61372_1_110"/>
          <p:cNvSpPr/>
          <p:nvPr/>
        </p:nvSpPr>
        <p:spPr>
          <a:xfrm>
            <a:off x="18614450" y="2464757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66" name="Google Shape;3466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7" name="Google Shape;3467;g3a3b8b61372_1_110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8" name="Google Shape;3468;g3a3b8b61372_1_11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9" name="Google Shape;3469;g3a3b8b61372_1_11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0" name="Google Shape;3470;g3a3b8b61372_1_11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1" name="Google Shape;3471;g3a3b8b61372_1_110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472" name="Google Shape;3472;g3a3b8b61372_1_110"/>
          <p:cNvSpPr/>
          <p:nvPr/>
        </p:nvSpPr>
        <p:spPr>
          <a:xfrm>
            <a:off x="12183500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473" name="Google Shape;3473;g3a3b8b61372_1_110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474" name="Google Shape;3474;g3a3b8b61372_1_110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5" name="Google Shape;3475;g3a3b8b61372_1_110"/>
          <p:cNvSpPr/>
          <p:nvPr/>
        </p:nvSpPr>
        <p:spPr>
          <a:xfrm>
            <a:off x="12216100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476" name="Google Shape;3476;g3a3b8b61372_1_110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477" name="Google Shape;3477;g3a3b8b61372_1_110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68130</a:t>
            </a:r>
            <a:endParaRPr/>
          </a:p>
        </p:txBody>
      </p:sp>
      <p:sp>
        <p:nvSpPr>
          <p:cNvPr id="3478" name="Google Shape;3478;g3a3b8b61372_1_110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479" name="Google Shape;3479;g3a3b8b61372_1_110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3" name="Shape 3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84" name="Google Shape;3484;g390f6613fc7_2_51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5" name="Google Shape;3485;g390f6613fc7_2_51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86" name="Google Shape;3486;g390f6613fc7_2_51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7" name="Google Shape;3487;g390f6613fc7_2_51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8" name="Google Shape;3488;g390f6613fc7_2_51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89" name="Google Shape;3489;g390f6613fc7_2_51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0" name="Google Shape;3490;g390f6613fc7_2_51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1" name="Google Shape;3491;g390f6613fc7_2_51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2" name="Google Shape;3492;g390f6613fc7_2_51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3" name="Google Shape;3493;g390f6613fc7_2_51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4" name="Google Shape;3494;g390f6613fc7_2_51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5" name="Google Shape;3495;g390f6613fc7_2_51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6" name="Google Shape;3496;g390f6613fc7_2_51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7" name="Google Shape;3497;g390f6613fc7_2_51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498" name="Google Shape;3498;g390f6613fc7_2_51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499" name="Google Shape;3499;g390f6613fc7_2_51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0" name="Google Shape;3500;g390f6613fc7_2_51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1" name="Google Shape;3501;g390f6613fc7_2_51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2" name="Google Shape;3502;g390f6613fc7_2_51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3" name="Google Shape;3503;g390f6613fc7_2_51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4" name="Google Shape;3504;g390f6613fc7_2_51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05" name="Google Shape;3505;g390f6613fc7_2_516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6" name="Google Shape;3506;g390f6613fc7_2_516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07" name="Google Shape;3507;g390f6613fc7_2_516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08" name="Google Shape;3508;g390f6613fc7_2_516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09" name="Google Shape;3509;g390f6613fc7_2_516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0" name="Google Shape;3510;g390f6613fc7_2_516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1" name="Google Shape;3511;g390f6613fc7_2_516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2" name="Google Shape;3512;g390f6613fc7_2_516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3" name="Google Shape;3513;g390f6613fc7_2_516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4" name="Google Shape;3514;g390f6613fc7_2_516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5" name="Google Shape;3515;g390f6613fc7_2_516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6" name="Google Shape;3516;g390f6613fc7_2_516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17" name="Google Shape;3517;g390f6613fc7_2_516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18" name="Google Shape;3518;g390f6613fc7_2_516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19" name="Google Shape;3519;g390f6613fc7_2_516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0" name="Google Shape;3520;g390f6613fc7_2_516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21" name="Google Shape;3521;g390f6613fc7_2_516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22" name="Google Shape;3522;g390f6613fc7_2_516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23" name="Google Shape;3523;g390f6613fc7_2_516"/>
          <p:cNvSpPr/>
          <p:nvPr/>
        </p:nvSpPr>
        <p:spPr>
          <a:xfrm>
            <a:off x="18591150" y="2478732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24" name="Google Shape;3524;g390f6613fc7_2_516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5" name="Google Shape;3525;g390f6613fc7_2_516"/>
          <p:cNvSpPr/>
          <p:nvPr/>
        </p:nvSpPr>
        <p:spPr>
          <a:xfrm>
            <a:off x="18614450" y="4368450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6" name="Google Shape;3526;g390f6613fc7_2_516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7" name="Google Shape;3527;g390f6613fc7_2_516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8" name="Google Shape;3528;g390f6613fc7_2_516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9" name="Google Shape;3529;g390f6613fc7_2_516"/>
          <p:cNvSpPr/>
          <p:nvPr/>
        </p:nvSpPr>
        <p:spPr>
          <a:xfrm>
            <a:off x="19054275" y="305672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30" name="Google Shape;3530;g390f6613fc7_2_516"/>
          <p:cNvSpPr/>
          <p:nvPr/>
        </p:nvSpPr>
        <p:spPr>
          <a:xfrm>
            <a:off x="15433926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31" name="Google Shape;3531;g390f6613fc7_2_516"/>
          <p:cNvSpPr/>
          <p:nvPr/>
        </p:nvSpPr>
        <p:spPr>
          <a:xfrm>
            <a:off x="19043125" y="45853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32" name="Google Shape;3532;g390f6613fc7_2_516"/>
          <p:cNvSpPr/>
          <p:nvPr/>
        </p:nvSpPr>
        <p:spPr>
          <a:xfrm>
            <a:off x="18619375" y="2686901"/>
            <a:ext cx="2519700" cy="1380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3" name="Google Shape;3533;g390f6613fc7_2_516"/>
          <p:cNvSpPr/>
          <p:nvPr/>
        </p:nvSpPr>
        <p:spPr>
          <a:xfrm>
            <a:off x="15466526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34" name="Google Shape;3534;g390f6613fc7_2_516"/>
          <p:cNvSpPr/>
          <p:nvPr/>
        </p:nvSpPr>
        <p:spPr>
          <a:xfrm>
            <a:off x="15486074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35" name="Google Shape;3535;g390f6613fc7_2_516"/>
          <p:cNvSpPr/>
          <p:nvPr/>
        </p:nvSpPr>
        <p:spPr>
          <a:xfrm>
            <a:off x="15504350" y="13284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36" name="Google Shape;3536;g390f6613fc7_2_516"/>
          <p:cNvSpPr/>
          <p:nvPr/>
        </p:nvSpPr>
        <p:spPr>
          <a:xfrm>
            <a:off x="18827900" y="2613250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37" name="Google Shape;3537;g390f6613fc7_2_516"/>
          <p:cNvSpPr/>
          <p:nvPr/>
        </p:nvSpPr>
        <p:spPr>
          <a:xfrm>
            <a:off x="19040273" y="44427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1" name="Shape 3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42" name="Google Shape;3542;g390e2b18344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3" name="Google Shape;3543;g390e2b18344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4" name="Google Shape;3544;g390e2b18344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5" name="Google Shape;3545;g390e2b18344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6" name="Google Shape;3546;g390e2b18344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7" name="Google Shape;3547;g390e2b18344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48" name="Google Shape;3548;g390e2b18344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9" name="Google Shape;3549;g390e2b18344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0" name="Google Shape;3550;g390e2b18344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1" name="Google Shape;3551;g390e2b18344_1_0"/>
          <p:cNvSpPr/>
          <p:nvPr/>
        </p:nvSpPr>
        <p:spPr>
          <a:xfrm>
            <a:off x="18538250" y="6565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2" name="Google Shape;3552;g390e2b18344_1_0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3" name="Google Shape;3553;g390e2b18344_1_0"/>
          <p:cNvSpPr/>
          <p:nvPr/>
        </p:nvSpPr>
        <p:spPr>
          <a:xfrm>
            <a:off x="18591154" y="7375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4" name="Google Shape;3554;g390e2b18344_1_0"/>
          <p:cNvSpPr/>
          <p:nvPr/>
        </p:nvSpPr>
        <p:spPr>
          <a:xfrm>
            <a:off x="18525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br>
              <a:rPr lang="en-GB"/>
            </a:br>
            <a:r>
              <a:rPr lang="en-GB"/>
              <a:t>Review: 67775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5" name="Google Shape;3555;g390e2b18344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6" name="Google Shape;3556;g390e2b18344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7" name="Google Shape;3557;g390e2b18344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8" name="Google Shape;3558;g390e2b18344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9" name="Google Shape;3559;g390e2b18344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0" name="Google Shape;3560;g390e2b18344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1" name="Google Shape;3561;g390e2b18344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2" name="Google Shape;3562;g390e2b18344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3" name="Google Shape;3563;g390e2b18344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4" name="Google Shape;3564;g390e2b18344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5" name="Google Shape;3565;g390e2b18344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566" name="Google Shape;3566;g390e2b18344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67" name="Google Shape;3567;g390e2b18344_1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68" name="Google Shape;3568;g390e2b18344_1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69" name="Google Shape;3569;g390e2b18344_1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0" name="Google Shape;3570;g390e2b18344_1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1" name="Google Shape;3571;g390e2b18344_1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2" name="Google Shape;3572;g390e2b18344_1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3" name="Google Shape;3573;g390e2b18344_1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4" name="Google Shape;3574;g390e2b18344_1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5" name="Google Shape;3575;g390e2b18344_1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6" name="Google Shape;3576;g390e2b18344_1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77" name="Google Shape;3577;g390e2b18344_1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78" name="Google Shape;3578;g390e2b18344_1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79" name="Google Shape;3579;g390e2b18344_1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0" name="Google Shape;3580;g390e2b18344_1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1" name="Google Shape;3581;g390e2b18344_1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2" name="Google Shape;3582;g390e2b18344_1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583" name="Google Shape;3583;g390e2b18344_1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584" name="Google Shape;3584;g390e2b18344_1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585" name="Google Shape;3585;g390e2b18344_1_0"/>
          <p:cNvSpPr/>
          <p:nvPr/>
        </p:nvSpPr>
        <p:spPr>
          <a:xfrm>
            <a:off x="19005362" y="92651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/>
              <a:t>Review: 67804</a:t>
            </a:r>
            <a:endParaRPr/>
          </a:p>
        </p:txBody>
      </p:sp>
      <p:sp>
        <p:nvSpPr>
          <p:cNvPr id="3586" name="Google Shape;3586;g390e2b18344_1_0"/>
          <p:cNvSpPr/>
          <p:nvPr/>
        </p:nvSpPr>
        <p:spPr>
          <a:xfrm>
            <a:off x="19037962" y="7689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/>
              <a:t>Review: 67286</a:t>
            </a:r>
            <a:endParaRPr/>
          </a:p>
        </p:txBody>
      </p:sp>
      <p:sp>
        <p:nvSpPr>
          <p:cNvPr id="3587" name="Google Shape;3587;g390e2b18344_1_0"/>
          <p:cNvSpPr/>
          <p:nvPr/>
        </p:nvSpPr>
        <p:spPr>
          <a:xfrm>
            <a:off x="19057511" y="611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88" name="Google Shape;3588;g390e2b18344_1_0"/>
          <p:cNvSpPr/>
          <p:nvPr/>
        </p:nvSpPr>
        <p:spPr>
          <a:xfrm>
            <a:off x="18999586" y="10998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</a:t>
            </a:r>
            <a:endParaRPr/>
          </a:p>
        </p:txBody>
      </p:sp>
      <p:sp>
        <p:nvSpPr>
          <p:cNvPr id="3589" name="Google Shape;3589;g390e2b18344_1_0"/>
          <p:cNvSpPr/>
          <p:nvPr/>
        </p:nvSpPr>
        <p:spPr>
          <a:xfrm>
            <a:off x="18013250" y="2367187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br>
              <a:rPr lang="en-GB"/>
            </a:br>
            <a:r>
              <a:rPr lang="en-GB"/>
              <a:t>Review: 68130, 67804</a:t>
            </a:r>
            <a:endParaRPr/>
          </a:p>
        </p:txBody>
      </p:sp>
      <p:sp>
        <p:nvSpPr>
          <p:cNvPr id="3590" name="Google Shape;3590;g390e2b18344_1_0"/>
          <p:cNvSpPr/>
          <p:nvPr/>
        </p:nvSpPr>
        <p:spPr>
          <a:xfrm>
            <a:off x="18246225" y="265558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68547</a:t>
            </a:r>
            <a:endParaRPr/>
          </a:p>
        </p:txBody>
      </p:sp>
      <p:sp>
        <p:nvSpPr>
          <p:cNvPr id="3591" name="Google Shape;3591;g390e2b18344_1_0"/>
          <p:cNvSpPr/>
          <p:nvPr/>
        </p:nvSpPr>
        <p:spPr>
          <a:xfrm>
            <a:off x="18508536" y="2979665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2" name="Google Shape;3592;g390e2b18344_1_0"/>
          <p:cNvSpPr/>
          <p:nvPr/>
        </p:nvSpPr>
        <p:spPr>
          <a:xfrm>
            <a:off x="18846355" y="3180264"/>
            <a:ext cx="2736600" cy="104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68130, 67286</a:t>
            </a:r>
            <a:endParaRPr/>
          </a:p>
        </p:txBody>
      </p:sp>
      <p:sp>
        <p:nvSpPr>
          <p:cNvPr id="3593" name="Google Shape;3593;g390e2b18344_1_0"/>
          <p:cNvSpPr/>
          <p:nvPr/>
        </p:nvSpPr>
        <p:spPr>
          <a:xfrm>
            <a:off x="18196025" y="41622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br>
              <a:rPr lang="en-GB"/>
            </a:br>
            <a:r>
              <a:rPr lang="en-GB"/>
              <a:t>Review: 67763, 68547</a:t>
            </a:r>
            <a:endParaRPr/>
          </a:p>
        </p:txBody>
      </p:sp>
      <p:sp>
        <p:nvSpPr>
          <p:cNvPr id="3594" name="Google Shape;3594;g390e2b18344_1_0"/>
          <p:cNvSpPr/>
          <p:nvPr/>
        </p:nvSpPr>
        <p:spPr>
          <a:xfrm>
            <a:off x="18496088" y="4533975"/>
            <a:ext cx="2519700" cy="1278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Review: 67804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5" name="Google Shape;3595;g390e2b18344_1_0"/>
          <p:cNvSpPr/>
          <p:nvPr/>
        </p:nvSpPr>
        <p:spPr>
          <a:xfrm>
            <a:off x="18880473" y="4939054"/>
            <a:ext cx="2519700" cy="888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br>
              <a:rPr lang="en-GB"/>
            </a:br>
            <a:r>
              <a:rPr lang="en-GB">
                <a:solidFill>
                  <a:schemeClr val="dk1"/>
                </a:solidFill>
              </a:rPr>
              <a:t>Review: 67763, 68130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9" name="Shape 3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0" name="Google Shape;3600;g3a46774ecb2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1" name="Google Shape;3601;g3a46774ecb2_0_0"/>
          <p:cNvSpPr/>
          <p:nvPr/>
        </p:nvSpPr>
        <p:spPr>
          <a:xfrm>
            <a:off x="814250" y="3300663"/>
            <a:ext cx="20036537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5" name="Shape 3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06" name="Google Shape;3606;g3a46774ecb2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07" name="Google Shape;3607;g3a46774ecb2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8" name="Google Shape;3608;g3a46774ecb2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9" name="Google Shape;3609;g3a46774ecb2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0" name="Google Shape;3610;g3a46774ecb2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1" name="Google Shape;3611;g3a46774ecb2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2" name="Google Shape;3612;g3a46774ecb2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3" name="Google Shape;3613;g3a46774ecb2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4" name="Google Shape;3614;g3a46774ecb2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5" name="Google Shape;3615;g3a46774ecb2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6" name="Google Shape;3616;g3a46774ecb2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7" name="Google Shape;3617;g3a46774ecb2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8" name="Google Shape;3618;g3a46774ecb2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9" name="Google Shape;3619;g3a46774ecb2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0" name="Google Shape;3620;g3a46774ecb2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21" name="Google Shape;3621;g3a46774ecb2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2" name="Google Shape;3622;g3a46774ecb2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3" name="Google Shape;3623;g3a46774ecb2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4" name="Google Shape;3624;g3a46774ecb2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5" name="Google Shape;3625;g3a46774ecb2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26" name="Google Shape;3626;g3a46774ecb2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27" name="Google Shape;3627;g3a46774ecb2_0_5"/>
          <p:cNvSpPr/>
          <p:nvPr/>
        </p:nvSpPr>
        <p:spPr>
          <a:xfrm>
            <a:off x="154750" y="640400"/>
            <a:ext cx="2519700" cy="1558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US13: As an aspiring software engineer, I want to implement an US defined in milestone 1, so that I can accomplish my group's work.</a:t>
            </a:r>
            <a:endParaRPr/>
          </a:p>
        </p:txBody>
      </p:sp>
      <p:sp>
        <p:nvSpPr>
          <p:cNvPr id="3628" name="Google Shape;3628;g3a46774ecb2_0_5"/>
          <p:cNvSpPr/>
          <p:nvPr/>
        </p:nvSpPr>
        <p:spPr>
          <a:xfrm>
            <a:off x="154750" y="2697513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3629" name="Google Shape;3629;g3a46774ecb2_0_5"/>
          <p:cNvSpPr/>
          <p:nvPr/>
        </p:nvSpPr>
        <p:spPr>
          <a:xfrm>
            <a:off x="140775" y="79296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3630" name="Google Shape;3630;g3a46774ecb2_0_5"/>
          <p:cNvSpPr/>
          <p:nvPr/>
        </p:nvSpPr>
        <p:spPr>
          <a:xfrm>
            <a:off x="140775" y="11753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T31: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1" name="Google Shape;3631;g3a46774ecb2_0_5"/>
          <p:cNvSpPr/>
          <p:nvPr/>
        </p:nvSpPr>
        <p:spPr>
          <a:xfrm>
            <a:off x="140775" y="1593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T32: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2" name="Google Shape;3632;g3a46774ecb2_0_5"/>
          <p:cNvSpPr/>
          <p:nvPr/>
        </p:nvSpPr>
        <p:spPr>
          <a:xfrm>
            <a:off x="143950" y="32753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T33: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3" name="Google Shape;3633;g3a46774ecb2_0_5"/>
          <p:cNvSpPr/>
          <p:nvPr/>
        </p:nvSpPr>
        <p:spPr>
          <a:xfrm>
            <a:off x="154738" y="3782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T34: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4" name="Google Shape;3634;g3a46774ecb2_0_5"/>
          <p:cNvSpPr/>
          <p:nvPr/>
        </p:nvSpPr>
        <p:spPr>
          <a:xfrm>
            <a:off x="154738" y="4344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T35: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5" name="Google Shape;3635;g3a46774ecb2_0_5"/>
          <p:cNvSpPr/>
          <p:nvPr/>
        </p:nvSpPr>
        <p:spPr>
          <a:xfrm>
            <a:off x="129963" y="48891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T36: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6" name="Google Shape;3636;g3a46774ecb2_0_5"/>
          <p:cNvSpPr/>
          <p:nvPr/>
        </p:nvSpPr>
        <p:spPr>
          <a:xfrm>
            <a:off x="143938" y="52062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T37: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7" name="Google Shape;3637;g3a46774ecb2_0_5"/>
          <p:cNvSpPr/>
          <p:nvPr/>
        </p:nvSpPr>
        <p:spPr>
          <a:xfrm>
            <a:off x="154738" y="55404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T38: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8" name="Google Shape;3638;g3a46774ecb2_0_5"/>
          <p:cNvSpPr/>
          <p:nvPr/>
        </p:nvSpPr>
        <p:spPr>
          <a:xfrm>
            <a:off x="154738" y="6005112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T39: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9" name="Google Shape;3639;g3a46774ecb2_0_5"/>
          <p:cNvSpPr/>
          <p:nvPr/>
        </p:nvSpPr>
        <p:spPr>
          <a:xfrm>
            <a:off x="154738" y="66393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T40: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0" name="Google Shape;3640;g3a46774ecb2_0_5"/>
          <p:cNvSpPr/>
          <p:nvPr/>
        </p:nvSpPr>
        <p:spPr>
          <a:xfrm>
            <a:off x="154750" y="8648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T41: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1" name="Google Shape;3641;g3a46774ecb2_0_5"/>
          <p:cNvSpPr/>
          <p:nvPr/>
        </p:nvSpPr>
        <p:spPr>
          <a:xfrm>
            <a:off x="154750" y="93537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T42: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5" name="Shape 3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46" name="Google Shape;3646;g390e7909646_0_8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47" name="Google Shape;3647;g390e7909646_0_8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48" name="Google Shape;3648;g390e7909646_0_8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9" name="Google Shape;3649;g390e7909646_0_8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0" name="Google Shape;3650;g390e7909646_0_8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1" name="Google Shape;3651;g390e7909646_0_8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2" name="Google Shape;3652;g390e7909646_0_8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3" name="Google Shape;3653;g390e7909646_0_8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4" name="Google Shape;3654;g390e7909646_0_8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5" name="Google Shape;3655;g390e7909646_0_8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6" name="Google Shape;3656;g390e7909646_0_8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7" name="Google Shape;3657;g390e7909646_0_8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8" name="Google Shape;3658;g390e7909646_0_8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59" name="Google Shape;3659;g390e7909646_0_8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0" name="Google Shape;3660;g390e7909646_0_8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61" name="Google Shape;3661;g390e7909646_0_8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2" name="Google Shape;3662;g390e7909646_0_8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3" name="Google Shape;3663;g390e7909646_0_8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4" name="Google Shape;3664;g390e7909646_0_8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5" name="Google Shape;3665;g390e7909646_0_8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666" name="Google Shape;3666;g390e7909646_0_8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7" name="Google Shape;3667;g390e7909646_0_81"/>
          <p:cNvSpPr/>
          <p:nvPr/>
        </p:nvSpPr>
        <p:spPr>
          <a:xfrm>
            <a:off x="9366075" y="7098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8" name="Google Shape;3668;g390e7909646_0_81"/>
          <p:cNvSpPr/>
          <p:nvPr/>
        </p:nvSpPr>
        <p:spPr>
          <a:xfrm>
            <a:off x="9366063" y="40512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69" name="Google Shape;3669;g390e7909646_0_81"/>
          <p:cNvSpPr/>
          <p:nvPr/>
        </p:nvSpPr>
        <p:spPr>
          <a:xfrm>
            <a:off x="9366063" y="22404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0" name="Google Shape;3670;g390e7909646_0_81"/>
          <p:cNvSpPr/>
          <p:nvPr/>
        </p:nvSpPr>
        <p:spPr>
          <a:xfrm>
            <a:off x="9366063" y="429826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1" name="Google Shape;3671;g390e7909646_0_81"/>
          <p:cNvSpPr/>
          <p:nvPr/>
        </p:nvSpPr>
        <p:spPr>
          <a:xfrm>
            <a:off x="9366063" y="24857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2" name="Google Shape;3672;g390e7909646_0_81"/>
          <p:cNvSpPr/>
          <p:nvPr/>
        </p:nvSpPr>
        <p:spPr>
          <a:xfrm>
            <a:off x="9366075" y="4552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3" name="Google Shape;3673;g390e7909646_0_81"/>
          <p:cNvSpPr/>
          <p:nvPr/>
        </p:nvSpPr>
        <p:spPr>
          <a:xfrm>
            <a:off x="9366075" y="264378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4" name="Google Shape;3674;g390e7909646_0_81"/>
          <p:cNvSpPr/>
          <p:nvPr/>
        </p:nvSpPr>
        <p:spPr>
          <a:xfrm>
            <a:off x="6725925" y="70286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5" name="Google Shape;3675;g390e7909646_0_81"/>
          <p:cNvSpPr/>
          <p:nvPr/>
        </p:nvSpPr>
        <p:spPr>
          <a:xfrm>
            <a:off x="6725925" y="549662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6" name="Google Shape;3676;g390e7909646_0_81"/>
          <p:cNvSpPr/>
          <p:nvPr/>
        </p:nvSpPr>
        <p:spPr>
          <a:xfrm>
            <a:off x="6725925" y="71055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7" name="Google Shape;3677;g390e7909646_0_81"/>
          <p:cNvSpPr/>
          <p:nvPr/>
        </p:nvSpPr>
        <p:spPr>
          <a:xfrm>
            <a:off x="6725925" y="8753748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78" name="Google Shape;3678;g390e7909646_0_81"/>
          <p:cNvSpPr/>
          <p:nvPr/>
        </p:nvSpPr>
        <p:spPr>
          <a:xfrm>
            <a:off x="9366075" y="90322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79" name="Google Shape;3679;g390e7909646_0_81"/>
          <p:cNvSpPr/>
          <p:nvPr/>
        </p:nvSpPr>
        <p:spPr>
          <a:xfrm>
            <a:off x="9366082" y="102632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0" name="Google Shape;3680;g390e7909646_0_81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1" name="Google Shape;3681;g390e7909646_0_81"/>
          <p:cNvSpPr/>
          <p:nvPr/>
        </p:nvSpPr>
        <p:spPr>
          <a:xfrm>
            <a:off x="9366075" y="754573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2" name="Google Shape;3682;g390e7909646_0_81"/>
          <p:cNvSpPr/>
          <p:nvPr/>
        </p:nvSpPr>
        <p:spPr>
          <a:xfrm>
            <a:off x="9366063" y="783423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3" name="Google Shape;3683;g390e7909646_0_81"/>
          <p:cNvSpPr/>
          <p:nvPr/>
        </p:nvSpPr>
        <p:spPr>
          <a:xfrm>
            <a:off x="9366075" y="577697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4" name="Google Shape;3684;g390e7909646_0_81"/>
          <p:cNvSpPr/>
          <p:nvPr/>
        </p:nvSpPr>
        <p:spPr>
          <a:xfrm>
            <a:off x="9366075" y="595540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5" name="Google Shape;3685;g390e7909646_0_81"/>
          <p:cNvSpPr/>
          <p:nvPr/>
        </p:nvSpPr>
        <p:spPr>
          <a:xfrm>
            <a:off x="9366063" y="621194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6" name="Google Shape;3686;g390e7909646_0_81"/>
          <p:cNvSpPr/>
          <p:nvPr/>
        </p:nvSpPr>
        <p:spPr>
          <a:xfrm>
            <a:off x="9366075" y="89538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87" name="Google Shape;3687;g390e7909646_0_81"/>
          <p:cNvSpPr/>
          <p:nvPr/>
        </p:nvSpPr>
        <p:spPr>
          <a:xfrm>
            <a:off x="6045600" y="586185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88" name="Google Shape;3688;g390e7909646_0_81"/>
          <p:cNvSpPr/>
          <p:nvPr/>
        </p:nvSpPr>
        <p:spPr>
          <a:xfrm>
            <a:off x="6045600" y="111764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89" name="Google Shape;3689;g390e7909646_0_81"/>
          <p:cNvSpPr/>
          <p:nvPr/>
        </p:nvSpPr>
        <p:spPr>
          <a:xfrm>
            <a:off x="6045600" y="745427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0" name="Google Shape;3690;g390e7909646_0_81"/>
          <p:cNvSpPr/>
          <p:nvPr/>
        </p:nvSpPr>
        <p:spPr>
          <a:xfrm>
            <a:off x="6045600" y="913549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691" name="Google Shape;3691;g390e7909646_0_81"/>
          <p:cNvSpPr/>
          <p:nvPr/>
        </p:nvSpPr>
        <p:spPr>
          <a:xfrm>
            <a:off x="9366075" y="926212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2" name="Google Shape;3692;g390e7909646_0_81"/>
          <p:cNvSpPr/>
          <p:nvPr/>
        </p:nvSpPr>
        <p:spPr>
          <a:xfrm>
            <a:off x="9366063" y="96564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93" name="Google Shape;3693;g390e7909646_0_81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94" name="Google Shape;3694;g390e7909646_0_81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695" name="Google Shape;3695;g390e7909646_0_81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696" name="Google Shape;3696;g390e7909646_0_81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0" name="Shape 3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01" name="Google Shape;3701;g3a547e7f83b_0_109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02" name="Google Shape;3702;g3a547e7f83b_0_109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3" name="Google Shape;3703;g3a547e7f83b_0_109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4" name="Google Shape;3704;g3a547e7f83b_0_109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5" name="Google Shape;3705;g3a547e7f83b_0_109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6" name="Google Shape;3706;g3a547e7f83b_0_109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7" name="Google Shape;3707;g3a547e7f83b_0_109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8" name="Google Shape;3708;g3a547e7f83b_0_109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09" name="Google Shape;3709;g3a547e7f83b_0_109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0" name="Google Shape;3710;g3a547e7f83b_0_109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1" name="Google Shape;3711;g3a547e7f83b_0_109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2" name="Google Shape;3712;g3a547e7f83b_0_109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3" name="Google Shape;3713;g3a547e7f83b_0_109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4" name="Google Shape;3714;g3a547e7f83b_0_109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5" name="Google Shape;3715;g3a547e7f83b_0_109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16" name="Google Shape;3716;g3a547e7f83b_0_109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7" name="Google Shape;3717;g3a547e7f83b_0_109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8" name="Google Shape;3718;g3a547e7f83b_0_109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19" name="Google Shape;3719;g3a547e7f83b_0_109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20" name="Google Shape;3720;g3a547e7f83b_0_109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21" name="Google Shape;3721;g3a547e7f83b_0_109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22" name="Google Shape;3722;g3a547e7f83b_0_1093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3" name="Google Shape;3723;g3a547e7f83b_0_1093"/>
          <p:cNvSpPr/>
          <p:nvPr/>
        </p:nvSpPr>
        <p:spPr>
          <a:xfrm>
            <a:off x="12341488" y="39855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4" name="Google Shape;3724;g3a547e7f83b_0_1093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5" name="Google Shape;3725;g3a547e7f83b_0_1093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6" name="Google Shape;3726;g3a547e7f83b_0_1093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7" name="Google Shape;3727;g3a547e7f83b_0_1093"/>
          <p:cNvSpPr/>
          <p:nvPr/>
        </p:nvSpPr>
        <p:spPr>
          <a:xfrm>
            <a:off x="12341500" y="44601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8" name="Google Shape;3728;g3a547e7f83b_0_1093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29" name="Google Shape;3729;g3a547e7f83b_0_1093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30" name="Google Shape;3730;g3a547e7f83b_0_1093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31" name="Google Shape;3731;g3a547e7f83b_0_1093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32" name="Google Shape;3732;g3a547e7f83b_0_1093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3" name="Google Shape;3733;g3a547e7f83b_0_1093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4" name="Google Shape;3734;g3a547e7f83b_0_1093"/>
          <p:cNvSpPr/>
          <p:nvPr/>
        </p:nvSpPr>
        <p:spPr>
          <a:xfrm>
            <a:off x="9366075" y="729283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5" name="Google Shape;3735;g3a547e7f83b_0_1093"/>
          <p:cNvSpPr/>
          <p:nvPr/>
        </p:nvSpPr>
        <p:spPr>
          <a:xfrm>
            <a:off x="9366075" y="767784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would look like (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turret's targeting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6" name="Google Shape;3736;g3a547e7f83b_0_1093"/>
          <p:cNvSpPr/>
          <p:nvPr/>
        </p:nvSpPr>
        <p:spPr>
          <a:xfrm>
            <a:off x="9366063" y="7999371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7" name="Google Shape;3737;g3a547e7f83b_0_1093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8" name="Google Shape;3738;g3a547e7f83b_0_1093"/>
          <p:cNvSpPr/>
          <p:nvPr/>
        </p:nvSpPr>
        <p:spPr>
          <a:xfrm>
            <a:off x="9366075" y="55588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39" name="Google Shape;3739;g3a547e7f83b_0_1093"/>
          <p:cNvSpPr/>
          <p:nvPr/>
        </p:nvSpPr>
        <p:spPr>
          <a:xfrm>
            <a:off x="9366075" y="92954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0" name="Google Shape;3740;g3a547e7f83b_0_1093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1" name="Google Shape;3741;g3a547e7f83b_0_1093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2" name="Google Shape;3742;g3a547e7f83b_0_1093"/>
          <p:cNvSpPr/>
          <p:nvPr/>
        </p:nvSpPr>
        <p:spPr>
          <a:xfrm>
            <a:off x="9366063" y="9618659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43" name="Google Shape;3743;g3a547e7f83b_0_1093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44" name="Google Shape;3744;g3a547e7f83b_0_1093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5" name="Google Shape;3745;g3a547e7f83b_0_1093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6" name="Google Shape;3746;g3a547e7f83b_0_1093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7" name="Google Shape;3747;g3a547e7f83b_0_1093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748" name="Google Shape;3748;g3a547e7f83b_0_1093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49" name="Google Shape;3749;g3a547e7f83b_0_1093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750" name="Google Shape;3750;g3a547e7f83b_0_1093"/>
          <p:cNvSpPr/>
          <p:nvPr/>
        </p:nvSpPr>
        <p:spPr>
          <a:xfrm>
            <a:off x="6735713" y="3953759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51" name="Google Shape;3751;g3a547e7f83b_0_1093"/>
          <p:cNvSpPr/>
          <p:nvPr/>
        </p:nvSpPr>
        <p:spPr>
          <a:xfrm>
            <a:off x="6055388" y="4312126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5" name="Shape 3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56" name="Google Shape;3756;g3a5af5b02b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57" name="Google Shape;3757;g3a5af5b02b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58" name="Google Shape;3758;g3a5af5b02b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9" name="Google Shape;3759;g3a5af5b02b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0" name="Google Shape;3760;g3a5af5b02b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1" name="Google Shape;3761;g3a5af5b02b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2" name="Google Shape;3762;g3a5af5b02b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3" name="Google Shape;3763;g3a5af5b02b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4" name="Google Shape;3764;g3a5af5b02b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5" name="Google Shape;3765;g3a5af5b02b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6" name="Google Shape;3766;g3a5af5b02b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7" name="Google Shape;3767;g3a5af5b02b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8" name="Google Shape;3768;g3a5af5b02b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69" name="Google Shape;3769;g3a5af5b02b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0" name="Google Shape;3770;g3a5af5b02b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771" name="Google Shape;3771;g3a5af5b02b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2" name="Google Shape;3772;g3a5af5b02b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3" name="Google Shape;3773;g3a5af5b02b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4" name="Google Shape;3774;g3a5af5b02b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5" name="Google Shape;3775;g3a5af5b02b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776" name="Google Shape;3776;g3a5af5b02b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77" name="Google Shape;3777;g3a5af5b02b4_0_0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8" name="Google Shape;3778;g3a5af5b02b4_0_0"/>
          <p:cNvSpPr/>
          <p:nvPr/>
        </p:nvSpPr>
        <p:spPr>
          <a:xfrm>
            <a:off x="15476075" y="41587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79" name="Google Shape;3779;g3a5af5b02b4_0_0"/>
          <p:cNvSpPr/>
          <p:nvPr/>
        </p:nvSpPr>
        <p:spPr>
          <a:xfrm>
            <a:off x="9366063" y="22899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0" name="Google Shape;3780;g3a5af5b02b4_0_0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1" name="Google Shape;3781;g3a5af5b02b4_0_0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2" name="Google Shape;3782;g3a5af5b02b4_0_0"/>
          <p:cNvSpPr/>
          <p:nvPr/>
        </p:nvSpPr>
        <p:spPr>
          <a:xfrm>
            <a:off x="12341500" y="4183059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3" name="Google Shape;3783;g3a5af5b02b4_0_0"/>
          <p:cNvSpPr/>
          <p:nvPr/>
        </p:nvSpPr>
        <p:spPr>
          <a:xfrm>
            <a:off x="12341500" y="24953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4" name="Google Shape;3784;g3a5af5b02b4_0_0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5" name="Google Shape;3785;g3a5af5b02b4_0_0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6" name="Google Shape;3786;g3a5af5b02b4_0_0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87" name="Google Shape;3787;g3a5af5b02b4_0_0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8" name="Google Shape;3788;g3a5af5b02b4_0_0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89" name="Google Shape;3789;g3a5af5b02b4_0_0"/>
          <p:cNvSpPr/>
          <p:nvPr/>
        </p:nvSpPr>
        <p:spPr>
          <a:xfrm>
            <a:off x="12341500" y="746708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0" name="Google Shape;3790;g3a5af5b02b4_0_0"/>
          <p:cNvSpPr/>
          <p:nvPr/>
        </p:nvSpPr>
        <p:spPr>
          <a:xfrm>
            <a:off x="9366075" y="74466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1" name="Google Shape;3791;g3a5af5b02b4_0_0"/>
          <p:cNvSpPr/>
          <p:nvPr/>
        </p:nvSpPr>
        <p:spPr>
          <a:xfrm>
            <a:off x="9366063" y="7768184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2" name="Google Shape;3792;g3a5af5b02b4_0_0"/>
          <p:cNvSpPr/>
          <p:nvPr/>
        </p:nvSpPr>
        <p:spPr>
          <a:xfrm>
            <a:off x="9366075" y="57297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3" name="Google Shape;3793;g3a5af5b02b4_0_0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4" name="Google Shape;3794;g3a5af5b02b4_0_0"/>
          <p:cNvSpPr/>
          <p:nvPr/>
        </p:nvSpPr>
        <p:spPr>
          <a:xfrm>
            <a:off x="9344450" y="90954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5" name="Google Shape;3795;g3a5af5b02b4_0_0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6" name="Google Shape;3796;g3a5af5b02b4_0_0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7" name="Google Shape;3797;g3a5af5b02b4_0_0"/>
          <p:cNvSpPr/>
          <p:nvPr/>
        </p:nvSpPr>
        <p:spPr>
          <a:xfrm>
            <a:off x="9366063" y="942049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8" name="Google Shape;3798;g3a5af5b02b4_0_0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799" name="Google Shape;3799;g3a5af5b02b4_0_0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00" name="Google Shape;3800;g3a5af5b02b4_0_0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01" name="Google Shape;3801;g3a5af5b02b4_0_0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02" name="Google Shape;3802;g3a5af5b02b4_0_0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03" name="Google Shape;3803;g3a5af5b02b4_0_0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04" name="Google Shape;3804;g3a5af5b02b4_0_0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05" name="Google Shape;3805;g3a5af5b02b4_0_0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06" name="Google Shape;3806;g3a5af5b02b4_0_0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0" name="Shape 3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11" name="Google Shape;3811;g3a77257314c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12" name="Google Shape;3812;g3a77257314c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13" name="Google Shape;3813;g3a77257314c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4" name="Google Shape;3814;g3a77257314c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5" name="Google Shape;3815;g3a77257314c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6" name="Google Shape;3816;g3a77257314c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7" name="Google Shape;3817;g3a77257314c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8" name="Google Shape;3818;g3a77257314c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19" name="Google Shape;3819;g3a77257314c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0" name="Google Shape;3820;g3a77257314c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1" name="Google Shape;3821;g3a77257314c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2" name="Google Shape;3822;g3a77257314c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3" name="Google Shape;3823;g3a77257314c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4" name="Google Shape;3824;g3a77257314c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25" name="Google Shape;3825;g3a77257314c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826" name="Google Shape;3826;g3a77257314c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7" name="Google Shape;3827;g3a77257314c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8" name="Google Shape;3828;g3a77257314c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29" name="Google Shape;3829;g3a77257314c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30" name="Google Shape;3830;g3a77257314c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31" name="Google Shape;3831;g3a77257314c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32" name="Google Shape;3832;g3a77257314c_0_52"/>
          <p:cNvSpPr/>
          <p:nvPr/>
        </p:nvSpPr>
        <p:spPr>
          <a:xfrm>
            <a:off x="12369225" y="685525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3" name="Google Shape;3833;g3a77257314c_0_52"/>
          <p:cNvSpPr/>
          <p:nvPr/>
        </p:nvSpPr>
        <p:spPr>
          <a:xfrm>
            <a:off x="15476075" y="4024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4" name="Google Shape;3834;g3a77257314c_0_52"/>
          <p:cNvSpPr/>
          <p:nvPr/>
        </p:nvSpPr>
        <p:spPr>
          <a:xfrm>
            <a:off x="12388787" y="26672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5" name="Google Shape;3835;g3a77257314c_0_52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6" name="Google Shape;3836;g3a77257314c_0_52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7" name="Google Shape;3837;g3a77257314c_0_52"/>
          <p:cNvSpPr/>
          <p:nvPr/>
        </p:nvSpPr>
        <p:spPr>
          <a:xfrm>
            <a:off x="15476075" y="44064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8" name="Google Shape;3838;g3a77257314c_0_52"/>
          <p:cNvSpPr/>
          <p:nvPr/>
        </p:nvSpPr>
        <p:spPr>
          <a:xfrm>
            <a:off x="15477950" y="2415175"/>
            <a:ext cx="2519700" cy="1498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39" name="Google Shape;3839;g3a77257314c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40" name="Google Shape;3840;g3a77257314c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41" name="Google Shape;3841;g3a77257314c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42" name="Google Shape;3842;g3a77257314c_0_52"/>
          <p:cNvSpPr/>
          <p:nvPr/>
        </p:nvSpPr>
        <p:spPr>
          <a:xfrm>
            <a:off x="12369225" y="12666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3" name="Google Shape;3843;g3a77257314c_0_52"/>
          <p:cNvSpPr/>
          <p:nvPr/>
        </p:nvSpPr>
        <p:spPr>
          <a:xfrm>
            <a:off x="9344457" y="91377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4" name="Google Shape;3844;g3a77257314c_0_52"/>
          <p:cNvSpPr/>
          <p:nvPr/>
        </p:nvSpPr>
        <p:spPr>
          <a:xfrm>
            <a:off x="12341500" y="728987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5" name="Google Shape;3845;g3a77257314c_0_52"/>
          <p:cNvSpPr/>
          <p:nvPr/>
        </p:nvSpPr>
        <p:spPr>
          <a:xfrm>
            <a:off x="12341496" y="77197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6" name="Google Shape;3846;g3a77257314c_0_52"/>
          <p:cNvSpPr/>
          <p:nvPr/>
        </p:nvSpPr>
        <p:spPr>
          <a:xfrm>
            <a:off x="9366075" y="572974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7" name="Google Shape;3847;g3a77257314c_0_52"/>
          <p:cNvSpPr/>
          <p:nvPr/>
        </p:nvSpPr>
        <p:spPr>
          <a:xfrm>
            <a:off x="9366063" y="743591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8" name="Google Shape;3848;g3a77257314c_0_52"/>
          <p:cNvSpPr/>
          <p:nvPr/>
        </p:nvSpPr>
        <p:spPr>
          <a:xfrm>
            <a:off x="12369225" y="583870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49" name="Google Shape;3849;g3a77257314c_0_52"/>
          <p:cNvSpPr/>
          <p:nvPr/>
        </p:nvSpPr>
        <p:spPr>
          <a:xfrm>
            <a:off x="9366063" y="606021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0" name="Google Shape;3850;g3a77257314c_0_52"/>
          <p:cNvSpPr/>
          <p:nvPr/>
        </p:nvSpPr>
        <p:spPr>
          <a:xfrm>
            <a:off x="9366075" y="909782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1" name="Google Shape;3851;g3a77257314c_0_52"/>
          <p:cNvSpPr/>
          <p:nvPr/>
        </p:nvSpPr>
        <p:spPr>
          <a:xfrm>
            <a:off x="12341500" y="90954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2" name="Google Shape;3852;g3a77257314c_0_52"/>
          <p:cNvSpPr/>
          <p:nvPr/>
        </p:nvSpPr>
        <p:spPr>
          <a:xfrm>
            <a:off x="9366063" y="942049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53" name="Google Shape;3853;g3a77257314c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54" name="Google Shape;3854;g3a77257314c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55" name="Google Shape;3855;g3a77257314c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56" name="Google Shape;3856;g3a77257314c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57" name="Google Shape;3857;g3a77257314c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858" name="Google Shape;3858;g3a77257314c_0_52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59" name="Google Shape;3859;g3a77257314c_0_52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60" name="Google Shape;3860;g3a77257314c_0_52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861" name="Google Shape;3861;g3a77257314c_0_52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5" name="Shape 3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66" name="Google Shape;3866;g3a77257314c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67" name="Google Shape;3867;g3a77257314c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68" name="Google Shape;3868;g3a77257314c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69" name="Google Shape;3869;g3a77257314c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0" name="Google Shape;3870;g3a77257314c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1" name="Google Shape;3871;g3a77257314c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2" name="Google Shape;3872;g3a77257314c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3" name="Google Shape;3873;g3a77257314c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4" name="Google Shape;3874;g3a77257314c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5" name="Google Shape;3875;g3a77257314c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6" name="Google Shape;3876;g3a77257314c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7" name="Google Shape;3877;g3a77257314c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8" name="Google Shape;3878;g3a77257314c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79" name="Google Shape;3879;g3a77257314c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0" name="Google Shape;3880;g3a77257314c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881" name="Google Shape;3881;g3a77257314c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82" name="Google Shape;3882;g3a77257314c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83" name="Google Shape;3883;g3a77257314c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84" name="Google Shape;3884;g3a77257314c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85" name="Google Shape;3885;g3a77257314c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886" name="Google Shape;3886;g3a77257314c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87" name="Google Shape;3887;g3a77257314c_0_104"/>
          <p:cNvSpPr/>
          <p:nvPr/>
        </p:nvSpPr>
        <p:spPr>
          <a:xfrm>
            <a:off x="12369225" y="1195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8" name="Google Shape;3888;g3a77257314c_0_104"/>
          <p:cNvSpPr/>
          <p:nvPr/>
        </p:nvSpPr>
        <p:spPr>
          <a:xfrm>
            <a:off x="15476079" y="4272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89" name="Google Shape;3889;g3a77257314c_0_104"/>
          <p:cNvSpPr/>
          <p:nvPr/>
        </p:nvSpPr>
        <p:spPr>
          <a:xfrm>
            <a:off x="9366063" y="425278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0" name="Google Shape;3890;g3a77257314c_0_104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1" name="Google Shape;3891;g3a77257314c_0_104"/>
          <p:cNvSpPr/>
          <p:nvPr/>
        </p:nvSpPr>
        <p:spPr>
          <a:xfrm>
            <a:off x="15476075" y="46541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2" name="Google Shape;3892;g3a77257314c_0_104"/>
          <p:cNvSpPr/>
          <p:nvPr/>
        </p:nvSpPr>
        <p:spPr>
          <a:xfrm>
            <a:off x="15476075" y="23180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3" name="Google Shape;3893;g3a77257314c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94" name="Google Shape;3894;g3a77257314c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95" name="Google Shape;3895;g3a77257314c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896" name="Google Shape;3896;g3a77257314c_0_104"/>
          <p:cNvSpPr/>
          <p:nvPr/>
        </p:nvSpPr>
        <p:spPr>
          <a:xfrm>
            <a:off x="15477975" y="88378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7" name="Google Shape;3897;g3a77257314c_0_104"/>
          <p:cNvSpPr/>
          <p:nvPr/>
        </p:nvSpPr>
        <p:spPr>
          <a:xfrm>
            <a:off x="9344457" y="10909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8" name="Google Shape;3898;g3a77257314c_0_104"/>
          <p:cNvSpPr/>
          <p:nvPr/>
        </p:nvSpPr>
        <p:spPr>
          <a:xfrm>
            <a:off x="12377710" y="7519546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899" name="Google Shape;3899;g3a77257314c_0_104"/>
          <p:cNvSpPr/>
          <p:nvPr/>
        </p:nvSpPr>
        <p:spPr>
          <a:xfrm>
            <a:off x="15477975" y="739490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#67804,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0" name="Google Shape;3900;g3a77257314c_0_104"/>
          <p:cNvSpPr/>
          <p:nvPr/>
        </p:nvSpPr>
        <p:spPr>
          <a:xfrm>
            <a:off x="9407185" y="738832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1" name="Google Shape;3901;g3a77257314c_0_104"/>
          <p:cNvSpPr/>
          <p:nvPr/>
        </p:nvSpPr>
        <p:spPr>
          <a:xfrm>
            <a:off x="12369225" y="561718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2" name="Google Shape;3902;g3a77257314c_0_104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3" name="Google Shape;3903;g3a77257314c_0_104"/>
          <p:cNvSpPr/>
          <p:nvPr/>
        </p:nvSpPr>
        <p:spPr>
          <a:xfrm>
            <a:off x="12341500" y="8829636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4" name="Google Shape;3904;g3a77257314c_0_104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05" name="Google Shape;3905;g3a77257314c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06" name="Google Shape;3906;g3a77257314c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07" name="Google Shape;3907;g3a77257314c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08" name="Google Shape;3908;g3a77257314c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09" name="Google Shape;3909;g3a77257314c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10" name="Google Shape;3910;g3a77257314c_0_104"/>
          <p:cNvSpPr/>
          <p:nvPr/>
        </p:nvSpPr>
        <p:spPr>
          <a:xfrm>
            <a:off x="15477950" y="276893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1" name="Google Shape;3911;g3a77257314c_0_104"/>
          <p:cNvSpPr/>
          <p:nvPr/>
        </p:nvSpPr>
        <p:spPr>
          <a:xfrm>
            <a:off x="12341500" y="916212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2" name="Google Shape;3912;g3a77257314c_0_104"/>
          <p:cNvSpPr/>
          <p:nvPr/>
        </p:nvSpPr>
        <p:spPr>
          <a:xfrm>
            <a:off x="12341500" y="59939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13" name="Google Shape;3913;g3a77257314c_0_104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14" name="Google Shape;3914;g3a77257314c_0_104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15" name="Google Shape;3915;g3a77257314c_0_104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16" name="Google Shape;3916;g3a77257314c_0_104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0" name="Shape 3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21" name="Google Shape;3921;g3a7fa96c598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2" name="Google Shape;3922;g3a7fa96c598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23" name="Google Shape;3923;g3a7fa96c598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4" name="Google Shape;3924;g3a7fa96c598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5" name="Google Shape;3925;g3a7fa96c598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6" name="Google Shape;3926;g3a7fa96c598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7" name="Google Shape;3927;g3a7fa96c598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8" name="Google Shape;3928;g3a7fa96c598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29" name="Google Shape;3929;g3a7fa96c598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0" name="Google Shape;3930;g3a7fa96c598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1" name="Google Shape;3931;g3a7fa96c598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2" name="Google Shape;3932;g3a7fa96c598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3" name="Google Shape;3933;g3a7fa96c598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4" name="Google Shape;3934;g3a7fa96c598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35" name="Google Shape;3935;g3a7fa96c598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936" name="Google Shape;3936;g3a7fa96c598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7" name="Google Shape;3937;g3a7fa96c598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8" name="Google Shape;3938;g3a7fa96c598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9" name="Google Shape;3939;g3a7fa96c598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0" name="Google Shape;3940;g3a7fa96c598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1" name="Google Shape;3941;g3a7fa96c598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42" name="Google Shape;3942;g3a7fa96c598_0_104"/>
          <p:cNvSpPr/>
          <p:nvPr/>
        </p:nvSpPr>
        <p:spPr>
          <a:xfrm>
            <a:off x="12369225" y="88124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3" name="Google Shape;3943;g3a7fa96c598_0_104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4" name="Google Shape;3944;g3a7fa96c598_0_104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5" name="Google Shape;3945;g3a7fa96c598_0_104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6" name="Google Shape;3946;g3a7fa96c598_0_104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7" name="Google Shape;3947;g3a7fa96c598_0_104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48" name="Google Shape;3948;g3a7fa96c598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49" name="Google Shape;3949;g3a7fa96c598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50" name="Google Shape;3950;g3a7fa96c598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51" name="Google Shape;3951;g3a7fa96c598_0_104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2" name="Google Shape;3952;g3a7fa96c598_0_104"/>
          <p:cNvSpPr/>
          <p:nvPr/>
        </p:nvSpPr>
        <p:spPr>
          <a:xfrm>
            <a:off x="12377692" y="123993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3" name="Google Shape;3953;g3a7fa96c598_0_104"/>
          <p:cNvSpPr/>
          <p:nvPr/>
        </p:nvSpPr>
        <p:spPr>
          <a:xfrm>
            <a:off x="12377710" y="721573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4" name="Google Shape;3954;g3a7fa96c598_0_104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5" name="Google Shape;3955;g3a7fa96c598_0_104"/>
          <p:cNvSpPr/>
          <p:nvPr/>
        </p:nvSpPr>
        <p:spPr>
          <a:xfrm>
            <a:off x="12377710" y="758020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6" name="Google Shape;3956;g3a7fa96c598_0_104"/>
          <p:cNvSpPr/>
          <p:nvPr/>
        </p:nvSpPr>
        <p:spPr>
          <a:xfrm>
            <a:off x="15496075" y="59436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7" name="Google Shape;3957;g3a7fa96c598_0_104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8" name="Google Shape;3958;g3a7fa96c598_0_104"/>
          <p:cNvSpPr/>
          <p:nvPr/>
        </p:nvSpPr>
        <p:spPr>
          <a:xfrm>
            <a:off x="15496075" y="897985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59" name="Google Shape;3959;g3a7fa96c598_0_104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0" name="Google Shape;3960;g3a7fa96c598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61" name="Google Shape;3961;g3a7fa96c598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62" name="Google Shape;3962;g3a7fa96c598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63" name="Google Shape;3963;g3a7fa96c598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64" name="Google Shape;3964;g3a7fa96c598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3965" name="Google Shape;3965;g3a7fa96c598_0_104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6" name="Google Shape;3966;g3a7fa96c598_0_104"/>
          <p:cNvSpPr/>
          <p:nvPr/>
        </p:nvSpPr>
        <p:spPr>
          <a:xfrm>
            <a:off x="12341500" y="569628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7" name="Google Shape;3967;g3a7fa96c598_0_104"/>
          <p:cNvSpPr/>
          <p:nvPr/>
        </p:nvSpPr>
        <p:spPr>
          <a:xfrm>
            <a:off x="12369225" y="88978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68" name="Google Shape;3968;g3a7fa96c598_0_104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69" name="Google Shape;3969;g3a7fa96c598_0_104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3970" name="Google Shape;3970;g3a7fa96c598_0_104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3971" name="Google Shape;3971;g3a7fa96c598_0_104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5" name="Shape 3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76" name="Google Shape;3976;g3a9026a1980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77" name="Google Shape;3977;g3a9026a1980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8" name="Google Shape;3978;g3a9026a1980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79" name="Google Shape;3979;g3a9026a1980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0" name="Google Shape;3980;g3a9026a1980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1" name="Google Shape;3981;g3a9026a1980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2" name="Google Shape;3982;g3a9026a1980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3" name="Google Shape;3983;g3a9026a1980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4" name="Google Shape;3984;g3a9026a1980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5" name="Google Shape;3985;g3a9026a1980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6" name="Google Shape;3986;g3a9026a1980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7" name="Google Shape;3987;g3a9026a1980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8" name="Google Shape;3988;g3a9026a1980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9" name="Google Shape;3989;g3a9026a1980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0" name="Google Shape;3990;g3a9026a1980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991" name="Google Shape;3991;g3a9026a1980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92" name="Google Shape;3992;g3a9026a1980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93" name="Google Shape;3993;g3a9026a1980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94" name="Google Shape;3994;g3a9026a1980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95" name="Google Shape;3995;g3a9026a1980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96" name="Google Shape;3996;g3a9026a1980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7" name="Google Shape;3997;g3a9026a1980_0_0"/>
          <p:cNvSpPr/>
          <p:nvPr/>
        </p:nvSpPr>
        <p:spPr>
          <a:xfrm>
            <a:off x="12369225" y="881247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8" name="Google Shape;3998;g3a9026a1980_0_0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9" name="Google Shape;3999;g3a9026a1980_0_0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0" name="Google Shape;4000;g3a9026a1980_0_0"/>
          <p:cNvSpPr/>
          <p:nvPr/>
        </p:nvSpPr>
        <p:spPr>
          <a:xfrm>
            <a:off x="9366063" y="281596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1" name="Google Shape;4001;g3a9026a1980_0_0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2" name="Google Shape;4002;g3a9026a1980_0_0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3" name="Google Shape;4003;g3a9026a1980_0_0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04" name="Google Shape;4004;g3a9026a1980_0_0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05" name="Google Shape;4005;g3a9026a1980_0_0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06" name="Google Shape;4006;g3a9026a1980_0_0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7" name="Google Shape;4007;g3a9026a1980_0_0"/>
          <p:cNvSpPr/>
          <p:nvPr/>
        </p:nvSpPr>
        <p:spPr>
          <a:xfrm>
            <a:off x="12377692" y="123993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8" name="Google Shape;4008;g3a9026a1980_0_0"/>
          <p:cNvSpPr/>
          <p:nvPr/>
        </p:nvSpPr>
        <p:spPr>
          <a:xfrm>
            <a:off x="12377710" y="7215733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9" name="Google Shape;4009;g3a9026a1980_0_0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0" name="Google Shape;4010;g3a9026a1980_0_0"/>
          <p:cNvSpPr/>
          <p:nvPr/>
        </p:nvSpPr>
        <p:spPr>
          <a:xfrm>
            <a:off x="12377710" y="758020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1" name="Google Shape;4011;g3a9026a1980_0_0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2" name="Google Shape;4012;g3a9026a1980_0_0"/>
          <p:cNvSpPr/>
          <p:nvPr/>
        </p:nvSpPr>
        <p:spPr>
          <a:xfrm>
            <a:off x="9410365" y="586085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3" name="Google Shape;4013;g3a9026a1980_0_0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4" name="Google Shape;4014;g3a9026a1980_0_0"/>
          <p:cNvSpPr/>
          <p:nvPr/>
        </p:nvSpPr>
        <p:spPr>
          <a:xfrm>
            <a:off x="9410365" y="89774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5" name="Google Shape;4015;g3a9026a1980_0_0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16" name="Google Shape;4016;g3a9026a1980_0_0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17" name="Google Shape;4017;g3a9026a1980_0_0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18" name="Google Shape;4018;g3a9026a1980_0_0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19" name="Google Shape;4019;g3a9026a1980_0_0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20" name="Google Shape;4020;g3a9026a1980_0_0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#68547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1" name="Google Shape;4021;g3a9026a1980_0_0"/>
          <p:cNvSpPr/>
          <p:nvPr/>
        </p:nvSpPr>
        <p:spPr>
          <a:xfrm>
            <a:off x="12377700" y="9033473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2" name="Google Shape;4022;g3a9026a1980_0_0"/>
          <p:cNvSpPr/>
          <p:nvPr/>
        </p:nvSpPr>
        <p:spPr>
          <a:xfrm>
            <a:off x="12377700" y="557783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3" name="Google Shape;4023;g3a9026a1980_0_0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24" name="Google Shape;4024;g3a9026a1980_0_0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25" name="Google Shape;4025;g3a9026a1980_0_0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026" name="Google Shape;4026;g3a9026a1980_0_0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0" name="Shape 4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31" name="Google Shape;4031;g3a9026a1980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32" name="Google Shape;4032;g3a9026a1980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33" name="Google Shape;4033;g3a9026a1980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4" name="Google Shape;4034;g3a9026a1980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5" name="Google Shape;4035;g3a9026a1980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6" name="Google Shape;4036;g3a9026a1980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7" name="Google Shape;4037;g3a9026a1980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8" name="Google Shape;4038;g3a9026a1980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9" name="Google Shape;4039;g3a9026a1980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0" name="Google Shape;4040;g3a9026a1980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1" name="Google Shape;4041;g3a9026a1980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2" name="Google Shape;4042;g3a9026a1980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3" name="Google Shape;4043;g3a9026a1980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4" name="Google Shape;4044;g3a9026a1980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5" name="Google Shape;4045;g3a9026a1980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046" name="Google Shape;4046;g3a9026a1980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47" name="Google Shape;4047;g3a9026a1980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48" name="Google Shape;4048;g3a9026a1980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49" name="Google Shape;4049;g3a9026a1980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50" name="Google Shape;4050;g3a9026a1980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51" name="Google Shape;4051;g3a9026a1980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2" name="Google Shape;4052;g3a9026a1980_0_52"/>
          <p:cNvSpPr/>
          <p:nvPr/>
        </p:nvSpPr>
        <p:spPr>
          <a:xfrm>
            <a:off x="15480463" y="685522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3" name="Google Shape;4053;g3a9026a1980_0_52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4" name="Google Shape;4054;g3a9026a1980_0_52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5" name="Google Shape;4055;g3a9026a1980_0_52"/>
          <p:cNvSpPr/>
          <p:nvPr/>
        </p:nvSpPr>
        <p:spPr>
          <a:xfrm>
            <a:off x="12369213" y="266719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6" name="Google Shape;4056;g3a9026a1980_0_52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7" name="Google Shape;4057;g3a9026a1980_0_52"/>
          <p:cNvSpPr/>
          <p:nvPr/>
        </p:nvSpPr>
        <p:spPr>
          <a:xfrm>
            <a:off x="15477950" y="21258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8" name="Google Shape;4058;g3a9026a1980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59" name="Google Shape;4059;g3a9026a1980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60" name="Google Shape;4060;g3a9026a1980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61" name="Google Shape;4061;g3a9026a1980_0_52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2" name="Google Shape;4062;g3a9026a1980_0_52"/>
          <p:cNvSpPr/>
          <p:nvPr/>
        </p:nvSpPr>
        <p:spPr>
          <a:xfrm>
            <a:off x="15479931" y="959198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3" name="Google Shape;4063;g3a9026a1980_0_52"/>
          <p:cNvSpPr/>
          <p:nvPr/>
        </p:nvSpPr>
        <p:spPr>
          <a:xfrm>
            <a:off x="15477960" y="721267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4" name="Google Shape;4064;g3a9026a1980_0_52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5" name="Google Shape;4065;g3a9026a1980_0_52"/>
          <p:cNvSpPr/>
          <p:nvPr/>
        </p:nvSpPr>
        <p:spPr>
          <a:xfrm>
            <a:off x="15477950" y="75771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6" name="Google Shape;4066;g3a9026a1980_0_52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7" name="Google Shape;4067;g3a9026a1980_0_52"/>
          <p:cNvSpPr/>
          <p:nvPr/>
        </p:nvSpPr>
        <p:spPr>
          <a:xfrm>
            <a:off x="12383720" y="581900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8" name="Google Shape;4068;g3a9026a1980_0_52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9" name="Google Shape;4069;g3a9026a1980_0_52"/>
          <p:cNvSpPr/>
          <p:nvPr/>
        </p:nvSpPr>
        <p:spPr>
          <a:xfrm>
            <a:off x="12445353" y="899652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0" name="Google Shape;4070;g3a9026a1980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71" name="Google Shape;4071;g3a9026a1980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72" name="Google Shape;4072;g3a9026a1980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73" name="Google Shape;4073;g3a9026a1980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74" name="Google Shape;4074;g3a9026a1980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075" name="Google Shape;4075;g3a9026a1980_0_52"/>
          <p:cNvSpPr/>
          <p:nvPr/>
        </p:nvSpPr>
        <p:spPr>
          <a:xfrm>
            <a:off x="15477950" y="26869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6" name="Google Shape;4076;g3a9026a1980_0_52"/>
          <p:cNvSpPr/>
          <p:nvPr/>
        </p:nvSpPr>
        <p:spPr>
          <a:xfrm>
            <a:off x="15477950" y="905345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7" name="Google Shape;4077;g3a9026a1980_0_52"/>
          <p:cNvSpPr/>
          <p:nvPr/>
        </p:nvSpPr>
        <p:spPr>
          <a:xfrm>
            <a:off x="15471875" y="5595499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8" name="Google Shape;4078;g3a9026a1980_0_52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79" name="Google Shape;4079;g3a9026a1980_0_52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080" name="Google Shape;4080;g3a9026a1980_0_52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081" name="Google Shape;4081;g3a9026a1980_0_52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5" name="Shape 4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6" name="Google Shape;4086;g3a9026a1980_0_104"/>
          <p:cNvSpPr/>
          <p:nvPr/>
        </p:nvSpPr>
        <p:spPr>
          <a:xfrm>
            <a:off x="15496075" y="18753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#68647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087" name="Google Shape;4087;g3a9026a1980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088" name="Google Shape;4088;g3a9026a1980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89" name="Google Shape;4089;g3a9026a1980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0" name="Google Shape;4090;g3a9026a1980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1" name="Google Shape;4091;g3a9026a1980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2" name="Google Shape;4092;g3a9026a1980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3" name="Google Shape;4093;g3a9026a1980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4" name="Google Shape;4094;g3a9026a1980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5" name="Google Shape;4095;g3a9026a1980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6" name="Google Shape;4096;g3a9026a1980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7" name="Google Shape;4097;g3a9026a1980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8" name="Google Shape;4098;g3a9026a1980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9" name="Google Shape;4099;g3a9026a1980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0" name="Google Shape;4100;g3a9026a1980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1" name="Google Shape;4101;g3a9026a1980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2" name="Google Shape;4102;g3a9026a1980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03" name="Google Shape;4103;g3a9026a1980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04" name="Google Shape;4104;g3a9026a1980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05" name="Google Shape;4105;g3a9026a1980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06" name="Google Shape;4106;g3a9026a1980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07" name="Google Shape;4107;g3a9026a1980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8" name="Google Shape;4108;g3a9026a1980_0_104"/>
          <p:cNvSpPr/>
          <p:nvPr/>
        </p:nvSpPr>
        <p:spPr>
          <a:xfrm>
            <a:off x="15480475" y="68552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9" name="Google Shape;4109;g3a9026a1980_0_104"/>
          <p:cNvSpPr/>
          <p:nvPr/>
        </p:nvSpPr>
        <p:spPr>
          <a:xfrm>
            <a:off x="12377704" y="39908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0" name="Google Shape;4110;g3a9026a1980_0_104"/>
          <p:cNvSpPr/>
          <p:nvPr/>
        </p:nvSpPr>
        <p:spPr>
          <a:xfrm>
            <a:off x="12377688" y="4367758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1" name="Google Shape;4111;g3a9026a1980_0_104"/>
          <p:cNvSpPr/>
          <p:nvPr/>
        </p:nvSpPr>
        <p:spPr>
          <a:xfrm>
            <a:off x="15496075" y="415385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2" name="Google Shape;4112;g3a9026a1980_0_104"/>
          <p:cNvSpPr/>
          <p:nvPr/>
        </p:nvSpPr>
        <p:spPr>
          <a:xfrm>
            <a:off x="15496063" y="227730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3" name="Google Shape;4113;g3a9026a1980_0_104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14" name="Google Shape;4114;g3a9026a1980_0_104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15" name="Google Shape;4115;g3a9026a1980_0_104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16" name="Google Shape;4116;g3a9026a1980_0_104"/>
          <p:cNvSpPr/>
          <p:nvPr/>
        </p:nvSpPr>
        <p:spPr>
          <a:xfrm>
            <a:off x="18583232" y="96897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7" name="Google Shape;4117;g3a9026a1980_0_104"/>
          <p:cNvSpPr/>
          <p:nvPr/>
        </p:nvSpPr>
        <p:spPr>
          <a:xfrm>
            <a:off x="12377725" y="8797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8" name="Google Shape;4118;g3a9026a1980_0_104"/>
          <p:cNvSpPr/>
          <p:nvPr/>
        </p:nvSpPr>
        <p:spPr>
          <a:xfrm>
            <a:off x="15477950" y="7212677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19" name="Google Shape;4119;g3a9026a1980_0_104"/>
          <p:cNvSpPr/>
          <p:nvPr/>
        </p:nvSpPr>
        <p:spPr>
          <a:xfrm>
            <a:off x="18560000" y="74510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0" name="Google Shape;4120;g3a9026a1980_0_104"/>
          <p:cNvSpPr/>
          <p:nvPr/>
        </p:nvSpPr>
        <p:spPr>
          <a:xfrm>
            <a:off x="12445350" y="72126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1" name="Google Shape;4121;g3a9026a1980_0_104"/>
          <p:cNvSpPr/>
          <p:nvPr/>
        </p:nvSpPr>
        <p:spPr>
          <a:xfrm>
            <a:off x="18560000" y="58190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2" name="Google Shape;4122;g3a9026a1980_0_104"/>
          <p:cNvSpPr/>
          <p:nvPr/>
        </p:nvSpPr>
        <p:spPr>
          <a:xfrm>
            <a:off x="12383720" y="581900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3" name="Google Shape;4123;g3a9026a1980_0_104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4" name="Google Shape;4124;g3a9026a1980_0_104"/>
          <p:cNvSpPr/>
          <p:nvPr/>
        </p:nvSpPr>
        <p:spPr>
          <a:xfrm>
            <a:off x="12445353" y="899652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25" name="Google Shape;4125;g3a9026a1980_0_104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26" name="Google Shape;4126;g3a9026a1980_0_104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27" name="Google Shape;4127;g3a9026a1980_0_104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28" name="Google Shape;4128;g3a9026a1980_0_104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29" name="Google Shape;4129;g3a9026a1980_0_104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30" name="Google Shape;4130;g3a9026a1980_0_104"/>
          <p:cNvSpPr/>
          <p:nvPr/>
        </p:nvSpPr>
        <p:spPr>
          <a:xfrm>
            <a:off x="15496075" y="265889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1" name="Google Shape;4131;g3a9026a1980_0_104"/>
          <p:cNvSpPr/>
          <p:nvPr/>
        </p:nvSpPr>
        <p:spPr>
          <a:xfrm>
            <a:off x="15477950" y="877190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2" name="Google Shape;4132;g3a9026a1980_0_104"/>
          <p:cNvSpPr/>
          <p:nvPr/>
        </p:nvSpPr>
        <p:spPr>
          <a:xfrm>
            <a:off x="15471863" y="5465000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#67286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3" name="Google Shape;4133;g3a9026a1980_0_104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34" name="Google Shape;4134;g3a9026a1980_0_104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35" name="Google Shape;4135;g3a9026a1980_0_104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36" name="Google Shape;4136;g3a9026a1980_0_104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0" name="Shape 4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1" name="Google Shape;4141;g3a90c3a593e_0_52"/>
          <p:cNvSpPr/>
          <p:nvPr/>
        </p:nvSpPr>
        <p:spPr>
          <a:xfrm>
            <a:off x="18593027" y="2490200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US2's use case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42" name="Google Shape;4142;g3a90c3a593e_0_5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43" name="Google Shape;4143;g3a90c3a593e_0_5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44" name="Google Shape;4144;g3a90c3a593e_0_5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5" name="Google Shape;4145;g3a90c3a593e_0_5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6" name="Google Shape;4146;g3a90c3a593e_0_5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7" name="Google Shape;4147;g3a90c3a593e_0_5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8" name="Google Shape;4148;g3a90c3a593e_0_5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49" name="Google Shape;4149;g3a90c3a593e_0_5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0" name="Google Shape;4150;g3a90c3a593e_0_5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1" name="Google Shape;4151;g3a90c3a593e_0_5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2" name="Google Shape;4152;g3a90c3a593e_0_5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3" name="Google Shape;4153;g3a90c3a593e_0_5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4" name="Google Shape;4154;g3a90c3a593e_0_5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5" name="Google Shape;4155;g3a90c3a593e_0_5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56" name="Google Shape;4156;g3a90c3a593e_0_5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57" name="Google Shape;4157;g3a90c3a593e_0_5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58" name="Google Shape;4158;g3a90c3a593e_0_5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59" name="Google Shape;4159;g3a90c3a593e_0_5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60" name="Google Shape;4160;g3a90c3a593e_0_5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61" name="Google Shape;4161;g3a90c3a593e_0_5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162" name="Google Shape;4162;g3a90c3a593e_0_5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63" name="Google Shape;4163;g3a90c3a593e_0_52"/>
          <p:cNvSpPr/>
          <p:nvPr/>
        </p:nvSpPr>
        <p:spPr>
          <a:xfrm>
            <a:off x="18626063" y="61971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4" name="Google Shape;4164;g3a90c3a593e_0_52"/>
          <p:cNvSpPr/>
          <p:nvPr/>
        </p:nvSpPr>
        <p:spPr>
          <a:xfrm>
            <a:off x="18578204" y="3826212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US1's use case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5" name="Google Shape;4165;g3a90c3a593e_0_52"/>
          <p:cNvSpPr/>
          <p:nvPr/>
        </p:nvSpPr>
        <p:spPr>
          <a:xfrm>
            <a:off x="15477950" y="40099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6" name="Google Shape;4166;g3a90c3a593e_0_52"/>
          <p:cNvSpPr/>
          <p:nvPr/>
        </p:nvSpPr>
        <p:spPr>
          <a:xfrm>
            <a:off x="15496075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7" name="Google Shape;4167;g3a90c3a593e_0_52"/>
          <p:cNvSpPr/>
          <p:nvPr/>
        </p:nvSpPr>
        <p:spPr>
          <a:xfrm>
            <a:off x="15496063" y="193505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68" name="Google Shape;4168;g3a90c3a593e_0_52"/>
          <p:cNvSpPr/>
          <p:nvPr/>
        </p:nvSpPr>
        <p:spPr>
          <a:xfrm>
            <a:off x="6725925" y="551313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69" name="Google Shape;4169;g3a90c3a593e_0_52"/>
          <p:cNvSpPr/>
          <p:nvPr/>
        </p:nvSpPr>
        <p:spPr>
          <a:xfrm>
            <a:off x="6725925" y="713857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70" name="Google Shape;4170;g3a90c3a593e_0_52"/>
          <p:cNvSpPr/>
          <p:nvPr/>
        </p:nvSpPr>
        <p:spPr>
          <a:xfrm>
            <a:off x="6725925" y="8836315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71" name="Google Shape;4171;g3a90c3a593e_0_52"/>
          <p:cNvSpPr/>
          <p:nvPr/>
        </p:nvSpPr>
        <p:spPr>
          <a:xfrm>
            <a:off x="18626069" y="91883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2" name="Google Shape;4172;g3a90c3a593e_0_52"/>
          <p:cNvSpPr/>
          <p:nvPr/>
        </p:nvSpPr>
        <p:spPr>
          <a:xfrm>
            <a:off x="18635864" y="1298687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3" name="Google Shape;4173;g3a90c3a593e_0_52"/>
          <p:cNvSpPr/>
          <p:nvPr/>
        </p:nvSpPr>
        <p:spPr>
          <a:xfrm>
            <a:off x="18616538" y="6947002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T31.2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US3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4" name="Google Shape;4174;g3a90c3a593e_0_52"/>
          <p:cNvSpPr/>
          <p:nvPr/>
        </p:nvSpPr>
        <p:spPr>
          <a:xfrm>
            <a:off x="18616538" y="72974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US3 would look like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5" name="Google Shape;4175;g3a90c3a593e_0_52"/>
          <p:cNvSpPr/>
          <p:nvPr/>
        </p:nvSpPr>
        <p:spPr>
          <a:xfrm>
            <a:off x="18635613" y="76132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T37.2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US3's use case (turret's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6" name="Google Shape;4176;g3a90c3a593e_0_52"/>
          <p:cNvSpPr/>
          <p:nvPr/>
        </p:nvSpPr>
        <p:spPr>
          <a:xfrm>
            <a:off x="18561687" y="5212150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7" name="Google Shape;4177;g3a90c3a593e_0_52"/>
          <p:cNvSpPr/>
          <p:nvPr/>
        </p:nvSpPr>
        <p:spPr>
          <a:xfrm>
            <a:off x="15496075" y="58190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8" name="Google Shape;4178;g3a90c3a593e_0_52"/>
          <p:cNvSpPr/>
          <p:nvPr/>
        </p:nvSpPr>
        <p:spPr>
          <a:xfrm>
            <a:off x="18579083" y="8990501"/>
            <a:ext cx="2519700" cy="820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T32.2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implementing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9" name="Google Shape;4179;g3a90c3a593e_0_52"/>
          <p:cNvSpPr/>
          <p:nvPr/>
        </p:nvSpPr>
        <p:spPr>
          <a:xfrm>
            <a:off x="15496075" y="88626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0" name="Google Shape;4180;g3a90c3a593e_0_52"/>
          <p:cNvSpPr/>
          <p:nvPr/>
        </p:nvSpPr>
        <p:spPr>
          <a:xfrm>
            <a:off x="6725925" y="66984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81" name="Google Shape;4181;g3a90c3a593e_0_52"/>
          <p:cNvSpPr/>
          <p:nvPr/>
        </p:nvSpPr>
        <p:spPr>
          <a:xfrm>
            <a:off x="6045600" y="116718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82" name="Google Shape;4182;g3a90c3a593e_0_52"/>
          <p:cNvSpPr/>
          <p:nvPr/>
        </p:nvSpPr>
        <p:spPr>
          <a:xfrm>
            <a:off x="6045600" y="599396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83" name="Google Shape;4183;g3a90c3a593e_0_52"/>
          <p:cNvSpPr/>
          <p:nvPr/>
        </p:nvSpPr>
        <p:spPr>
          <a:xfrm>
            <a:off x="6045600" y="75863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84" name="Google Shape;4184;g3a90c3a593e_0_52"/>
          <p:cNvSpPr/>
          <p:nvPr/>
        </p:nvSpPr>
        <p:spPr>
          <a:xfrm>
            <a:off x="6045600" y="9350171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US13</a:t>
            </a:r>
            <a:r>
              <a:rPr lang="en-GB" sz="1300"/>
              <a:t>: As an aspiring software engineer, I want to implement an US defined in milestone 1, so that I can accomplish my group's work.</a:t>
            </a:r>
            <a:endParaRPr sz="1300"/>
          </a:p>
        </p:txBody>
      </p:sp>
      <p:sp>
        <p:nvSpPr>
          <p:cNvPr id="4185" name="Google Shape;4185;g3a90c3a593e_0_52"/>
          <p:cNvSpPr/>
          <p:nvPr/>
        </p:nvSpPr>
        <p:spPr>
          <a:xfrm>
            <a:off x="15496075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6" name="Google Shape;4186;g3a90c3a593e_0_52"/>
          <p:cNvSpPr/>
          <p:nvPr/>
        </p:nvSpPr>
        <p:spPr>
          <a:xfrm>
            <a:off x="18579075" y="93106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7" name="Google Shape;4187;g3a90c3a593e_0_52"/>
          <p:cNvSpPr/>
          <p:nvPr/>
        </p:nvSpPr>
        <p:spPr>
          <a:xfrm>
            <a:off x="18560000" y="5628324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Use Case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88" name="Google Shape;4188;g3a90c3a593e_0_52"/>
          <p:cNvSpPr/>
          <p:nvPr/>
        </p:nvSpPr>
        <p:spPr>
          <a:xfrm>
            <a:off x="6725925" y="3835371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89" name="Google Shape;4189;g3a90c3a593e_0_52"/>
          <p:cNvSpPr/>
          <p:nvPr/>
        </p:nvSpPr>
        <p:spPr>
          <a:xfrm>
            <a:off x="6725925" y="2251384"/>
            <a:ext cx="2519700" cy="16482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US14</a:t>
            </a:r>
            <a:r>
              <a:rPr lang="en-GB" sz="1300"/>
              <a:t>: As an aspiring software engineer, I want to illustrate an US implementation with a use case and a sequence diagram, so that I can detail about my group's work.</a:t>
            </a:r>
            <a:endParaRPr sz="1300"/>
          </a:p>
        </p:txBody>
      </p:sp>
      <p:sp>
        <p:nvSpPr>
          <p:cNvPr id="4190" name="Google Shape;4190;g3a90c3a593e_0_52"/>
          <p:cNvSpPr/>
          <p:nvPr/>
        </p:nvSpPr>
        <p:spPr>
          <a:xfrm>
            <a:off x="6045600" y="260975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  <p:sp>
        <p:nvSpPr>
          <p:cNvPr id="4191" name="Google Shape;4191;g3a90c3a593e_0_52"/>
          <p:cNvSpPr/>
          <p:nvPr/>
        </p:nvSpPr>
        <p:spPr>
          <a:xfrm>
            <a:off x="6045600" y="4235801"/>
            <a:ext cx="2943600" cy="11844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GB" sz="1300"/>
              <a:t>US15</a:t>
            </a:r>
            <a:r>
              <a:rPr lang="en-GB" sz="1300"/>
              <a:t>: As an aspiring software engineer, I want to think about an US implementation class diagram representation, so that my group is able to design it.</a:t>
            </a:r>
            <a:endParaRPr sz="130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5" name="Shape 4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6" name="Google Shape;4196;g3a944cf963d_0_43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97" name="Google Shape;4197;g3a944cf963d_0_43"/>
          <p:cNvSpPr/>
          <p:nvPr/>
        </p:nvSpPr>
        <p:spPr>
          <a:xfrm>
            <a:off x="814250" y="3300663"/>
            <a:ext cx="19957562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1" name="Shape 4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02" name="Google Shape;4202;g3a944cf963d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03" name="Google Shape;4203;g3a944cf963d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04" name="Google Shape;4204;g3a944cf963d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5" name="Google Shape;4205;g3a944cf963d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6" name="Google Shape;4206;g3a944cf963d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7" name="Google Shape;4207;g3a944cf963d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8" name="Google Shape;4208;g3a944cf963d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9" name="Google Shape;4209;g3a944cf963d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0" name="Google Shape;4210;g3a944cf963d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1" name="Google Shape;4211;g3a944cf963d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2" name="Google Shape;4212;g3a944cf963d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3" name="Google Shape;4213;g3a944cf963d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4" name="Google Shape;4214;g3a944cf963d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5" name="Google Shape;4215;g3a944cf963d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16" name="Google Shape;4216;g3a944cf963d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217" name="Google Shape;4217;g3a944cf963d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18" name="Google Shape;4218;g3a944cf963d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19" name="Google Shape;4219;g3a944cf963d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20" name="Google Shape;4220;g3a944cf963d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21" name="Google Shape;4221;g3a944cf963d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22" name="Google Shape;4222;g3a944cf963d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23" name="Google Shape;4223;g3a944cf963d_0_48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224" name="Google Shape;4224;g3a944cf963d_0_48"/>
          <p:cNvSpPr/>
          <p:nvPr/>
        </p:nvSpPr>
        <p:spPr>
          <a:xfrm>
            <a:off x="112850" y="2473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225" name="Google Shape;4225;g3a944cf963d_0_48"/>
          <p:cNvSpPr/>
          <p:nvPr/>
        </p:nvSpPr>
        <p:spPr>
          <a:xfrm>
            <a:off x="154750" y="98444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26" name="Google Shape;4226;g3a944cf963d_0_48"/>
          <p:cNvSpPr/>
          <p:nvPr/>
        </p:nvSpPr>
        <p:spPr>
          <a:xfrm>
            <a:off x="112850" y="28282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27" name="Google Shape;4227;g3a944cf963d_0_48"/>
          <p:cNvSpPr/>
          <p:nvPr/>
        </p:nvSpPr>
        <p:spPr>
          <a:xfrm>
            <a:off x="112850" y="32755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28" name="Google Shape;4228;g3a944cf963d_0_48"/>
          <p:cNvSpPr/>
          <p:nvPr/>
        </p:nvSpPr>
        <p:spPr>
          <a:xfrm>
            <a:off x="154750" y="1385596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29" name="Google Shape;4229;g3a944cf963d_0_48"/>
          <p:cNvSpPr/>
          <p:nvPr/>
        </p:nvSpPr>
        <p:spPr>
          <a:xfrm>
            <a:off x="154750" y="43954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US16: As an aspiring software engineer, I want to design and perform unit tests on my new functionality, so that I can be sure it is implemented well and bug free.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30" name="Google Shape;4230;g3a944cf963d_0_48"/>
          <p:cNvSpPr/>
          <p:nvPr/>
        </p:nvSpPr>
        <p:spPr>
          <a:xfrm>
            <a:off x="154750" y="48309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1" name="Google Shape;4231;g3a944cf963d_0_48"/>
          <p:cNvSpPr/>
          <p:nvPr/>
        </p:nvSpPr>
        <p:spPr>
          <a:xfrm>
            <a:off x="154750" y="5018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2" name="Google Shape;4232;g3a944cf963d_0_48"/>
          <p:cNvSpPr/>
          <p:nvPr/>
        </p:nvSpPr>
        <p:spPr>
          <a:xfrm>
            <a:off x="154750" y="51448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3" name="Google Shape;4233;g3a944cf963d_0_48"/>
          <p:cNvSpPr/>
          <p:nvPr/>
        </p:nvSpPr>
        <p:spPr>
          <a:xfrm>
            <a:off x="154750" y="53257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4" name="Google Shape;4234;g3a944cf963d_0_48"/>
          <p:cNvSpPr/>
          <p:nvPr/>
        </p:nvSpPr>
        <p:spPr>
          <a:xfrm>
            <a:off x="154750" y="54688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235" name="Google Shape;4235;g3a944cf963d_0_48"/>
          <p:cNvSpPr/>
          <p:nvPr/>
        </p:nvSpPr>
        <p:spPr>
          <a:xfrm>
            <a:off x="154750" y="58857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6" name="Google Shape;4236;g3a944cf963d_0_48"/>
          <p:cNvSpPr/>
          <p:nvPr/>
        </p:nvSpPr>
        <p:spPr>
          <a:xfrm>
            <a:off x="154750" y="6080590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7" name="Google Shape;4237;g3a944cf963d_0_48"/>
          <p:cNvSpPr/>
          <p:nvPr/>
        </p:nvSpPr>
        <p:spPr>
          <a:xfrm>
            <a:off x="154750" y="6251455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8" name="Google Shape;4238;g3a944cf963d_0_48"/>
          <p:cNvSpPr/>
          <p:nvPr/>
        </p:nvSpPr>
        <p:spPr>
          <a:xfrm>
            <a:off x="154750" y="64685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39" name="Google Shape;4239;g3a944cf963d_0_48"/>
          <p:cNvSpPr/>
          <p:nvPr/>
        </p:nvSpPr>
        <p:spPr>
          <a:xfrm>
            <a:off x="154750" y="71063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40" name="Google Shape;4240;g3a944cf963d_0_48"/>
          <p:cNvSpPr/>
          <p:nvPr/>
        </p:nvSpPr>
        <p:spPr>
          <a:xfrm>
            <a:off x="154750" y="7540747"/>
            <a:ext cx="2519700" cy="9237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1" name="Google Shape;4241;g3a944cf963d_0_48"/>
          <p:cNvSpPr/>
          <p:nvPr/>
        </p:nvSpPr>
        <p:spPr>
          <a:xfrm>
            <a:off x="154750" y="80973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US19: As an aspiring software engineer, I want to produce a video illustrating the new implemented features, so that I can easily showcase them to anyone interested.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42" name="Google Shape;4242;g3a944cf963d_0_48"/>
          <p:cNvSpPr/>
          <p:nvPr/>
        </p:nvSpPr>
        <p:spPr>
          <a:xfrm>
            <a:off x="154750" y="846439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3" name="Google Shape;4243;g3a944cf963d_0_48"/>
          <p:cNvSpPr/>
          <p:nvPr/>
        </p:nvSpPr>
        <p:spPr>
          <a:xfrm>
            <a:off x="154750" y="894327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244" name="Google Shape;4244;g3a944cf963d_0_48"/>
          <p:cNvSpPr/>
          <p:nvPr/>
        </p:nvSpPr>
        <p:spPr>
          <a:xfrm>
            <a:off x="154750" y="956904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8" name="Shape 4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49" name="Google Shape;4249;g3a950b268a9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50" name="Google Shape;4250;g3a950b268a9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51" name="Google Shape;4251;g3a950b268a9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52" name="Google Shape;4252;g3a950b268a9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3" name="Google Shape;4253;g3a950b268a9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4" name="Google Shape;4254;g3a950b268a9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5" name="Google Shape;4255;g3a950b268a9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6" name="Google Shape;4256;g3a950b268a9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7" name="Google Shape;4257;g3a950b268a9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8" name="Google Shape;4258;g3a950b268a9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9" name="Google Shape;4259;g3a950b268a9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0" name="Google Shape;4260;g3a950b268a9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1" name="Google Shape;4261;g3a950b268a9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2" name="Google Shape;4262;g3a950b268a9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3" name="Google Shape;4263;g3a950b268a9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64" name="Google Shape;4264;g3a950b268a9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265" name="Google Shape;4265;g3a950b268a9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66" name="Google Shape;4266;g3a950b268a9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67" name="Google Shape;4267;g3a950b268a9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68" name="Google Shape;4268;g3a950b268a9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269" name="Google Shape;4269;g3a950b268a9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70" name="Google Shape;4270;g3a950b268a9_0_0"/>
          <p:cNvSpPr/>
          <p:nvPr/>
        </p:nvSpPr>
        <p:spPr>
          <a:xfrm>
            <a:off x="956027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71" name="Google Shape;4271;g3a950b268a9_0_0"/>
          <p:cNvSpPr/>
          <p:nvPr/>
        </p:nvSpPr>
        <p:spPr>
          <a:xfrm>
            <a:off x="10263925" y="684775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72" name="Google Shape;4272;g3a950b268a9_0_0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73" name="Google Shape;4273;g3a950b268a9_0_0"/>
          <p:cNvSpPr/>
          <p:nvPr/>
        </p:nvSpPr>
        <p:spPr>
          <a:xfrm>
            <a:off x="10321000" y="1142955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74" name="Google Shape;4274;g3a950b268a9_0_0"/>
          <p:cNvSpPr/>
          <p:nvPr/>
        </p:nvSpPr>
        <p:spPr>
          <a:xfrm>
            <a:off x="9560275" y="1500697"/>
            <a:ext cx="2519700" cy="939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75" name="Google Shape;4275;g3a950b268a9_0_0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276" name="Google Shape;4276;g3a950b268a9_0_0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277" name="Google Shape;4277;g3a950b268a9_0_0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</a:t>
            </a:r>
            <a:r>
              <a:rPr lang="en-GB"/>
              <a:t>functionality</a:t>
            </a:r>
            <a:r>
              <a:rPr lang="en-GB"/>
              <a:t>, so that I can be sure it is implemented well and bug free.</a:t>
            </a:r>
            <a:endParaRPr/>
          </a:p>
        </p:txBody>
      </p:sp>
      <p:sp>
        <p:nvSpPr>
          <p:cNvPr id="4278" name="Google Shape;4278;g3a950b268a9_0_0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279" name="Google Shape;4279;g3a950b268a9_0_0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80" name="Google Shape;4280;g3a950b268a9_0_0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</a:t>
            </a:r>
            <a:r>
              <a:rPr lang="en-GB"/>
              <a:t>illustrating</a:t>
            </a:r>
            <a:r>
              <a:rPr lang="en-GB"/>
              <a:t> the new implemented features, so that I can easily showcase them to anyone interested.</a:t>
            </a:r>
            <a:endParaRPr/>
          </a:p>
        </p:txBody>
      </p:sp>
      <p:sp>
        <p:nvSpPr>
          <p:cNvPr id="4281" name="Google Shape;4281;g3a950b268a9_0_0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282" name="Google Shape;4282;g3a950b268a9_0_0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283" name="Google Shape;4283;g3a950b268a9_0_0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284" name="Google Shape;4284;g3a950b268a9_0_0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285" name="Google Shape;4285;g3a950b268a9_0_0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286" name="Google Shape;4286;g3a950b268a9_0_0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287" name="Google Shape;4287;g3a950b268a9_0_0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288" name="Google Shape;4288;g3a950b268a9_0_0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89" name="Google Shape;4289;g3a950b268a9_0_0"/>
          <p:cNvSpPr/>
          <p:nvPr/>
        </p:nvSpPr>
        <p:spPr>
          <a:xfrm>
            <a:off x="15496075" y="58387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0" name="Google Shape;4290;g3a950b268a9_0_0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1" name="Google Shape;4291;g3a950b268a9_0_0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2" name="Google Shape;4292;g3a950b268a9_0_0"/>
          <p:cNvSpPr/>
          <p:nvPr/>
        </p:nvSpPr>
        <p:spPr>
          <a:xfrm>
            <a:off x="15477950" y="25491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3" name="Google Shape;4293;g3a950b268a9_0_0"/>
          <p:cNvSpPr/>
          <p:nvPr/>
        </p:nvSpPr>
        <p:spPr>
          <a:xfrm>
            <a:off x="10170088" y="150069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4" name="Google Shape;4294;g3a950b268a9_0_0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5" name="Google Shape;4295;g3a950b268a9_0_0"/>
          <p:cNvSpPr/>
          <p:nvPr/>
        </p:nvSpPr>
        <p:spPr>
          <a:xfrm>
            <a:off x="10965700" y="150070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6" name="Google Shape;4296;g3a950b268a9_0_0"/>
          <p:cNvSpPr/>
          <p:nvPr/>
        </p:nvSpPr>
        <p:spPr>
          <a:xfrm>
            <a:off x="9560275" y="24398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7" name="Google Shape;4297;g3a950b268a9_0_0"/>
          <p:cNvSpPr/>
          <p:nvPr/>
        </p:nvSpPr>
        <p:spPr>
          <a:xfrm>
            <a:off x="10066300" y="2454825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8" name="Google Shape;4298;g3a950b268a9_0_0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99" name="Google Shape;4299;g3a950b268a9_0_0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0" name="Google Shape;4300;g3a950b268a9_0_0"/>
          <p:cNvSpPr/>
          <p:nvPr/>
        </p:nvSpPr>
        <p:spPr>
          <a:xfrm>
            <a:off x="9560275" y="4017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1" name="Google Shape;4301;g3a950b268a9_0_0"/>
          <p:cNvSpPr/>
          <p:nvPr/>
        </p:nvSpPr>
        <p:spPr>
          <a:xfrm>
            <a:off x="10170100" y="4016463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2" name="Google Shape;4302;g3a950b268a9_0_0"/>
          <p:cNvSpPr/>
          <p:nvPr/>
        </p:nvSpPr>
        <p:spPr>
          <a:xfrm>
            <a:off x="9663600" y="44330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 (opcional)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3" name="Google Shape;4303;g3a950b268a9_0_0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4" name="Google Shape;4304;g3a950b268a9_0_0"/>
          <p:cNvSpPr/>
          <p:nvPr/>
        </p:nvSpPr>
        <p:spPr>
          <a:xfrm>
            <a:off x="11041150" y="44751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5" name="Google Shape;4305;g3a950b268a9_0_0"/>
          <p:cNvSpPr/>
          <p:nvPr/>
        </p:nvSpPr>
        <p:spPr>
          <a:xfrm>
            <a:off x="9560275" y="54639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6" name="Google Shape;4306;g3a950b268a9_0_0"/>
          <p:cNvSpPr/>
          <p:nvPr/>
        </p:nvSpPr>
        <p:spPr>
          <a:xfrm>
            <a:off x="10321000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7" name="Google Shape;4307;g3a950b268a9_0_0"/>
          <p:cNvSpPr/>
          <p:nvPr/>
        </p:nvSpPr>
        <p:spPr>
          <a:xfrm>
            <a:off x="9560275" y="5900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8" name="Google Shape;4308;g3a950b268a9_0_0"/>
          <p:cNvSpPr/>
          <p:nvPr/>
        </p:nvSpPr>
        <p:spPr>
          <a:xfrm>
            <a:off x="10321000" y="59032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09" name="Google Shape;4309;g3a950b268a9_0_0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0" name="Google Shape;4310;g3a950b268a9_0_0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1" name="Google Shape;4311;g3a950b268a9_0_0"/>
          <p:cNvSpPr/>
          <p:nvPr/>
        </p:nvSpPr>
        <p:spPr>
          <a:xfrm>
            <a:off x="9560275" y="7137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2" name="Google Shape;4312;g3a950b268a9_0_0"/>
          <p:cNvSpPr/>
          <p:nvPr/>
        </p:nvSpPr>
        <p:spPr>
          <a:xfrm>
            <a:off x="10321000" y="713737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3" name="Google Shape;4313;g3a950b268a9_0_0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4" name="Google Shape;4314;g3a950b268a9_0_0"/>
          <p:cNvSpPr/>
          <p:nvPr/>
        </p:nvSpPr>
        <p:spPr>
          <a:xfrm>
            <a:off x="10321000" y="7490330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5" name="Google Shape;4315;g3a950b268a9_0_0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6" name="Google Shape;4316;g3a950b268a9_0_0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7" name="Google Shape;4317;g3a950b268a9_0_0"/>
          <p:cNvSpPr/>
          <p:nvPr/>
        </p:nvSpPr>
        <p:spPr>
          <a:xfrm>
            <a:off x="9560275" y="88893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8" name="Google Shape;4318;g3a950b268a9_0_0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19" name="Google Shape;4319;g3a950b268a9_0_0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0" name="Google Shape;4320;g3a950b268a9_0_0"/>
          <p:cNvSpPr/>
          <p:nvPr/>
        </p:nvSpPr>
        <p:spPr>
          <a:xfrm>
            <a:off x="10321000" y="924750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1" name="Google Shape;4321;g3a950b268a9_0_0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22" name="Google Shape;4322;g3a950b268a9_0_0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6" name="Shape 4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27" name="Google Shape;4327;g3a99c2c0f4d_1_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28" name="Google Shape;4328;g3a99c2c0f4d_1_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29" name="Google Shape;4329;g3a99c2c0f4d_1_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30" name="Google Shape;4330;g3a99c2c0f4d_1_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1" name="Google Shape;4331;g3a99c2c0f4d_1_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2" name="Google Shape;4332;g3a99c2c0f4d_1_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3" name="Google Shape;4333;g3a99c2c0f4d_1_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4" name="Google Shape;4334;g3a99c2c0f4d_1_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5" name="Google Shape;4335;g3a99c2c0f4d_1_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6" name="Google Shape;4336;g3a99c2c0f4d_1_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7" name="Google Shape;4337;g3a99c2c0f4d_1_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8" name="Google Shape;4338;g3a99c2c0f4d_1_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39" name="Google Shape;4339;g3a99c2c0f4d_1_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0" name="Google Shape;4340;g3a99c2c0f4d_1_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1" name="Google Shape;4341;g3a99c2c0f4d_1_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2" name="Google Shape;4342;g3a99c2c0f4d_1_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343" name="Google Shape;4343;g3a99c2c0f4d_1_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344" name="Google Shape;4344;g3a99c2c0f4d_1_95"/>
          <p:cNvSpPr/>
          <p:nvPr/>
        </p:nvSpPr>
        <p:spPr>
          <a:xfrm>
            <a:off x="956027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5" name="Google Shape;4345;g3a99c2c0f4d_1_95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6" name="Google Shape;4346;g3a99c2c0f4d_1_95"/>
          <p:cNvSpPr/>
          <p:nvPr/>
        </p:nvSpPr>
        <p:spPr>
          <a:xfrm>
            <a:off x="10321000" y="1142950"/>
            <a:ext cx="21171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7" name="Google Shape;4347;g3a99c2c0f4d_1_95"/>
          <p:cNvSpPr/>
          <p:nvPr/>
        </p:nvSpPr>
        <p:spPr>
          <a:xfrm>
            <a:off x="9560275" y="1500697"/>
            <a:ext cx="2519700" cy="885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8" name="Google Shape;4348;g3a99c2c0f4d_1_95"/>
          <p:cNvSpPr/>
          <p:nvPr/>
        </p:nvSpPr>
        <p:spPr>
          <a:xfrm>
            <a:off x="10170088" y="150069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9" name="Google Shape;4349;g3a99c2c0f4d_1_95"/>
          <p:cNvSpPr/>
          <p:nvPr/>
        </p:nvSpPr>
        <p:spPr>
          <a:xfrm>
            <a:off x="10965700" y="1500700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350" name="Google Shape;4350;g3a99c2c0f4d_1_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351" name="Google Shape;4351;g3a99c2c0f4d_1_95"/>
          <p:cNvSpPr/>
          <p:nvPr/>
        </p:nvSpPr>
        <p:spPr>
          <a:xfrm>
            <a:off x="9162400" y="257357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2" name="Google Shape;4352;g3a99c2c0f4d_1_95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3" name="Google Shape;4353;g3a99c2c0f4d_1_95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354" name="Google Shape;4354;g3a99c2c0f4d_1_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5" name="Google Shape;4355;g3a99c2c0f4d_1_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6" name="Google Shape;4356;g3a99c2c0f4d_1_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57" name="Google Shape;4357;g3a99c2c0f4d_1_95"/>
          <p:cNvSpPr/>
          <p:nvPr/>
        </p:nvSpPr>
        <p:spPr>
          <a:xfrm>
            <a:off x="9363650" y="401785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8" name="Google Shape;4358;g3a99c2c0f4d_1_95"/>
          <p:cNvSpPr/>
          <p:nvPr/>
        </p:nvSpPr>
        <p:spPr>
          <a:xfrm>
            <a:off x="10088650" y="403038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9" name="Google Shape;4359;g3a99c2c0f4d_1_95"/>
          <p:cNvSpPr/>
          <p:nvPr/>
        </p:nvSpPr>
        <p:spPr>
          <a:xfrm>
            <a:off x="9663600" y="44330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 (opcional)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0" name="Google Shape;4360;g3a99c2c0f4d_1_95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1" name="Google Shape;4361;g3a99c2c0f4d_1_95"/>
          <p:cNvSpPr/>
          <p:nvPr/>
        </p:nvSpPr>
        <p:spPr>
          <a:xfrm>
            <a:off x="9560275" y="54639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2" name="Google Shape;4362;g3a99c2c0f4d_1_95"/>
          <p:cNvSpPr/>
          <p:nvPr/>
        </p:nvSpPr>
        <p:spPr>
          <a:xfrm>
            <a:off x="9560275" y="5900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3" name="Google Shape;4363;g3a99c2c0f4d_1_95"/>
          <p:cNvSpPr/>
          <p:nvPr/>
        </p:nvSpPr>
        <p:spPr>
          <a:xfrm>
            <a:off x="10321000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4" name="Google Shape;4364;g3a99c2c0f4d_1_95"/>
          <p:cNvSpPr/>
          <p:nvPr/>
        </p:nvSpPr>
        <p:spPr>
          <a:xfrm>
            <a:off x="10321000" y="59032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5" name="Google Shape;4365;g3a99c2c0f4d_1_95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6" name="Google Shape;4366;g3a99c2c0f4d_1_95"/>
          <p:cNvSpPr/>
          <p:nvPr/>
        </p:nvSpPr>
        <p:spPr>
          <a:xfrm>
            <a:off x="12623925" y="4243100"/>
            <a:ext cx="20103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7" name="Google Shape;4367;g3a99c2c0f4d_1_95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8" name="Google Shape;4368;g3a99c2c0f4d_1_95"/>
          <p:cNvSpPr/>
          <p:nvPr/>
        </p:nvSpPr>
        <p:spPr>
          <a:xfrm>
            <a:off x="9560275" y="71373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69" name="Google Shape;4369;g3a99c2c0f4d_1_95"/>
          <p:cNvSpPr/>
          <p:nvPr/>
        </p:nvSpPr>
        <p:spPr>
          <a:xfrm>
            <a:off x="10321000" y="713737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0" name="Google Shape;4370;g3a99c2c0f4d_1_95"/>
          <p:cNvSpPr/>
          <p:nvPr/>
        </p:nvSpPr>
        <p:spPr>
          <a:xfrm>
            <a:off x="10321000" y="7490330"/>
            <a:ext cx="25197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1" name="Google Shape;4371;g3a99c2c0f4d_1_95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2" name="Google Shape;4372;g3a99c2c0f4d_1_95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3" name="Google Shape;4373;g3a99c2c0f4d_1_95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4" name="Google Shape;4374;g3a99c2c0f4d_1_95"/>
          <p:cNvSpPr/>
          <p:nvPr/>
        </p:nvSpPr>
        <p:spPr>
          <a:xfrm>
            <a:off x="9560275" y="88893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5" name="Google Shape;4375;g3a99c2c0f4d_1_95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6" name="Google Shape;4376;g3a99c2c0f4d_1_95"/>
          <p:cNvSpPr/>
          <p:nvPr/>
        </p:nvSpPr>
        <p:spPr>
          <a:xfrm>
            <a:off x="12623925" y="8281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7" name="Google Shape;4377;g3a99c2c0f4d_1_95"/>
          <p:cNvSpPr/>
          <p:nvPr/>
        </p:nvSpPr>
        <p:spPr>
          <a:xfrm>
            <a:off x="12438138" y="2607200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8" name="Google Shape;4378;g3a99c2c0f4d_1_95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79" name="Google Shape;4379;g3a99c2c0f4d_1_95"/>
          <p:cNvSpPr/>
          <p:nvPr/>
        </p:nvSpPr>
        <p:spPr>
          <a:xfrm>
            <a:off x="10321000" y="924750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80" name="Google Shape;4380;g3a99c2c0f4d_1_95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381" name="Google Shape;4381;g3a99c2c0f4d_1_95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382" name="Google Shape;4382;g3a99c2c0f4d_1_95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</a:t>
            </a:r>
            <a:r>
              <a:rPr lang="en-GB"/>
              <a:t>functionality</a:t>
            </a:r>
            <a:r>
              <a:rPr lang="en-GB"/>
              <a:t>, so that I can be sure it is implemented well and bug free.</a:t>
            </a:r>
            <a:endParaRPr/>
          </a:p>
        </p:txBody>
      </p:sp>
      <p:sp>
        <p:nvSpPr>
          <p:cNvPr id="4383" name="Google Shape;4383;g3a99c2c0f4d_1_95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384" name="Google Shape;4384;g3a99c2c0f4d_1_95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85" name="Google Shape;4385;g3a99c2c0f4d_1_95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</a:t>
            </a:r>
            <a:r>
              <a:rPr lang="en-GB"/>
              <a:t>illustrating</a:t>
            </a:r>
            <a:r>
              <a:rPr lang="en-GB"/>
              <a:t> the new implemented features, so that I can easily showcase them to anyone interested.</a:t>
            </a:r>
            <a:endParaRPr/>
          </a:p>
        </p:txBody>
      </p:sp>
      <p:sp>
        <p:nvSpPr>
          <p:cNvPr id="4386" name="Google Shape;4386;g3a99c2c0f4d_1_95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387" name="Google Shape;4387;g3a99c2c0f4d_1_95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388" name="Google Shape;4388;g3a99c2c0f4d_1_95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89" name="Google Shape;4389;g3a99c2c0f4d_1_95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390" name="Google Shape;4390;g3a99c2c0f4d_1_95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91" name="Google Shape;4391;g3a99c2c0f4d_1_95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92" name="Google Shape;4392;g3a99c2c0f4d_1_95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393" name="Google Shape;4393;g3a99c2c0f4d_1_95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4" name="Google Shape;4394;g3a99c2c0f4d_1_95"/>
          <p:cNvSpPr/>
          <p:nvPr/>
        </p:nvSpPr>
        <p:spPr>
          <a:xfrm>
            <a:off x="15496075" y="58387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5" name="Google Shape;4395;g3a99c2c0f4d_1_95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6" name="Google Shape;4396;g3a99c2c0f4d_1_95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7" name="Google Shape;4397;g3a99c2c0f4d_1_95"/>
          <p:cNvSpPr/>
          <p:nvPr/>
        </p:nvSpPr>
        <p:spPr>
          <a:xfrm>
            <a:off x="15477950" y="25491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8" name="Google Shape;4398;g3a99c2c0f4d_1_95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99" name="Google Shape;4399;g3a99c2c0f4d_1_95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00" name="Google Shape;4400;g3a99c2c0f4d_1_95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4" name="Shape 4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05" name="Google Shape;4405;g3a99c2c0f4d_1_16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6" name="Google Shape;4406;g3a99c2c0f4d_1_16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7" name="Google Shape;4407;g3a99c2c0f4d_1_16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8" name="Google Shape;4408;g3a99c2c0f4d_1_16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9" name="Google Shape;4409;g3a99c2c0f4d_1_16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0" name="Google Shape;4410;g3a99c2c0f4d_1_16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1" name="Google Shape;4411;g3a99c2c0f4d_1_16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2" name="Google Shape;4412;g3a99c2c0f4d_1_16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3" name="Google Shape;4413;g3a99c2c0f4d_1_16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4" name="Google Shape;4414;g3a99c2c0f4d_1_16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5" name="Google Shape;4415;g3a99c2c0f4d_1_16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6" name="Google Shape;4416;g3a99c2c0f4d_1_16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7" name="Google Shape;4417;g3a99c2c0f4d_1_16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8" name="Google Shape;4418;g3a99c2c0f4d_1_16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19" name="Google Shape;4419;g3a99c2c0f4d_1_161"/>
          <p:cNvSpPr/>
          <p:nvPr/>
        </p:nvSpPr>
        <p:spPr>
          <a:xfrm>
            <a:off x="9256900" y="4475137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0" name="Google Shape;4420;g3a99c2c0f4d_1_161"/>
          <p:cNvSpPr/>
          <p:nvPr/>
        </p:nvSpPr>
        <p:spPr>
          <a:xfrm>
            <a:off x="10245538" y="44751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T56.3: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1" name="Google Shape;4421;g3a99c2c0f4d_1_161"/>
          <p:cNvSpPr/>
          <p:nvPr/>
        </p:nvSpPr>
        <p:spPr>
          <a:xfrm>
            <a:off x="9560275" y="54639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2" name="Google Shape;4422;g3a99c2c0f4d_1_161"/>
          <p:cNvSpPr/>
          <p:nvPr/>
        </p:nvSpPr>
        <p:spPr>
          <a:xfrm>
            <a:off x="10321000" y="5463950"/>
            <a:ext cx="20103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3" name="Google Shape;4423;g3a99c2c0f4d_1_161"/>
          <p:cNvSpPr/>
          <p:nvPr/>
        </p:nvSpPr>
        <p:spPr>
          <a:xfrm>
            <a:off x="9560275" y="5900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4" name="Google Shape;4424;g3a99c2c0f4d_1_161"/>
          <p:cNvSpPr/>
          <p:nvPr/>
        </p:nvSpPr>
        <p:spPr>
          <a:xfrm>
            <a:off x="10321000" y="590327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5" name="Google Shape;4425;g3a99c2c0f4d_1_16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6" name="Google Shape;4426;g3a99c2c0f4d_1_16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7" name="Google Shape;4427;g3a99c2c0f4d_1_161"/>
          <p:cNvSpPr/>
          <p:nvPr/>
        </p:nvSpPr>
        <p:spPr>
          <a:xfrm>
            <a:off x="9588138" y="63537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8" name="Google Shape;4428;g3a99c2c0f4d_1_161"/>
          <p:cNvSpPr/>
          <p:nvPr/>
        </p:nvSpPr>
        <p:spPr>
          <a:xfrm>
            <a:off x="10383750" y="63537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T57.4: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9" name="Google Shape;4429;g3a99c2c0f4d_1_16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0" name="Google Shape;4430;g3a99c2c0f4d_1_16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1" name="Google Shape;4431;g3a99c2c0f4d_1_161"/>
          <p:cNvSpPr/>
          <p:nvPr/>
        </p:nvSpPr>
        <p:spPr>
          <a:xfrm>
            <a:off x="12829975" y="7137375"/>
            <a:ext cx="22179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2" name="Google Shape;4432;g3a99c2c0f4d_1_161"/>
          <p:cNvSpPr/>
          <p:nvPr/>
        </p:nvSpPr>
        <p:spPr>
          <a:xfrm>
            <a:off x="12858713" y="7613325"/>
            <a:ext cx="22179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3" name="Google Shape;4433;g3a99c2c0f4d_1_161"/>
          <p:cNvSpPr/>
          <p:nvPr/>
        </p:nvSpPr>
        <p:spPr>
          <a:xfrm>
            <a:off x="9560275" y="7488825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434" name="Google Shape;4434;g3a99c2c0f4d_1_16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4435" name="Google Shape;4435;g3a99c2c0f4d_1_161"/>
          <p:cNvSpPr/>
          <p:nvPr/>
        </p:nvSpPr>
        <p:spPr>
          <a:xfrm>
            <a:off x="10321000" y="7490325"/>
            <a:ext cx="2173200" cy="1686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436" name="Google Shape;4436;g3a99c2c0f4d_1_16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37" name="Google Shape;4437;g3a99c2c0f4d_1_16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38" name="Google Shape;4438;g3a99c2c0f4d_1_161"/>
          <p:cNvSpPr/>
          <p:nvPr/>
        </p:nvSpPr>
        <p:spPr>
          <a:xfrm>
            <a:off x="12341500" y="3946937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T47: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9" name="Google Shape;4439;g3a99c2c0f4d_1_161"/>
          <p:cNvSpPr/>
          <p:nvPr/>
        </p:nvSpPr>
        <p:spPr>
          <a:xfrm>
            <a:off x="12832504" y="3945550"/>
            <a:ext cx="20286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US1 (undo/redo)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0" name="Google Shape;4440;g3a99c2c0f4d_1_161"/>
          <p:cNvSpPr/>
          <p:nvPr/>
        </p:nvSpPr>
        <p:spPr>
          <a:xfrm>
            <a:off x="9588138" y="792965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1" name="Google Shape;4441;g3a99c2c0f4d_1_161"/>
          <p:cNvSpPr/>
          <p:nvPr/>
        </p:nvSpPr>
        <p:spPr>
          <a:xfrm>
            <a:off x="10383750" y="7929663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2" name="Google Shape;4442;g3a99c2c0f4d_1_161"/>
          <p:cNvSpPr/>
          <p:nvPr/>
        </p:nvSpPr>
        <p:spPr>
          <a:xfrm>
            <a:off x="12424700" y="4362150"/>
            <a:ext cx="2217900" cy="8658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3" name="Google Shape;4443;g3a99c2c0f4d_1_161"/>
          <p:cNvSpPr/>
          <p:nvPr/>
        </p:nvSpPr>
        <p:spPr>
          <a:xfrm>
            <a:off x="9560275" y="68477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T43.1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US3 would look like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4" name="Google Shape;4444;g3a99c2c0f4d_1_161"/>
          <p:cNvSpPr/>
          <p:nvPr/>
        </p:nvSpPr>
        <p:spPr>
          <a:xfrm>
            <a:off x="9560275" y="888930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T44.2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US4 would look like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5" name="Google Shape;4445;g3a99c2c0f4d_1_161"/>
          <p:cNvSpPr/>
          <p:nvPr/>
        </p:nvSpPr>
        <p:spPr>
          <a:xfrm>
            <a:off x="10321000" y="888930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T46.2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US4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6" name="Google Shape;4446;g3a99c2c0f4d_1_161"/>
          <p:cNvSpPr/>
          <p:nvPr/>
        </p:nvSpPr>
        <p:spPr>
          <a:xfrm>
            <a:off x="12623925" y="765450"/>
            <a:ext cx="2010300" cy="13821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T45.1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US3 (turret’s targeting).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7" name="Google Shape;4447;g3a99c2c0f4d_1_161"/>
          <p:cNvSpPr/>
          <p:nvPr/>
        </p:nvSpPr>
        <p:spPr>
          <a:xfrm>
            <a:off x="9560275" y="1129300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T49.1: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8" name="Google Shape;4448;g3a99c2c0f4d_1_161"/>
          <p:cNvSpPr/>
          <p:nvPr/>
        </p:nvSpPr>
        <p:spPr>
          <a:xfrm>
            <a:off x="10321000" y="1142950"/>
            <a:ext cx="2217900" cy="1779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T53.1: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US3 (Swapping turret's targeting priorities)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9" name="Google Shape;4449;g3a99c2c0f4d_1_161"/>
          <p:cNvSpPr/>
          <p:nvPr/>
        </p:nvSpPr>
        <p:spPr>
          <a:xfrm>
            <a:off x="12748600" y="1210350"/>
            <a:ext cx="20286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T55.1: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Additionally refine previously implemented code.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0" name="Google Shape;4450;g3a99c2c0f4d_1_161"/>
          <p:cNvSpPr/>
          <p:nvPr/>
        </p:nvSpPr>
        <p:spPr>
          <a:xfrm>
            <a:off x="12799763" y="2582925"/>
            <a:ext cx="19584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T48: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1" name="Google Shape;4451;g3a99c2c0f4d_1_161"/>
          <p:cNvSpPr/>
          <p:nvPr/>
        </p:nvSpPr>
        <p:spPr>
          <a:xfrm>
            <a:off x="9560275" y="9247488"/>
            <a:ext cx="2519700" cy="1069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T50.2: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Design and perform unit tests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2" name="Google Shape;4452;g3a99c2c0f4d_1_161"/>
          <p:cNvSpPr/>
          <p:nvPr/>
        </p:nvSpPr>
        <p:spPr>
          <a:xfrm>
            <a:off x="10321000" y="9247502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T54.2: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US4 (Copy and Paste)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3" name="Google Shape;4453;g3a99c2c0f4d_1_161"/>
          <p:cNvSpPr/>
          <p:nvPr/>
        </p:nvSpPr>
        <p:spPr>
          <a:xfrm>
            <a:off x="9588138" y="1565165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4" name="Google Shape;4454;g3a99c2c0f4d_1_161"/>
          <p:cNvSpPr/>
          <p:nvPr/>
        </p:nvSpPr>
        <p:spPr>
          <a:xfrm>
            <a:off x="10383750" y="1565175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T57.1: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5" name="Google Shape;4455;g3a99c2c0f4d_1_161"/>
          <p:cNvSpPr/>
          <p:nvPr/>
        </p:nvSpPr>
        <p:spPr>
          <a:xfrm>
            <a:off x="154750" y="565188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US14: As an aspiring software engineer, I want to illustrate an US implementation with a use case and a sequence diagram, so that I can detail about my group's work.</a:t>
            </a:r>
            <a:endParaRPr/>
          </a:p>
        </p:txBody>
      </p:sp>
      <p:sp>
        <p:nvSpPr>
          <p:cNvPr id="4456" name="Google Shape;4456;g3a99c2c0f4d_1_161"/>
          <p:cNvSpPr/>
          <p:nvPr/>
        </p:nvSpPr>
        <p:spPr>
          <a:xfrm>
            <a:off x="154750" y="22178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US15: As an aspiring software engineer, I want to think about an US implementation class diagram representation, so that my group is able to design it.</a:t>
            </a:r>
            <a:endParaRPr/>
          </a:p>
        </p:txBody>
      </p:sp>
      <p:sp>
        <p:nvSpPr>
          <p:cNvPr id="4457" name="Google Shape;4457;g3a99c2c0f4d_1_161"/>
          <p:cNvSpPr/>
          <p:nvPr/>
        </p:nvSpPr>
        <p:spPr>
          <a:xfrm>
            <a:off x="112850" y="3661425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US16: As an aspiring software engineer, I want to design and perform unit tests on my new </a:t>
            </a:r>
            <a:r>
              <a:rPr lang="en-GB"/>
              <a:t>functionality</a:t>
            </a:r>
            <a:r>
              <a:rPr lang="en-GB"/>
              <a:t>, so that I can be sure it is implemented well and bug free.</a:t>
            </a:r>
            <a:endParaRPr/>
          </a:p>
        </p:txBody>
      </p:sp>
      <p:sp>
        <p:nvSpPr>
          <p:cNvPr id="4458" name="Google Shape;4458;g3a99c2c0f4d_1_161"/>
          <p:cNvSpPr/>
          <p:nvPr/>
        </p:nvSpPr>
        <p:spPr>
          <a:xfrm>
            <a:off x="112850" y="51981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US17: As an aspiring software engineer, I want to  write an implementation summary about the code I made, to that I can better showcase the work done to anyone interested in it.</a:t>
            </a:r>
            <a:endParaRPr/>
          </a:p>
        </p:txBody>
      </p:sp>
      <p:sp>
        <p:nvSpPr>
          <p:cNvPr id="4459" name="Google Shape;4459;g3a99c2c0f4d_1_161"/>
          <p:cNvSpPr/>
          <p:nvPr/>
        </p:nvSpPr>
        <p:spPr>
          <a:xfrm>
            <a:off x="154750" y="662925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US18: As an aspiring software engineer, I want to additionally refine previously implemented code, so that I know I am producing the best code possible.</a:t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60" name="Google Shape;4460;g3a99c2c0f4d_1_161"/>
          <p:cNvSpPr/>
          <p:nvPr/>
        </p:nvSpPr>
        <p:spPr>
          <a:xfrm>
            <a:off x="9588138" y="2843427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1" name="Google Shape;4461;g3a99c2c0f4d_1_161"/>
          <p:cNvSpPr/>
          <p:nvPr/>
        </p:nvSpPr>
        <p:spPr>
          <a:xfrm>
            <a:off x="10383750" y="2843438"/>
            <a:ext cx="1875000" cy="1494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2" name="Google Shape;4462;g3a99c2c0f4d_1_161"/>
          <p:cNvSpPr/>
          <p:nvPr/>
        </p:nvSpPr>
        <p:spPr>
          <a:xfrm>
            <a:off x="154750" y="7689200"/>
            <a:ext cx="2519700" cy="1779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US19: As an aspiring software engineer, I want to produce a video </a:t>
            </a:r>
            <a:r>
              <a:rPr lang="en-GB"/>
              <a:t>illustrating</a:t>
            </a:r>
            <a:r>
              <a:rPr lang="en-GB"/>
              <a:t> the new implemented features, so that I can easily showcase them to anyone interested.</a:t>
            </a:r>
            <a:endParaRPr/>
          </a:p>
        </p:txBody>
      </p:sp>
      <p:sp>
        <p:nvSpPr>
          <p:cNvPr id="4463" name="Google Shape;4463;g3a99c2c0f4d_1_161"/>
          <p:cNvSpPr/>
          <p:nvPr/>
        </p:nvSpPr>
        <p:spPr>
          <a:xfrm>
            <a:off x="154750" y="8828250"/>
            <a:ext cx="2519700" cy="19080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US20: As an aspiring software engineer, I want to produce an animation of our scrum board's animation over time, so that I can easily showcase it's progress to anyone interested.</a:t>
            </a:r>
            <a:endParaRPr/>
          </a:p>
        </p:txBody>
      </p:sp>
      <p:sp>
        <p:nvSpPr>
          <p:cNvPr id="4464" name="Google Shape;4464;g3a99c2c0f4d_1_161"/>
          <p:cNvSpPr/>
          <p:nvPr/>
        </p:nvSpPr>
        <p:spPr>
          <a:xfrm>
            <a:off x="6192525" y="12219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465" name="Google Shape;4465;g3a99c2c0f4d_1_161"/>
          <p:cNvSpPr/>
          <p:nvPr/>
        </p:nvSpPr>
        <p:spPr>
          <a:xfrm>
            <a:off x="6192525" y="28497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66" name="Google Shape;4466;g3a99c2c0f4d_1_161"/>
          <p:cNvSpPr/>
          <p:nvPr/>
        </p:nvSpPr>
        <p:spPr>
          <a:xfrm>
            <a:off x="6192525" y="4477539"/>
            <a:ext cx="2589000" cy="6006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US16, US17, US18, US19, </a:t>
            </a:r>
            <a:r>
              <a:rPr lang="en-GB"/>
              <a:t>US20</a:t>
            </a:r>
            <a:endParaRPr/>
          </a:p>
        </p:txBody>
      </p:sp>
      <p:sp>
        <p:nvSpPr>
          <p:cNvPr id="4467" name="Google Shape;4467;g3a99c2c0f4d_1_161"/>
          <p:cNvSpPr/>
          <p:nvPr/>
        </p:nvSpPr>
        <p:spPr>
          <a:xfrm>
            <a:off x="6192525" y="910304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68" name="Google Shape;4468;g3a99c2c0f4d_1_161"/>
          <p:cNvSpPr/>
          <p:nvPr/>
        </p:nvSpPr>
        <p:spPr>
          <a:xfrm>
            <a:off x="6192525" y="5943493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69" name="Google Shape;4469;g3a99c2c0f4d_1_161"/>
          <p:cNvSpPr/>
          <p:nvPr/>
        </p:nvSpPr>
        <p:spPr>
          <a:xfrm>
            <a:off x="6192525" y="7613318"/>
            <a:ext cx="2589000" cy="8205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>
                <a:solidFill>
                  <a:schemeClr val="dk1"/>
                </a:solidFill>
              </a:rPr>
              <a:t>US14, US15, US16, US17, US19, </a:t>
            </a:r>
            <a:r>
              <a:rPr lang="en-GB"/>
              <a:t>US20</a:t>
            </a:r>
            <a:endParaRPr/>
          </a:p>
        </p:txBody>
      </p:sp>
      <p:sp>
        <p:nvSpPr>
          <p:cNvPr id="4470" name="Google Shape;4470;g3a99c2c0f4d_1_161"/>
          <p:cNvSpPr/>
          <p:nvPr/>
        </p:nvSpPr>
        <p:spPr>
          <a:xfrm>
            <a:off x="15477950" y="8881550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1" name="Google Shape;4471;g3a99c2c0f4d_1_161"/>
          <p:cNvSpPr/>
          <p:nvPr/>
        </p:nvSpPr>
        <p:spPr>
          <a:xfrm>
            <a:off x="15496075" y="5838700"/>
            <a:ext cx="2519700" cy="13197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T38.1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extensive version of US4's use case (copy and its history).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2" name="Google Shape;4472;g3a99c2c0f4d_1_161"/>
          <p:cNvSpPr/>
          <p:nvPr/>
        </p:nvSpPr>
        <p:spPr>
          <a:xfrm>
            <a:off x="18614450" y="3979725"/>
            <a:ext cx="2519700" cy="11430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T39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US1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Review: #67763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3" name="Google Shape;4473;g3a99c2c0f4d_1_161"/>
          <p:cNvSpPr/>
          <p:nvPr/>
        </p:nvSpPr>
        <p:spPr>
          <a:xfrm>
            <a:off x="18614450" y="4411366"/>
            <a:ext cx="2519700" cy="1248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US1 would look like (undo/redo).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#68130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4" name="Google Shape;4474;g3a99c2c0f4d_1_161"/>
          <p:cNvSpPr/>
          <p:nvPr/>
        </p:nvSpPr>
        <p:spPr>
          <a:xfrm>
            <a:off x="15477975" y="2316649"/>
            <a:ext cx="2519700" cy="13056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T40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Work on the sequence diagram for US2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5" name="Google Shape;4475;g3a99c2c0f4d_1_161"/>
          <p:cNvSpPr/>
          <p:nvPr/>
        </p:nvSpPr>
        <p:spPr>
          <a:xfrm>
            <a:off x="9588150" y="9752475"/>
            <a:ext cx="3219300" cy="874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T56.6: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tour video of the implemented features by the team (up to 5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6" name="Google Shape;4476;g3a99c2c0f4d_1_161"/>
          <p:cNvSpPr/>
          <p:nvPr/>
        </p:nvSpPr>
        <p:spPr>
          <a:xfrm>
            <a:off x="10604703" y="9752482"/>
            <a:ext cx="2395800" cy="1047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T57.6: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 a scrum board animation video (up to 2 minutes)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7" name="Google Shape;4477;g3a99c2c0f4d_1_161"/>
          <p:cNvSpPr/>
          <p:nvPr/>
        </p:nvSpPr>
        <p:spPr>
          <a:xfrm>
            <a:off x="18614450" y="2316648"/>
            <a:ext cx="2519700" cy="1528200"/>
          </a:xfrm>
          <a:prstGeom prst="roundRect">
            <a:avLst>
              <a:gd fmla="val 16667" name="adj"/>
            </a:avLst>
          </a:prstGeom>
          <a:solidFill>
            <a:srgbClr val="A7CFD5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T42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Look into what a class diagram covering US2 would look like (liquid leak checking).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#67804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8" name="Google Shape;4478;g3a99c2c0f4d_1_161"/>
          <p:cNvSpPr/>
          <p:nvPr/>
        </p:nvSpPr>
        <p:spPr>
          <a:xfrm>
            <a:off x="15443275" y="2695375"/>
            <a:ext cx="2589000" cy="1528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Consolas"/>
                <a:ea typeface="Consolas"/>
                <a:cs typeface="Consolas"/>
                <a:sym typeface="Consolas"/>
              </a:rPr>
              <a:t>T52: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Elaborate short report on an implementation summary of US2 (liquid leak checking)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r>
              <a:rPr lang="en-GB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: #XXXXX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