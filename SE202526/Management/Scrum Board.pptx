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7.xml"/>
  <Override ContentType="application/vnd.openxmlformats-officedocument.presentationml.notesSlide+xml" PartName="/ppt/notesSlides/notesSlide92.xml"/>
  <Override ContentType="application/vnd.openxmlformats-officedocument.presentationml.notesSlide+xml" PartName="/ppt/notesSlides/notesSlide5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84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6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9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68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82.xml"/>
  <Override ContentType="application/vnd.openxmlformats-officedocument.presentationml.notesSlide+xml" PartName="/ppt/notesSlides/notesSlide85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77.xml"/>
  <Override ContentType="application/vnd.openxmlformats-officedocument.presentationml.notesSlide+xml" PartName="/ppt/notesSlides/notesSlide90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8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73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8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69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80.xml"/>
  <Override ContentType="application/vnd.openxmlformats-officedocument.presentationml.notesSlide+xml" PartName="/ppt/notesSlides/notesSlide61.xml"/>
  <Override ContentType="application/vnd.openxmlformats-officedocument.presentationml.notesSlide+xml" PartName="/ppt/notesSlides/notesSlide74.xml"/>
  <Override ContentType="application/vnd.openxmlformats-officedocument.presentationml.notesSlide+xml" PartName="/ppt/notesSlides/notesSlide93.xml"/>
  <Override ContentType="application/vnd.openxmlformats-officedocument.presentationml.notesSlide+xml" PartName="/ppt/notesSlides/notesSlide87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8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75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62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70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89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63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72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60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64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5.xml"/>
  <Override ContentType="application/vnd.openxmlformats-officedocument.presentationml.notesSlide+xml" PartName="/ppt/notesSlides/notesSlide78.xml"/>
  <Override ContentType="application/vnd.openxmlformats-officedocument.presentationml.notesSlide+xml" PartName="/ppt/notesSlides/notesSlide79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83.xml"/>
  <Override ContentType="application/vnd.openxmlformats-officedocument.presentationml.notesSlide+xml" PartName="/ppt/notesSlides/notesSlide71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66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78.xml"/>
  <Override ContentType="application/vnd.openxmlformats-officedocument.presentationml.slide+xml" PartName="/ppt/slides/slide86.xml"/>
  <Override ContentType="application/vnd.openxmlformats-officedocument.presentationml.slide+xml" PartName="/ppt/slides/slide35.xml"/>
  <Override ContentType="application/vnd.openxmlformats-officedocument.presentationml.slide+xml" PartName="/ppt/slides/slide60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69.xml"/>
  <Override ContentType="application/vnd.openxmlformats-officedocument.presentationml.slide+xml" PartName="/ppt/slides/slide8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77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6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84.xml"/>
  <Override ContentType="application/vnd.openxmlformats-officedocument.presentationml.slide+xml" PartName="/ppt/slides/slide37.xml"/>
  <Override ContentType="application/vnd.openxmlformats-officedocument.presentationml.slide+xml" PartName="/ppt/slides/slide71.xml"/>
  <Override ContentType="application/vnd.openxmlformats-officedocument.presentationml.slide+xml" PartName="/ppt/slides/slide41.xml"/>
  <Override ContentType="application/vnd.openxmlformats-officedocument.presentationml.slide+xml" PartName="/ppt/slides/slide67.xml"/>
  <Override ContentType="application/vnd.openxmlformats-officedocument.presentationml.slide+xml" PartName="/ppt/slides/slide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66.xml"/>
  <Override ContentType="application/vnd.openxmlformats-officedocument.presentationml.slide+xml" PartName="/ppt/slides/slide79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83.xml"/>
  <Override ContentType="application/vnd.openxmlformats-officedocument.presentationml.slide+xml" PartName="/ppt/slides/slide7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73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82.xml"/>
  <Override ContentType="application/vnd.openxmlformats-officedocument.presentationml.slide+xml" PartName="/ppt/slides/slide39.xml"/>
  <Override ContentType="application/vnd.openxmlformats-officedocument.presentationml.slide+xml" PartName="/ppt/slides/slide65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72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64.xml"/>
  <Override ContentType="application/vnd.openxmlformats-officedocument.presentationml.slide+xml" PartName="/ppt/slides/slide81.xml"/>
  <Override ContentType="application/vnd.openxmlformats-officedocument.presentationml.slide+xml" PartName="/ppt/slides/slide90.xml"/>
  <Override ContentType="application/vnd.openxmlformats-officedocument.presentationml.slide+xml" PartName="/ppt/slides/slide8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59.xml"/>
  <Override ContentType="application/vnd.openxmlformats-officedocument.presentationml.slide+xml" PartName="/ppt/slides/slide89.xml"/>
  <Override ContentType="application/vnd.openxmlformats-officedocument.presentationml.slide+xml" PartName="/ppt/slides/slide32.xml"/>
  <Override ContentType="application/vnd.openxmlformats-officedocument.presentationml.slide+xml" PartName="/ppt/slides/slide62.xml"/>
  <Override ContentType="application/vnd.openxmlformats-officedocument.presentationml.slide+xml" PartName="/ppt/slides/slide75.xml"/>
  <Override ContentType="application/vnd.openxmlformats-officedocument.presentationml.slide+xml" PartName="/ppt/slides/slide76.xml"/>
  <Override ContentType="application/vnd.openxmlformats-officedocument.presentationml.slide+xml" PartName="/ppt/slides/slide1.xml"/>
  <Override ContentType="application/vnd.openxmlformats-officedocument.presentationml.slide+xml" PartName="/ppt/slides/slide58.xml"/>
  <Override ContentType="application/vnd.openxmlformats-officedocument.presentationml.slide+xml" PartName="/ppt/slides/slide63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93.xml"/>
  <Override ContentType="application/vnd.openxmlformats-officedocument.presentationml.slide+xml" PartName="/ppt/slides/slide80.xml"/>
  <Override ContentType="application/vnd.openxmlformats-officedocument.presentationml.slide+xml" PartName="/ppt/slides/slide15.xml"/>
  <Override ContentType="application/vnd.openxmlformats-officedocument.presentationml.slide+xml" PartName="/ppt/slides/slide61.xml"/>
  <Override ContentType="application/vnd.openxmlformats-officedocument.presentationml.slide+xml" PartName="/ppt/slides/slide91.xml"/>
  <Override ContentType="application/vnd.openxmlformats-officedocument.presentationml.slide+xml" PartName="/ppt/slides/slide31.xml"/>
  <Override ContentType="application/vnd.openxmlformats-officedocument.presentationml.slide+xml" PartName="/ppt/slides/slide87.xml"/>
  <Override ContentType="application/vnd.openxmlformats-officedocument.presentationml.slide+xml" PartName="/ppt/slides/slide74.xml"/>
  <Override ContentType="application/vnd.openxmlformats-officedocument.presentationml.slide+xml" PartName="/ppt/slides/slide88.xml"/>
  <Override ContentType="application/vnd.openxmlformats-officedocument.presentationml.slide+xml" PartName="/ppt/slides/slide27.xml"/>
  <Override ContentType="application/vnd.openxmlformats-officedocument.presentationml.slide+xml" PartName="/ppt/slides/slide5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slide+xml" PartName="/ppt/slides/slide92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</p:sldIdLst>
  <p:sldSz cy="10799750" cx="2159952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3402">
          <p15:clr>
            <a:srgbClr val="747775"/>
          </p15:clr>
        </p15:guide>
        <p15:guide id="2" pos="6803">
          <p15:clr>
            <a:srgbClr val="747775"/>
          </p15:clr>
        </p15:guide>
      </p15:sldGuideLst>
    </p:ext>
    <p:ext uri="GoogleSlidesCustomDataVersion2">
      <go:slidesCustomData xmlns:go="http://customooxmlschemas.google.com/" r:id="rId100" roundtripDataSignature="AMtx7mibuzIIdQMCcGxicLATRzSnxKj6x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7755BEC-70D7-4811-B4C1-190133110C0C}">
  <a:tblStyle styleId="{87755BEC-70D7-4811-B4C1-190133110C0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3402" orient="horz"/>
        <p:guide pos="6803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44" Type="http://schemas.openxmlformats.org/officeDocument/2006/relationships/slide" Target="slides/slide38.xml"/><Relationship Id="rId43" Type="http://schemas.openxmlformats.org/officeDocument/2006/relationships/slide" Target="slides/slide37.xml"/><Relationship Id="rId46" Type="http://schemas.openxmlformats.org/officeDocument/2006/relationships/slide" Target="slides/slide40.xml"/><Relationship Id="rId45" Type="http://schemas.openxmlformats.org/officeDocument/2006/relationships/slide" Target="slides/slide39.xml"/><Relationship Id="rId48" Type="http://schemas.openxmlformats.org/officeDocument/2006/relationships/slide" Target="slides/slide42.xml"/><Relationship Id="rId47" Type="http://schemas.openxmlformats.org/officeDocument/2006/relationships/slide" Target="slides/slide41.xml"/><Relationship Id="rId49" Type="http://schemas.openxmlformats.org/officeDocument/2006/relationships/slide" Target="slides/slide43.xml"/><Relationship Id="rId100" Type="http://customschemas.google.com/relationships/presentationmetadata" Target="metadata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3" Type="http://schemas.openxmlformats.org/officeDocument/2006/relationships/slide" Target="slides/slide27.xml"/><Relationship Id="rId32" Type="http://schemas.openxmlformats.org/officeDocument/2006/relationships/slide" Target="slides/slide26.xml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95" Type="http://schemas.openxmlformats.org/officeDocument/2006/relationships/slide" Target="slides/slide89.xml"/><Relationship Id="rId94" Type="http://schemas.openxmlformats.org/officeDocument/2006/relationships/slide" Target="slides/slide88.xml"/><Relationship Id="rId97" Type="http://schemas.openxmlformats.org/officeDocument/2006/relationships/slide" Target="slides/slide91.xml"/><Relationship Id="rId96" Type="http://schemas.openxmlformats.org/officeDocument/2006/relationships/slide" Target="slides/slide90.xml"/><Relationship Id="rId11" Type="http://schemas.openxmlformats.org/officeDocument/2006/relationships/slide" Target="slides/slide5.xml"/><Relationship Id="rId99" Type="http://schemas.openxmlformats.org/officeDocument/2006/relationships/slide" Target="slides/slide93.xml"/><Relationship Id="rId10" Type="http://schemas.openxmlformats.org/officeDocument/2006/relationships/slide" Target="slides/slide4.xml"/><Relationship Id="rId98" Type="http://schemas.openxmlformats.org/officeDocument/2006/relationships/slide" Target="slides/slide92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91" Type="http://schemas.openxmlformats.org/officeDocument/2006/relationships/slide" Target="slides/slide85.xml"/><Relationship Id="rId90" Type="http://schemas.openxmlformats.org/officeDocument/2006/relationships/slide" Target="slides/slide84.xml"/><Relationship Id="rId93" Type="http://schemas.openxmlformats.org/officeDocument/2006/relationships/slide" Target="slides/slide87.xml"/><Relationship Id="rId92" Type="http://schemas.openxmlformats.org/officeDocument/2006/relationships/slide" Target="slides/slide8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Relationship Id="rId84" Type="http://schemas.openxmlformats.org/officeDocument/2006/relationships/slide" Target="slides/slide78.xml"/><Relationship Id="rId83" Type="http://schemas.openxmlformats.org/officeDocument/2006/relationships/slide" Target="slides/slide77.xml"/><Relationship Id="rId86" Type="http://schemas.openxmlformats.org/officeDocument/2006/relationships/slide" Target="slides/slide80.xml"/><Relationship Id="rId85" Type="http://schemas.openxmlformats.org/officeDocument/2006/relationships/slide" Target="slides/slide79.xml"/><Relationship Id="rId88" Type="http://schemas.openxmlformats.org/officeDocument/2006/relationships/slide" Target="slides/slide82.xml"/><Relationship Id="rId87" Type="http://schemas.openxmlformats.org/officeDocument/2006/relationships/slide" Target="slides/slide81.xml"/><Relationship Id="rId89" Type="http://schemas.openxmlformats.org/officeDocument/2006/relationships/slide" Target="slides/slide83.xml"/><Relationship Id="rId80" Type="http://schemas.openxmlformats.org/officeDocument/2006/relationships/slide" Target="slides/slide74.xml"/><Relationship Id="rId82" Type="http://schemas.openxmlformats.org/officeDocument/2006/relationships/slide" Target="slides/slide76.xml"/><Relationship Id="rId81" Type="http://schemas.openxmlformats.org/officeDocument/2006/relationships/slide" Target="slides/slide75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73" Type="http://schemas.openxmlformats.org/officeDocument/2006/relationships/slide" Target="slides/slide67.xml"/><Relationship Id="rId72" Type="http://schemas.openxmlformats.org/officeDocument/2006/relationships/slide" Target="slides/slide66.xml"/><Relationship Id="rId75" Type="http://schemas.openxmlformats.org/officeDocument/2006/relationships/slide" Target="slides/slide69.xml"/><Relationship Id="rId74" Type="http://schemas.openxmlformats.org/officeDocument/2006/relationships/slide" Target="slides/slide68.xml"/><Relationship Id="rId77" Type="http://schemas.openxmlformats.org/officeDocument/2006/relationships/slide" Target="slides/slide71.xml"/><Relationship Id="rId76" Type="http://schemas.openxmlformats.org/officeDocument/2006/relationships/slide" Target="slides/slide70.xml"/><Relationship Id="rId79" Type="http://schemas.openxmlformats.org/officeDocument/2006/relationships/slide" Target="slides/slide73.xml"/><Relationship Id="rId78" Type="http://schemas.openxmlformats.org/officeDocument/2006/relationships/slide" Target="slides/slide72.xml"/><Relationship Id="rId71" Type="http://schemas.openxmlformats.org/officeDocument/2006/relationships/slide" Target="slides/slide65.xml"/><Relationship Id="rId70" Type="http://schemas.openxmlformats.org/officeDocument/2006/relationships/slide" Target="slides/slide64.xml"/><Relationship Id="rId62" Type="http://schemas.openxmlformats.org/officeDocument/2006/relationships/slide" Target="slides/slide56.xml"/><Relationship Id="rId61" Type="http://schemas.openxmlformats.org/officeDocument/2006/relationships/slide" Target="slides/slide55.xml"/><Relationship Id="rId64" Type="http://schemas.openxmlformats.org/officeDocument/2006/relationships/slide" Target="slides/slide58.xml"/><Relationship Id="rId63" Type="http://schemas.openxmlformats.org/officeDocument/2006/relationships/slide" Target="slides/slide57.xml"/><Relationship Id="rId66" Type="http://schemas.openxmlformats.org/officeDocument/2006/relationships/slide" Target="slides/slide60.xml"/><Relationship Id="rId65" Type="http://schemas.openxmlformats.org/officeDocument/2006/relationships/slide" Target="slides/slide59.xml"/><Relationship Id="rId68" Type="http://schemas.openxmlformats.org/officeDocument/2006/relationships/slide" Target="slides/slide62.xml"/><Relationship Id="rId67" Type="http://schemas.openxmlformats.org/officeDocument/2006/relationships/slide" Target="slides/slide61.xml"/><Relationship Id="rId60" Type="http://schemas.openxmlformats.org/officeDocument/2006/relationships/slide" Target="slides/slide54.xml"/><Relationship Id="rId69" Type="http://schemas.openxmlformats.org/officeDocument/2006/relationships/slide" Target="slides/slide63.xml"/><Relationship Id="rId51" Type="http://schemas.openxmlformats.org/officeDocument/2006/relationships/slide" Target="slides/slide45.xml"/><Relationship Id="rId50" Type="http://schemas.openxmlformats.org/officeDocument/2006/relationships/slide" Target="slides/slide44.xml"/><Relationship Id="rId53" Type="http://schemas.openxmlformats.org/officeDocument/2006/relationships/slide" Target="slides/slide47.xml"/><Relationship Id="rId52" Type="http://schemas.openxmlformats.org/officeDocument/2006/relationships/slide" Target="slides/slide46.xml"/><Relationship Id="rId55" Type="http://schemas.openxmlformats.org/officeDocument/2006/relationships/slide" Target="slides/slide49.xml"/><Relationship Id="rId54" Type="http://schemas.openxmlformats.org/officeDocument/2006/relationships/slide" Target="slides/slide48.xml"/><Relationship Id="rId57" Type="http://schemas.openxmlformats.org/officeDocument/2006/relationships/slide" Target="slides/slide51.xml"/><Relationship Id="rId56" Type="http://schemas.openxmlformats.org/officeDocument/2006/relationships/slide" Target="slides/slide50.xml"/><Relationship Id="rId59" Type="http://schemas.openxmlformats.org/officeDocument/2006/relationships/slide" Target="slides/slide53.xml"/><Relationship Id="rId58" Type="http://schemas.openxmlformats.org/officeDocument/2006/relationships/slide" Target="slides/slide5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" name="Google Shape;5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8" name="Google Shape;98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8" name="Google Shape;148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8" name="Google Shape;19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7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7" name="Google Shape;24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8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6" name="Google Shape;296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3" name="Google Shape;343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1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8" name="Google Shape;388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11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2" name="Google Shape;432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3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12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5" name="Google Shape;475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4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13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6" name="Google Shape;516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4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1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56" name="Google Shape;556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2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Google Shape;593;p1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4" name="Google Shape;59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9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p16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31" name="Google Shape;631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5" name="Shape 6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Google Shape;636;p17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37" name="Google Shape;637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3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Google Shape;674;g39d66a711aa_0_82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5" name="Google Shape;675;g39d66a711aa_0_8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g39d66a711aa_0_86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18" name="Google Shape;718;g39d66a711aa_0_8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g39dcbc36143_0_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1" name="Google Shape;761;g39dcbc36143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2" name="Shape 8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3" name="Google Shape;803;g39dcbc36143_0_48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04" name="Google Shape;804;g39dcbc36143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5" name="Shape 8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Google Shape;846;g39dcbc36143_0_9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47" name="Google Shape;847;g39dcbc36143_0_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g39dcbc36143_0_132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0" name="Google Shape;890;g39dcbc36143_0_1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1" name="Shape 9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2" name="Google Shape;932;g39dcbc36143_0_17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33" name="Google Shape;933;g39dcbc36143_0_1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1" name="Shape 9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" name="Google Shape;972;g39dcbc36143_0_21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3" name="Google Shape;973;g39dcbc36143_0_2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4" name="Shape 10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" name="Google Shape;1015;g39dcbc36143_0_30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16" name="Google Shape;1016;g39dcbc36143_0_3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7" name="Shape 10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8" name="Google Shape;1058;g39dc09b901a_1_0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9" name="Google Shape;1059;g39dc09b901a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3" name="Shape 10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" name="Google Shape;1064;g39e21d174f9_1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5" name="Google Shape;1065;g39e21d174f9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9" name="Shape 10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0" name="Google Shape;1100;g39f4a0cddd7_0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01" name="Google Shape;1101;g39f4a0cddd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0" name="Shape 1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1" name="Google Shape;1171;g39f4a0cddd7_0_7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72" name="Google Shape;1172;g39f4a0cddd7_0_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1" name="Shape 1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2" name="Google Shape;1242;g39f4a0cddd7_0_15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3" name="Google Shape;1243;g39f4a0cddd7_0_1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2" name="Shape 1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3" name="Google Shape;1313;g39f4a0cddd7_0_79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14" name="Google Shape;1314;g39f4a0cddd7_0_7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3" name="Shape 1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4" name="Google Shape;1384;g39f4a0cddd7_0_86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5" name="Google Shape;1385;g39f4a0cddd7_0_8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4" name="Shape 1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5" name="Google Shape;1455;g39f4a0cddd7_0_93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56" name="Google Shape;1456;g39f4a0cddd7_0_9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5" name="Shape 1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6" name="Google Shape;1526;g39f4a0cddd7_0_517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27" name="Google Shape;1527;g39f4a0cddd7_0_5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6" name="Shape 1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7" name="Google Shape;1597;g3ad80c01cbb_2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98" name="Google Shape;1598;g3ad80c01cbb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7" name="Shape 16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8" name="Google Shape;1668;g39f4a0cddd7_0_104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69" name="Google Shape;1669;g39f4a0cddd7_0_10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8" name="Shape 1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9" name="Google Shape;1739;g39f98e7237a_0_0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40" name="Google Shape;1740;g39f98e7237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4" name="Shape 1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5" name="Google Shape;1745;g39f98e7237a_0_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46" name="Google Shape;1746;g39f98e7237a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2" name="Shape 1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3" name="Google Shape;1783;g39f98e7237a_0_4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84" name="Google Shape;1784;g39f98e7237a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2" name="Shape 1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3" name="Google Shape;1883;g3a0c371d84b_0_8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84" name="Google Shape;1884;g3a0c371d84b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3" name="Shape 19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4" name="Google Shape;1984;g3a0c371d84b_0_112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85" name="Google Shape;1985;g3a0c371d84b_0_1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3" name="Shape 20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4" name="Google Shape;2084;g3a1716757fe_0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85" name="Google Shape;2085;g3a1716757f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3" name="Shape 2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4" name="Google Shape;2184;g3a1716757fe_0_307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85" name="Google Shape;2185;g3a1716757fe_0_3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3" name="Shape 2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4" name="Google Shape;2284;g3a1716757fe_0_40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85" name="Google Shape;2285;g3a1716757fe_0_4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6" name="Shape 2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7" name="Google Shape;2387;g3a1716757fe_0_50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88" name="Google Shape;2388;g3a1716757fe_0_5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9" name="Shape 2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0" name="Google Shape;2490;g3a1716757fe_0_60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91" name="Google Shape;2491;g3a1716757fe_0_6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2" name="Shape 2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3" name="Google Shape;2593;g3a27631f3e4_0_9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94" name="Google Shape;2594;g3a27631f3e4_0_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95" name="Shape 2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6" name="Google Shape;2696;g3a27631f3e4_0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97" name="Google Shape;2697;g3a27631f3e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5" name="Shape 27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6" name="Google Shape;2796;g3700fe3197f_0_0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97" name="Google Shape;2797;g3700fe3197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1" name="Shape 2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2" name="Google Shape;2802;g3700fe3197f_0_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03" name="Google Shape;2803;g3700fe3197f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35" name="Shape 28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6" name="Google Shape;2836;g3700fe3197f_0_10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37" name="Google Shape;2837;g3700fe3197f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9" name="Shape 28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0" name="Google Shape;2890;g3a2d1a72bb1_0_25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91" name="Google Shape;2891;g3a2d1a72bb1_0_2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43" name="Shape 29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4" name="Google Shape;2944;g390f6613fc7_2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5" name="Google Shape;2945;g390f6613fc7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7" name="Shape 29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8" name="Google Shape;2998;g390f6613fc7_2_578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99" name="Google Shape;2999;g390f6613fc7_2_5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51" name="Shape 30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2" name="Google Shape;3052;g3a2d1a72bb1_0_303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53" name="Google Shape;3053;g3a2d1a72bb1_0_3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5" name="Shape 3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6" name="Google Shape;3106;g390f6613fc7_2_53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07" name="Google Shape;3107;g390f6613fc7_2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59" name="Shape 3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0" name="Google Shape;3160;g3a34e3416ec_0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61" name="Google Shape;3161;g3a34e3416ec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15" name="Shape 3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6" name="Google Shape;3216;g390f6613fc7_2_16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17" name="Google Shape;3217;g390f6613fc7_2_1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71" name="Shape 3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2" name="Google Shape;3272;g3a3b8b61372_1_5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73" name="Google Shape;3273;g3a3b8b61372_1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0" name="Shape 3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1" name="Google Shape;3331;g390f6613fc7_2_297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32" name="Google Shape;3332;g390f6613fc7_2_2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8" name="Shape 3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9" name="Google Shape;3389;g390f6613fc7_2_38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90" name="Google Shape;3390;g390f6613fc7_2_3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6" name="Shape 3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7" name="Google Shape;3447;g390f6613fc7_2_45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48" name="Google Shape;3448;g390f6613fc7_2_4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4" name="Shape 3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5" name="Google Shape;3505;g3a3b8b61372_1_11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06" name="Google Shape;3506;g3a3b8b61372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62" name="Shape 3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3" name="Google Shape;3563;g390f6613fc7_2_51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4" name="Google Shape;3564;g390f6613fc7_2_5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20" name="Shape 3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1" name="Google Shape;3621;g390e2b18344_1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22" name="Google Shape;3622;g390e2b18344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78" name="Shape 3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9" name="Google Shape;3679;g3a46774ecb2_0_0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80" name="Google Shape;3680;g3a46774ecb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4" name="Shape 36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5" name="Google Shape;3685;g3a46774ecb2_0_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86" name="Google Shape;3686;g3a46774ecb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24" name="Shape 37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5" name="Google Shape;3725;g390e7909646_0_81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26" name="Google Shape;3726;g390e7909646_0_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79" name="Shape 3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0" name="Google Shape;3780;g3a547e7f83b_0_1093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81" name="Google Shape;3781;g3a547e7f83b_0_10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34" name="Shape 38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5" name="Google Shape;3835;g3a5af5b02b4_0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36" name="Google Shape;3836;g3a5af5b02b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89" name="Shape 38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0" name="Google Shape;3890;g3a77257314c_0_52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91" name="Google Shape;3891;g3a77257314c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4" name="Shape 39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5" name="Google Shape;3945;g3a77257314c_0_10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46" name="Google Shape;3946;g3a77257314c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99" name="Shape 39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0" name="Google Shape;4000;g3a7fa96c598_0_10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01" name="Google Shape;4001;g3a7fa96c598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54" name="Shape 40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5" name="Google Shape;4055;g3a9026a1980_0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56" name="Google Shape;4056;g3a9026a198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09" name="Shape 4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0" name="Google Shape;4110;g3a9026a1980_0_52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11" name="Google Shape;4111;g3a9026a1980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64" name="Shape 4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5" name="Google Shape;4165;g3a9026a1980_0_10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66" name="Google Shape;4166;g3a9026a1980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9" name="Shape 4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0" name="Google Shape;4220;g3a90c3a593e_0_52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21" name="Google Shape;4221;g3a90c3a593e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74" name="Shape 4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5" name="Google Shape;4275;g3a944cf963d_0_43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76" name="Google Shape;4276;g3a944cf963d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0" name="Shape 4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1" name="Google Shape;4281;g3a944cf963d_0_48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82" name="Google Shape;4282;g3a944cf963d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27" name="Shape 4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8" name="Google Shape;4328;g3a950b268a9_0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29" name="Google Shape;4329;g3a950b268a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06" name="Shape 4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7" name="Google Shape;4407;g3a99c2c0f4d_1_9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08" name="Google Shape;4408;g3a99c2c0f4d_1_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85" name="Shape 4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6" name="Google Shape;4486;g3a99c2c0f4d_1_161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87" name="Google Shape;4487;g3a99c2c0f4d_1_1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64" name="Shape 4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5" name="Google Shape;4565;g3a9d5acc26d_0_3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66" name="Google Shape;4566;g3a9d5acc26d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43" name="Shape 4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4" name="Google Shape;4644;g3aa655d9acb_0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645" name="Google Shape;4645;g3aa655d9ac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22" name="Shape 47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3" name="Google Shape;4723;g3aac0abdb85_0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24" name="Google Shape;4724;g3aac0abdb8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01" name="Shape 4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2" name="Google Shape;4802;g391200a0120_0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803" name="Google Shape;4803;g391200a012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80" name="Shape 48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1" name="Google Shape;4881;g3acb3a15d61_0_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882" name="Google Shape;4882;g3acb3a15d61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59" name="Shape 49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0" name="Google Shape;4960;g3acb3a15d61_0_8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61" name="Google Shape;4961;g3acb3a15d61_0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38" name="Shape 50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9" name="Google Shape;5039;g3acb3a15d61_0_16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40" name="Google Shape;5040;g3acb3a15d61_0_1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21" name="Shape 5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Google Shape;5122;g39143dbacec_0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23" name="Google Shape;5123;g39143dbacec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02" name="Shape 5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3" name="Google Shape;5203;g3ad9e36b878_1_81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04" name="Google Shape;5204;g3ad9e36b878_1_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83" name="Shape 5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4" name="Google Shape;5284;g3ad9e36b878_1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85" name="Google Shape;5285;g3ad9e36b878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9"/>
          <p:cNvSpPr txBox="1"/>
          <p:nvPr>
            <p:ph type="ctrTitle"/>
          </p:nvPr>
        </p:nvSpPr>
        <p:spPr>
          <a:xfrm>
            <a:off x="736319" y="1563412"/>
            <a:ext cx="20127600" cy="4310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19"/>
          <p:cNvSpPr txBox="1"/>
          <p:nvPr>
            <p:ph idx="1" type="subTitle"/>
          </p:nvPr>
        </p:nvSpPr>
        <p:spPr>
          <a:xfrm>
            <a:off x="736299" y="5950919"/>
            <a:ext cx="20127600" cy="166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19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0"/>
          <p:cNvSpPr txBox="1"/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20"/>
          <p:cNvSpPr txBox="1"/>
          <p:nvPr>
            <p:ph idx="1" type="body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6" name="Google Shape;16;p20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1"/>
          <p:cNvSpPr txBox="1"/>
          <p:nvPr>
            <p:ph type="title"/>
          </p:nvPr>
        </p:nvSpPr>
        <p:spPr>
          <a:xfrm>
            <a:off x="736299" y="4516220"/>
            <a:ext cx="20127600" cy="176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21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2"/>
          <p:cNvSpPr txBox="1"/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22"/>
          <p:cNvSpPr txBox="1"/>
          <p:nvPr>
            <p:ph idx="1" type="body"/>
          </p:nvPr>
        </p:nvSpPr>
        <p:spPr>
          <a:xfrm>
            <a:off x="736299" y="2419895"/>
            <a:ext cx="9448500" cy="71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22"/>
          <p:cNvSpPr txBox="1"/>
          <p:nvPr>
            <p:ph idx="2" type="body"/>
          </p:nvPr>
        </p:nvSpPr>
        <p:spPr>
          <a:xfrm>
            <a:off x="11415118" y="2419895"/>
            <a:ext cx="9448500" cy="71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22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3"/>
          <p:cNvSpPr txBox="1"/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23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4"/>
          <p:cNvSpPr txBox="1"/>
          <p:nvPr>
            <p:ph type="title"/>
          </p:nvPr>
        </p:nvSpPr>
        <p:spPr>
          <a:xfrm>
            <a:off x="736299" y="1166614"/>
            <a:ext cx="6633000" cy="1586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24"/>
          <p:cNvSpPr txBox="1"/>
          <p:nvPr>
            <p:ph idx="1" type="body"/>
          </p:nvPr>
        </p:nvSpPr>
        <p:spPr>
          <a:xfrm>
            <a:off x="736299" y="2917795"/>
            <a:ext cx="6633000" cy="667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24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5"/>
          <p:cNvSpPr txBox="1"/>
          <p:nvPr>
            <p:ph type="title"/>
          </p:nvPr>
        </p:nvSpPr>
        <p:spPr>
          <a:xfrm>
            <a:off x="1158071" y="945197"/>
            <a:ext cx="15042000" cy="858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25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6"/>
          <p:cNvSpPr/>
          <p:nvPr/>
        </p:nvSpPr>
        <p:spPr>
          <a:xfrm>
            <a:off x="10800000" y="-262"/>
            <a:ext cx="10800000" cy="108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26"/>
          <p:cNvSpPr txBox="1"/>
          <p:nvPr>
            <p:ph type="title"/>
          </p:nvPr>
        </p:nvSpPr>
        <p:spPr>
          <a:xfrm>
            <a:off x="627165" y="2589344"/>
            <a:ext cx="9555900" cy="3112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26"/>
          <p:cNvSpPr txBox="1"/>
          <p:nvPr>
            <p:ph idx="1" type="subTitle"/>
          </p:nvPr>
        </p:nvSpPr>
        <p:spPr>
          <a:xfrm>
            <a:off x="627165" y="5885722"/>
            <a:ext cx="9555900" cy="259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26"/>
          <p:cNvSpPr txBox="1"/>
          <p:nvPr>
            <p:ph idx="2" type="body"/>
          </p:nvPr>
        </p:nvSpPr>
        <p:spPr>
          <a:xfrm>
            <a:off x="11668110" y="1520367"/>
            <a:ext cx="9063900" cy="775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26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27"/>
          <p:cNvSpPr txBox="1"/>
          <p:nvPr>
            <p:ph idx="1" type="body"/>
          </p:nvPr>
        </p:nvSpPr>
        <p:spPr>
          <a:xfrm>
            <a:off x="736299" y="8883097"/>
            <a:ext cx="141705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27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8"/>
          <p:cNvSpPr txBox="1"/>
          <p:nvPr>
            <p:ph hasCustomPrompt="1" type="title"/>
          </p:nvPr>
        </p:nvSpPr>
        <p:spPr>
          <a:xfrm>
            <a:off x="736299" y="2322572"/>
            <a:ext cx="20127600" cy="412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28"/>
          <p:cNvSpPr txBox="1"/>
          <p:nvPr>
            <p:ph idx="1" type="body"/>
          </p:nvPr>
        </p:nvSpPr>
        <p:spPr>
          <a:xfrm>
            <a:off x="736299" y="6618845"/>
            <a:ext cx="20127600" cy="273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28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9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8"/>
          <p:cNvSpPr txBox="1"/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8"/>
          <p:cNvSpPr txBox="1"/>
          <p:nvPr>
            <p:ph idx="1" type="body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8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2.png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2.png"/></Relationships>
</file>

<file path=ppt/slides/_rels/slide6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2.png"/></Relationships>
</file>

<file path=ppt/slides/_rels/slide8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9838" y="4015113"/>
            <a:ext cx="19880325" cy="276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2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2"/>
          <p:cNvSpPr/>
          <p:nvPr/>
        </p:nvSpPr>
        <p:spPr>
          <a:xfrm>
            <a:off x="814250" y="3300663"/>
            <a:ext cx="19971500" cy="4198675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3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" name="Google Shape;67;p3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3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3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3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3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3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3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3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3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0" name="Google Shape;80;p3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1" name="Google Shape;81;p3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" name="Google Shape;82;p3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3" name="Google Shape;83;p3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4" name="Google Shape;84;p3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5" name="Google Shape;85;p3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" name="Google Shape;86;p3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7" name="Google Shape;87;p3"/>
          <p:cNvSpPr/>
          <p:nvPr/>
        </p:nvSpPr>
        <p:spPr>
          <a:xfrm>
            <a:off x="116604" y="68861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8" name="Google Shape;88;p3"/>
          <p:cNvSpPr/>
          <p:nvPr/>
        </p:nvSpPr>
        <p:spPr>
          <a:xfrm>
            <a:off x="111945" y="223056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89" name="Google Shape;89;p3"/>
          <p:cNvSpPr/>
          <p:nvPr/>
        </p:nvSpPr>
        <p:spPr>
          <a:xfrm>
            <a:off x="111945" y="52326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0" name="Google Shape;90;p3"/>
          <p:cNvSpPr/>
          <p:nvPr/>
        </p:nvSpPr>
        <p:spPr>
          <a:xfrm>
            <a:off x="116545" y="372938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1" name="Google Shape;91;p3"/>
          <p:cNvSpPr/>
          <p:nvPr/>
        </p:nvSpPr>
        <p:spPr>
          <a:xfrm>
            <a:off x="111759" y="61488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92" name="Google Shape;92;p3"/>
          <p:cNvSpPr/>
          <p:nvPr/>
        </p:nvSpPr>
        <p:spPr>
          <a:xfrm>
            <a:off x="97224" y="761071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93" name="Google Shape;93;p3"/>
          <p:cNvSpPr/>
          <p:nvPr/>
        </p:nvSpPr>
        <p:spPr>
          <a:xfrm>
            <a:off x="111943" y="8212726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94" name="Google Shape;94;p3"/>
          <p:cNvSpPr/>
          <p:nvPr/>
        </p:nvSpPr>
        <p:spPr>
          <a:xfrm>
            <a:off x="97223" y="884169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95" name="Google Shape;95;p3"/>
          <p:cNvSpPr/>
          <p:nvPr/>
        </p:nvSpPr>
        <p:spPr>
          <a:xfrm>
            <a:off x="111943" y="947065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0" name="Google Shape;100;p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01" name="Google Shape;101;p4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cxnSp>
        <p:nvCxnSpPr>
          <p:cNvPr id="102" name="Google Shape;102;p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03" name="Google Shape;103;p4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104" name="Google Shape;104;p4"/>
          <p:cNvSpPr/>
          <p:nvPr/>
        </p:nvSpPr>
        <p:spPr>
          <a:xfrm>
            <a:off x="9771161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105" name="Google Shape;105;p4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cxnSp>
        <p:nvCxnSpPr>
          <p:cNvPr id="106" name="Google Shape;106;p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7" name="Google Shape;107;p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" name="Google Shape;108;p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9" name="Google Shape;109;p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10" name="Google Shape;110;p4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" name="Google Shape;111;p4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12" name="Google Shape;112;p4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13" name="Google Shape;113;p4"/>
          <p:cNvSpPr/>
          <p:nvPr/>
        </p:nvSpPr>
        <p:spPr>
          <a:xfrm>
            <a:off x="10268744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14" name="Google Shape;114;p4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15" name="Google Shape;115;p4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6" name="Google Shape;116;p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7" name="Google Shape;117;p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" name="Google Shape;118;p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9" name="Google Shape;119;p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0" name="Google Shape;120;p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" name="Google Shape;121;p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" name="Google Shape;122;p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" name="Google Shape;123;p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" name="Google Shape;124;p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" name="Google Shape;125;p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6" name="Google Shape;126;p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7" name="Google Shape;127;p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8" name="Google Shape;128;p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" name="Google Shape;129;p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30" name="Google Shape;130;p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4"/>
          <p:cNvSpPr/>
          <p:nvPr/>
        </p:nvSpPr>
        <p:spPr>
          <a:xfrm>
            <a:off x="10552260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" name="Google Shape;132;p4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33" name="Google Shape;133;p4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34" name="Google Shape;134;p4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35" name="Google Shape;135;p4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36" name="Google Shape;136;p4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" name="Google Shape;137;p4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38" name="Google Shape;138;p4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" name="Google Shape;139;p4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40" name="Google Shape;140;p4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141" name="Google Shape;141;p4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42" name="Google Shape;142;p4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43" name="Google Shape;143;p4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44" name="Google Shape;144;p4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45" name="Google Shape;145;p4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0" name="Google Shape;150;p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1" name="Google Shape;151;p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2" name="Google Shape;152;p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3" name="Google Shape;153;p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" name="Google Shape;154;p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5" name="Google Shape;155;p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56" name="Google Shape;156;p5"/>
          <p:cNvSpPr/>
          <p:nvPr/>
        </p:nvSpPr>
        <p:spPr>
          <a:xfrm>
            <a:off x="12341616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cxnSp>
        <p:nvCxnSpPr>
          <p:cNvPr id="157" name="Google Shape;157;p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8" name="Google Shape;158;p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" name="Google Shape;159;p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" name="Google Shape;160;p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" name="Google Shape;161;p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2" name="Google Shape;162;p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3" name="Google Shape;163;p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" name="Google Shape;164;p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" name="Google Shape;165;p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" name="Google Shape;166;p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7" name="Google Shape;167;p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" name="Google Shape;168;p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" name="Google Shape;169;p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0" name="Google Shape;170;p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71" name="Google Shape;171;p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2" name="Google Shape;172;p5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173" name="Google Shape;173;p5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174" name="Google Shape;174;p5"/>
          <p:cNvSpPr/>
          <p:nvPr/>
        </p:nvSpPr>
        <p:spPr>
          <a:xfrm>
            <a:off x="9771161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175" name="Google Shape;175;p5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76" name="Google Shape;176;p5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7" name="Google Shape;177;p5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78" name="Google Shape;178;p5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79" name="Google Shape;179;p5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80" name="Google Shape;180;p5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1" name="Google Shape;181;p5"/>
          <p:cNvSpPr/>
          <p:nvPr/>
        </p:nvSpPr>
        <p:spPr>
          <a:xfrm>
            <a:off x="10552260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" name="Google Shape;182;p5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83" name="Google Shape;183;p5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84" name="Google Shape;184;p5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85" name="Google Shape;185;p5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86" name="Google Shape;186;p5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7" name="Google Shape;187;p5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88" name="Google Shape;188;p5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" name="Google Shape;189;p5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90" name="Google Shape;190;p5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191" name="Google Shape;191;p5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92" name="Google Shape;192;p5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93" name="Google Shape;193;p5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94" name="Google Shape;194;p5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95" name="Google Shape;195;p5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0" name="Google Shape;200;p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1" name="Google Shape;201;p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2" name="Google Shape;202;p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" name="Google Shape;203;p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4" name="Google Shape;204;p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5" name="Google Shape;205;p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6" name="Google Shape;206;p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7" name="Google Shape;207;p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" name="Google Shape;208;p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" name="Google Shape;209;p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0" name="Google Shape;210;p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1" name="Google Shape;211;p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" name="Google Shape;212;p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" name="Google Shape;213;p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4" name="Google Shape;214;p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5" name="Google Shape;215;p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6" name="Google Shape;216;p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7" name="Google Shape;217;p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" name="Google Shape;218;p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" name="Google Shape;219;p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20" name="Google Shape;220;p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1" name="Google Shape;221;p6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222" name="Google Shape;222;p6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223" name="Google Shape;223;p6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224" name="Google Shape;224;p6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25" name="Google Shape;225;p6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6" name="Google Shape;226;p6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27" name="Google Shape;227;p6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28" name="Google Shape;228;p6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29" name="Google Shape;229;p6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0" name="Google Shape;230;p6"/>
          <p:cNvSpPr/>
          <p:nvPr/>
        </p:nvSpPr>
        <p:spPr>
          <a:xfrm>
            <a:off x="10552260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1" name="Google Shape;231;p6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2" name="Google Shape;232;p6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33" name="Google Shape;233;p6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34" name="Google Shape;234;p6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5" name="Google Shape;235;p6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6" name="Google Shape;236;p6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7" name="Google Shape;237;p6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8" name="Google Shape;238;p6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9" name="Google Shape;239;p6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240" name="Google Shape;240;p6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41" name="Google Shape;241;p6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42" name="Google Shape;242;p6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43" name="Google Shape;243;p6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44" name="Google Shape;244;p6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9" name="Google Shape;249;p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0" name="Google Shape;250;p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1" name="Google Shape;251;p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2" name="Google Shape;252;p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" name="Google Shape;253;p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4" name="Google Shape;254;p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5" name="Google Shape;255;p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6" name="Google Shape;256;p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" name="Google Shape;257;p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8" name="Google Shape;258;p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" name="Google Shape;259;p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0" name="Google Shape;260;p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1" name="Google Shape;261;p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" name="Google Shape;262;p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3" name="Google Shape;263;p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4" name="Google Shape;264;p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5" name="Google Shape;265;p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" name="Google Shape;266;p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7" name="Google Shape;267;p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8" name="Google Shape;268;p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69" name="Google Shape;269;p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0" name="Google Shape;270;p7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271" name="Google Shape;271;p7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272" name="Google Shape;272;p7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273" name="Google Shape;273;p7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74" name="Google Shape;274;p7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5" name="Google Shape;275;p7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76" name="Google Shape;276;p7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77" name="Google Shape;277;p7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78" name="Google Shape;278;p7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9" name="Google Shape;279;p7"/>
          <p:cNvSpPr/>
          <p:nvPr/>
        </p:nvSpPr>
        <p:spPr>
          <a:xfrm>
            <a:off x="12796359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0" name="Google Shape;280;p7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1" name="Google Shape;281;p7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82" name="Google Shape;282;p7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83" name="Google Shape;283;p7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4" name="Google Shape;284;p7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5" name="Google Shape;285;p7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6" name="Google Shape;286;p7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" name="Google Shape;287;p7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8" name="Google Shape;288;p7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289" name="Google Shape;289;p7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90" name="Google Shape;290;p7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91" name="Google Shape;291;p7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92" name="Google Shape;292;p7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93" name="Google Shape;293;p7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8" name="Google Shape;298;p8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9" name="Google Shape;299;p8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0" name="Google Shape;300;p8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1" name="Google Shape;301;p8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2" name="Google Shape;302;p8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3" name="Google Shape;303;p8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4" name="Google Shape;304;p8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05" name="Google Shape;305;p8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6" name="Google Shape;306;p8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7" name="Google Shape;307;p8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8" name="Google Shape;308;p8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9" name="Google Shape;309;p8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0" name="Google Shape;310;p8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1" name="Google Shape;311;p8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2" name="Google Shape;312;p8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3" name="Google Shape;313;p8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4" name="Google Shape;314;p8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5" name="Google Shape;315;p8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6" name="Google Shape;316;p8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7" name="Google Shape;317;p8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18" name="Google Shape;318;p8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19" name="Google Shape;319;p8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320" name="Google Shape;320;p8"/>
          <p:cNvSpPr/>
          <p:nvPr/>
        </p:nvSpPr>
        <p:spPr>
          <a:xfrm>
            <a:off x="9256128" y="23747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321" name="Google Shape;321;p8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322" name="Google Shape;322;p8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23" name="Google Shape;323;p8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4" name="Google Shape;324;p8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25" name="Google Shape;325;p8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26" name="Google Shape;326;p8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27" name="Google Shape;327;p8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8" name="Google Shape;328;p8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29" name="Google Shape;329;p8"/>
          <p:cNvSpPr/>
          <p:nvPr/>
        </p:nvSpPr>
        <p:spPr>
          <a:xfrm>
            <a:off x="12369362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30" name="Google Shape;330;p8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31" name="Google Shape;331;p8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2" name="Google Shape;332;p8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3" name="Google Shape;333;p8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4" name="Google Shape;334;p8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5" name="Google Shape;335;p8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336" name="Google Shape;336;p8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37" name="Google Shape;337;p8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8" name="Google Shape;338;p8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39" name="Google Shape;339;p8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40" name="Google Shape;340;p8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45" name="Google Shape;345;p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6" name="Google Shape;346;p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7" name="Google Shape;347;p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8" name="Google Shape;348;p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9" name="Google Shape;349;p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0" name="Google Shape;350;p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1" name="Google Shape;351;p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52" name="Google Shape;352;p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3" name="Google Shape;353;p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4" name="Google Shape;354;p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5" name="Google Shape;355;p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6" name="Google Shape;356;p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7" name="Google Shape;357;p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8" name="Google Shape;358;p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9" name="Google Shape;359;p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0" name="Google Shape;360;p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1" name="Google Shape;361;p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2" name="Google Shape;362;p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3" name="Google Shape;363;p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4" name="Google Shape;364;p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65" name="Google Shape;365;p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6" name="Google Shape;366;p9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367" name="Google Shape;367;p9"/>
          <p:cNvSpPr/>
          <p:nvPr/>
        </p:nvSpPr>
        <p:spPr>
          <a:xfrm>
            <a:off x="9256128" y="23747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368" name="Google Shape;368;p9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369" name="Google Shape;369;p9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70" name="Google Shape;370;p9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1" name="Google Shape;371;p9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72" name="Google Shape;372;p9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73" name="Google Shape;373;p9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74" name="Google Shape;374;p9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5" name="Google Shape;375;p9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76" name="Google Shape;376;p9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77" name="Google Shape;377;p9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78" name="Google Shape;378;p9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9" name="Google Shape;379;p9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80" name="Google Shape;380;p9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381" name="Google Shape;381;p9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82" name="Google Shape;382;p9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83" name="Google Shape;383;p9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84" name="Google Shape;384;p9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85" name="Google Shape;385;p9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90" name="Google Shape;390;p1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1" name="Google Shape;391;p1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2" name="Google Shape;392;p1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3" name="Google Shape;393;p1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4" name="Google Shape;394;p1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5" name="Google Shape;395;p1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6" name="Google Shape;396;p1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7" name="Google Shape;397;p1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8" name="Google Shape;398;p1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9" name="Google Shape;399;p1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0" name="Google Shape;400;p1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1" name="Google Shape;401;p1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2" name="Google Shape;402;p1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3" name="Google Shape;403;p1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4" name="Google Shape;404;p1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5" name="Google Shape;405;p1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6" name="Google Shape;406;p1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7" name="Google Shape;407;p1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8" name="Google Shape;408;p1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9" name="Google Shape;409;p1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10" name="Google Shape;410;p1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1" name="Google Shape;411;p10"/>
          <p:cNvSpPr/>
          <p:nvPr/>
        </p:nvSpPr>
        <p:spPr>
          <a:xfrm>
            <a:off x="12341614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412" name="Google Shape;412;p10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3" name="Google Shape;413;p10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14" name="Google Shape;414;p10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15" name="Google Shape;415;p10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16" name="Google Shape;416;p10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7" name="Google Shape;417;p10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18" name="Google Shape;418;p10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19" name="Google Shape;419;p10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0" name="Google Shape;420;p10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21" name="Google Shape;421;p10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422" name="Google Shape;422;p10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23" name="Google Shape;423;p10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24" name="Google Shape;424;p10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25" name="Google Shape;425;p10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26" name="Google Shape;426;p10"/>
          <p:cNvSpPr/>
          <p:nvPr/>
        </p:nvSpPr>
        <p:spPr>
          <a:xfrm>
            <a:off x="15478108" y="396453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67763 shown idea proposal</a:t>
            </a:r>
            <a:endParaRPr/>
          </a:p>
        </p:txBody>
      </p:sp>
      <p:sp>
        <p:nvSpPr>
          <p:cNvPr id="427" name="Google Shape;427;p10"/>
          <p:cNvSpPr/>
          <p:nvPr/>
        </p:nvSpPr>
        <p:spPr>
          <a:xfrm>
            <a:off x="12762195" y="23747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428" name="Google Shape;428;p10"/>
          <p:cNvSpPr/>
          <p:nvPr/>
        </p:nvSpPr>
        <p:spPr>
          <a:xfrm>
            <a:off x="6034501" y="234905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game.&lt;&lt;&lt;&lt;&lt;</a:t>
            </a:r>
            <a:endParaRPr/>
          </a:p>
        </p:txBody>
      </p:sp>
      <p:sp>
        <p:nvSpPr>
          <p:cNvPr id="429" name="Google Shape;429;p10"/>
          <p:cNvSpPr/>
          <p:nvPr/>
        </p:nvSpPr>
        <p:spPr>
          <a:xfrm>
            <a:off x="6637412" y="234642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4" name="Google Shape;434;p11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5" name="Google Shape;435;p11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6" name="Google Shape;436;p11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7" name="Google Shape;437;p11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8" name="Google Shape;438;p11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9" name="Google Shape;439;p11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40" name="Google Shape;440;p11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1" name="Google Shape;441;p11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2" name="Google Shape;442;p11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3" name="Google Shape;443;p11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4" name="Google Shape;444;p11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5" name="Google Shape;445;p11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6" name="Google Shape;446;p11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7" name="Google Shape;447;p11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8" name="Google Shape;448;p11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9" name="Google Shape;449;p11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0" name="Google Shape;450;p11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1" name="Google Shape;451;p11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2" name="Google Shape;452;p11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3" name="Google Shape;453;p11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54" name="Google Shape;454;p11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55" name="Google Shape;455;p11"/>
          <p:cNvSpPr/>
          <p:nvPr/>
        </p:nvSpPr>
        <p:spPr>
          <a:xfrm>
            <a:off x="12341614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456" name="Google Shape;456;p11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7" name="Google Shape;457;p11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58" name="Google Shape;458;p11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59" name="Google Shape;459;p11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60" name="Google Shape;460;p11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1" name="Google Shape;461;p11"/>
          <p:cNvSpPr/>
          <p:nvPr/>
        </p:nvSpPr>
        <p:spPr>
          <a:xfrm>
            <a:off x="12341430" y="77276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62" name="Google Shape;462;p11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63" name="Google Shape;463;p11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4" name="Google Shape;464;p11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65" name="Google Shape;465;p11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66" name="Google Shape;466;p11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467" name="Google Shape;467;p11"/>
          <p:cNvSpPr/>
          <p:nvPr/>
        </p:nvSpPr>
        <p:spPr>
          <a:xfrm>
            <a:off x="6034501" y="234905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68" name="Google Shape;468;p11"/>
          <p:cNvSpPr/>
          <p:nvPr/>
        </p:nvSpPr>
        <p:spPr>
          <a:xfrm>
            <a:off x="15478085" y="23777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(Checking with prior users if a hotbar exists/would help)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Review: 67775, 68547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9" name="Google Shape;469;p11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</a:t>
            </a:r>
            <a:endParaRPr/>
          </a:p>
        </p:txBody>
      </p:sp>
      <p:sp>
        <p:nvSpPr>
          <p:cNvPr id="470" name="Google Shape;470;p11"/>
          <p:cNvSpPr/>
          <p:nvPr/>
        </p:nvSpPr>
        <p:spPr>
          <a:xfrm>
            <a:off x="6655532" y="889430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71" name="Google Shape;471;p11"/>
          <p:cNvSpPr/>
          <p:nvPr/>
        </p:nvSpPr>
        <p:spPr>
          <a:xfrm>
            <a:off x="12396124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472" name="Google Shape;472;p11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6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77" name="Google Shape;477;p12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78" name="Google Shape;478;p12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79" name="Google Shape;479;p12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0" name="Google Shape;480;p12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1" name="Google Shape;481;p12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2" name="Google Shape;482;p12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3" name="Google Shape;483;p12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84" name="Google Shape;484;p12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5" name="Google Shape;485;p12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6" name="Google Shape;486;p12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7" name="Google Shape;487;p12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8" name="Google Shape;488;p12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9" name="Google Shape;489;p12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0" name="Google Shape;490;p12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1" name="Google Shape;491;p12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2" name="Google Shape;492;p12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3" name="Google Shape;493;p12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4" name="Google Shape;494;p12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5" name="Google Shape;495;p12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6" name="Google Shape;496;p12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97" name="Google Shape;497;p12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98" name="Google Shape;498;p12"/>
          <p:cNvSpPr/>
          <p:nvPr/>
        </p:nvSpPr>
        <p:spPr>
          <a:xfrm>
            <a:off x="15478083" y="3964549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(Small functionality showcase)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Review: 67763, 68130, 68547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9" name="Google Shape;499;p12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0" name="Google Shape;500;p12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01" name="Google Shape;501;p12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502" name="Google Shape;502;p12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03" name="Google Shape;503;p12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4" name="Google Shape;504;p12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05" name="Google Shape;505;p12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06" name="Google Shape;506;p12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07" name="Google Shape;507;p12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508" name="Google Shape;508;p12"/>
          <p:cNvSpPr/>
          <p:nvPr/>
        </p:nvSpPr>
        <p:spPr>
          <a:xfrm>
            <a:off x="6034501" y="234905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09" name="Google Shape;509;p12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510" name="Google Shape;510;p12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</a:t>
            </a:r>
            <a:endParaRPr/>
          </a:p>
        </p:txBody>
      </p:sp>
      <p:sp>
        <p:nvSpPr>
          <p:cNvPr id="511" name="Google Shape;511;p12"/>
          <p:cNvSpPr/>
          <p:nvPr/>
        </p:nvSpPr>
        <p:spPr>
          <a:xfrm>
            <a:off x="6655532" y="889430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12" name="Google Shape;512;p12"/>
          <p:cNvSpPr/>
          <p:nvPr/>
        </p:nvSpPr>
        <p:spPr>
          <a:xfrm>
            <a:off x="12396124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513" name="Google Shape;513;p12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7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18" name="Google Shape;518;p13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19" name="Google Shape;519;p13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0" name="Google Shape;520;p13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1" name="Google Shape;521;p13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2" name="Google Shape;522;p13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3" name="Google Shape;523;p13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4" name="Google Shape;524;p13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25" name="Google Shape;525;p13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6" name="Google Shape;526;p13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7" name="Google Shape;527;p13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8" name="Google Shape;528;p13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9" name="Google Shape;529;p13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0" name="Google Shape;530;p13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1" name="Google Shape;531;p13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2" name="Google Shape;532;p13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3" name="Google Shape;533;p13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4" name="Google Shape;534;p13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5" name="Google Shape;535;p13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6" name="Google Shape;536;p13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7" name="Google Shape;537;p13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538" name="Google Shape;538;p13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39" name="Google Shape;539;p13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40" name="Google Shape;540;p13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541" name="Google Shape;541;p13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42" name="Google Shape;542;p13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43" name="Google Shape;543;p13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44" name="Google Shape;544;p13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45" name="Google Shape;545;p13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</a:t>
            </a:r>
            <a:endParaRPr/>
          </a:p>
        </p:txBody>
      </p:sp>
      <p:sp>
        <p:nvSpPr>
          <p:cNvPr id="546" name="Google Shape;546;p13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547" name="Google Shape;547;p13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</a:t>
            </a:r>
            <a:endParaRPr/>
          </a:p>
        </p:txBody>
      </p:sp>
      <p:sp>
        <p:nvSpPr>
          <p:cNvPr id="548" name="Google Shape;548;p13"/>
          <p:cNvSpPr/>
          <p:nvPr/>
        </p:nvSpPr>
        <p:spPr>
          <a:xfrm>
            <a:off x="6655532" y="889430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49" name="Google Shape;549;p13"/>
          <p:cNvSpPr/>
          <p:nvPr/>
        </p:nvSpPr>
        <p:spPr>
          <a:xfrm>
            <a:off x="12396124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550" name="Google Shape;550;p13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51" name="Google Shape;551;p13"/>
          <p:cNvSpPr/>
          <p:nvPr/>
        </p:nvSpPr>
        <p:spPr>
          <a:xfrm>
            <a:off x="1908007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552" name="Google Shape;552;p13"/>
          <p:cNvSpPr/>
          <p:nvPr/>
        </p:nvSpPr>
        <p:spPr>
          <a:xfrm>
            <a:off x="6052621" y="238745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53" name="Google Shape;553;p13"/>
          <p:cNvSpPr/>
          <p:nvPr/>
        </p:nvSpPr>
        <p:spPr>
          <a:xfrm>
            <a:off x="12369362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7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58" name="Google Shape;558;p1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59" name="Google Shape;559;p1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0" name="Google Shape;560;p1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1" name="Google Shape;561;p1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2" name="Google Shape;562;p1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3" name="Google Shape;563;p1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4" name="Google Shape;564;p1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65" name="Google Shape;565;p1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66" name="Google Shape;566;p1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67" name="Google Shape;567;p1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68" name="Google Shape;568;p1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69" name="Google Shape;569;p1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0" name="Google Shape;570;p1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1" name="Google Shape;571;p1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2" name="Google Shape;572;p1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3" name="Google Shape;573;p1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4" name="Google Shape;574;p1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5" name="Google Shape;575;p1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6" name="Google Shape;576;p1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7" name="Google Shape;577;p1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578" name="Google Shape;578;p1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9" name="Google Shape;579;p14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80" name="Google Shape;580;p14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581" name="Google Shape;581;p14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82" name="Google Shape;582;p14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83" name="Google Shape;583;p14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84" name="Google Shape;584;p14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85" name="Google Shape;585;p14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</a:t>
            </a:r>
            <a:endParaRPr/>
          </a:p>
        </p:txBody>
      </p:sp>
      <p:sp>
        <p:nvSpPr>
          <p:cNvPr id="586" name="Google Shape;586;p14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587" name="Google Shape;587;p14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88" name="Google Shape;588;p14"/>
          <p:cNvSpPr/>
          <p:nvPr/>
        </p:nvSpPr>
        <p:spPr>
          <a:xfrm>
            <a:off x="15478083" y="2387304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Rviewer: 67775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89" name="Google Shape;589;p14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90" name="Google Shape;590;p14"/>
          <p:cNvSpPr/>
          <p:nvPr/>
        </p:nvSpPr>
        <p:spPr>
          <a:xfrm>
            <a:off x="1908007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591" name="Google Shape;591;p14"/>
          <p:cNvSpPr/>
          <p:nvPr/>
        </p:nvSpPr>
        <p:spPr>
          <a:xfrm>
            <a:off x="15423733" y="8774604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Rviewer: 67775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5" name="Shape 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96" name="Google Shape;596;p1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97" name="Google Shape;597;p1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98" name="Google Shape;598;p1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99" name="Google Shape;599;p1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0" name="Google Shape;600;p1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1" name="Google Shape;601;p1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2" name="Google Shape;602;p1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3" name="Google Shape;603;p1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4" name="Google Shape;604;p1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5" name="Google Shape;605;p1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6" name="Google Shape;606;p1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7" name="Google Shape;607;p1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8" name="Google Shape;608;p1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9" name="Google Shape;609;p1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0" name="Google Shape;610;p1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1" name="Google Shape;611;p1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2" name="Google Shape;612;p1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3" name="Google Shape;613;p1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4" name="Google Shape;614;p1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5" name="Google Shape;615;p1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16" name="Google Shape;616;p1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17" name="Google Shape;617;p15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18" name="Google Shape;618;p15"/>
          <p:cNvSpPr/>
          <p:nvPr/>
        </p:nvSpPr>
        <p:spPr>
          <a:xfrm>
            <a:off x="9256129" y="55304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619" name="Google Shape;619;p15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20" name="Google Shape;620;p15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21" name="Google Shape;621;p15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22" name="Google Shape;622;p15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23" name="Google Shape;623;p15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</a:t>
            </a:r>
            <a:endParaRPr/>
          </a:p>
        </p:txBody>
      </p:sp>
      <p:sp>
        <p:nvSpPr>
          <p:cNvPr id="624" name="Google Shape;624;p15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625" name="Google Shape;625;p15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26" name="Google Shape;626;p15"/>
          <p:cNvSpPr/>
          <p:nvPr/>
        </p:nvSpPr>
        <p:spPr>
          <a:xfrm>
            <a:off x="18668887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627" name="Google Shape;627;p15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28" name="Google Shape;628;p15"/>
          <p:cNvSpPr/>
          <p:nvPr/>
        </p:nvSpPr>
        <p:spPr>
          <a:xfrm>
            <a:off x="1908007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3" name="Google Shape;633;p16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34" name="Google Shape;634;p16"/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8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39" name="Google Shape;639;p1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40" name="Google Shape;640;p1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1" name="Google Shape;641;p1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2" name="Google Shape;642;p1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3" name="Google Shape;643;p1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4" name="Google Shape;644;p1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5" name="Google Shape;645;p1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6" name="Google Shape;646;p1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7" name="Google Shape;647;p1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8" name="Google Shape;648;p1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9" name="Google Shape;649;p1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0" name="Google Shape;650;p1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1" name="Google Shape;651;p1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2" name="Google Shape;652;p1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53" name="Google Shape;653;p1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54" name="Google Shape;654;p1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55" name="Google Shape;655;p1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56" name="Google Shape;656;p1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57" name="Google Shape;657;p1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58" name="Google Shape;658;p1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59" name="Google Shape;659;p1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0" name="Google Shape;660;p17"/>
          <p:cNvSpPr/>
          <p:nvPr/>
        </p:nvSpPr>
        <p:spPr>
          <a:xfrm>
            <a:off x="112845" y="895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61" name="Google Shape;661;p17"/>
          <p:cNvSpPr/>
          <p:nvPr/>
        </p:nvSpPr>
        <p:spPr>
          <a:xfrm>
            <a:off x="113008" y="47510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62" name="Google Shape;662;p17"/>
          <p:cNvSpPr/>
          <p:nvPr/>
        </p:nvSpPr>
        <p:spPr>
          <a:xfrm>
            <a:off x="113011" y="526755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663" name="Google Shape;663;p17"/>
          <p:cNvSpPr/>
          <p:nvPr/>
        </p:nvSpPr>
        <p:spPr>
          <a:xfrm>
            <a:off x="112854" y="192716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64" name="Google Shape;664;p17"/>
          <p:cNvSpPr/>
          <p:nvPr/>
        </p:nvSpPr>
        <p:spPr>
          <a:xfrm>
            <a:off x="112840" y="288448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665" name="Google Shape;665;p17"/>
          <p:cNvSpPr/>
          <p:nvPr/>
        </p:nvSpPr>
        <p:spPr>
          <a:xfrm>
            <a:off x="112862" y="355640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666" name="Google Shape;666;p17"/>
          <p:cNvSpPr/>
          <p:nvPr/>
        </p:nvSpPr>
        <p:spPr>
          <a:xfrm>
            <a:off x="113011" y="593540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667" name="Google Shape;667;p17"/>
          <p:cNvSpPr/>
          <p:nvPr/>
        </p:nvSpPr>
        <p:spPr>
          <a:xfrm>
            <a:off x="113011" y="706127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668" name="Google Shape;668;p17"/>
          <p:cNvSpPr/>
          <p:nvPr/>
        </p:nvSpPr>
        <p:spPr>
          <a:xfrm>
            <a:off x="112841" y="76377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669" name="Google Shape;669;p17"/>
          <p:cNvSpPr/>
          <p:nvPr/>
        </p:nvSpPr>
        <p:spPr>
          <a:xfrm>
            <a:off x="112990" y="852316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670" name="Google Shape;670;p17"/>
          <p:cNvSpPr/>
          <p:nvPr/>
        </p:nvSpPr>
        <p:spPr>
          <a:xfrm>
            <a:off x="112990" y="87745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671" name="Google Shape;671;p17"/>
          <p:cNvSpPr/>
          <p:nvPr/>
        </p:nvSpPr>
        <p:spPr>
          <a:xfrm>
            <a:off x="112990" y="90325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672" name="Google Shape;672;p17"/>
          <p:cNvSpPr/>
          <p:nvPr/>
        </p:nvSpPr>
        <p:spPr>
          <a:xfrm>
            <a:off x="112990" y="93714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6" name="Shape 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Google Shape;677;g39d66a711aa_0_824"/>
          <p:cNvSpPr/>
          <p:nvPr/>
        </p:nvSpPr>
        <p:spPr>
          <a:xfrm>
            <a:off x="9366086" y="404690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678" name="Google Shape;678;g39d66a711aa_0_824"/>
          <p:cNvSpPr/>
          <p:nvPr/>
        </p:nvSpPr>
        <p:spPr>
          <a:xfrm>
            <a:off x="93117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cxnSp>
        <p:nvCxnSpPr>
          <p:cNvPr id="679" name="Google Shape;679;g39d66a711aa_0_82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80" name="Google Shape;680;g39d66a711aa_0_82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1" name="Google Shape;681;g39d66a711aa_0_82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2" name="Google Shape;682;g39d66a711aa_0_82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3" name="Google Shape;683;g39d66a711aa_0_82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4" name="Google Shape;684;g39d66a711aa_0_82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5" name="Google Shape;685;g39d66a711aa_0_82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6" name="Google Shape;686;g39d66a711aa_0_82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7" name="Google Shape;687;g39d66a711aa_0_82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8" name="Google Shape;688;g39d66a711aa_0_82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9" name="Google Shape;689;g39d66a711aa_0_82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0" name="Google Shape;690;g39d66a711aa_0_82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1" name="Google Shape;691;g39d66a711aa_0_82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2" name="Google Shape;692;g39d66a711aa_0_82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93" name="Google Shape;693;g39d66a711aa_0_82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94" name="Google Shape;694;g39d66a711aa_0_82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95" name="Google Shape;695;g39d66a711aa_0_82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96" name="Google Shape;696;g39d66a711aa_0_82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97" name="Google Shape;697;g39d66a711aa_0_82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98" name="Google Shape;698;g39d66a711aa_0_82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99" name="Google Shape;699;g39d66a711aa_0_82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00" name="Google Shape;700;g39d66a711aa_0_824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1" name="Google Shape;701;g39d66a711aa_0_824"/>
          <p:cNvSpPr/>
          <p:nvPr/>
        </p:nvSpPr>
        <p:spPr>
          <a:xfrm>
            <a:off x="93116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702" name="Google Shape;702;g39d66a711aa_0_824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03" name="Google Shape;703;g39d66a711aa_0_824"/>
          <p:cNvSpPr/>
          <p:nvPr/>
        </p:nvSpPr>
        <p:spPr>
          <a:xfrm>
            <a:off x="9311783" y="8951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04" name="Google Shape;704;g39d66a711aa_0_824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705" name="Google Shape;705;g39d66a711aa_0_824"/>
          <p:cNvSpPr/>
          <p:nvPr/>
        </p:nvSpPr>
        <p:spPr>
          <a:xfrm>
            <a:off x="9776474" y="404691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706" name="Google Shape;706;g39d66a711aa_0_824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07" name="Google Shape;707;g39d66a711aa_0_824"/>
          <p:cNvSpPr/>
          <p:nvPr/>
        </p:nvSpPr>
        <p:spPr>
          <a:xfrm>
            <a:off x="97221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708" name="Google Shape;708;g39d66a711aa_0_824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09" name="Google Shape;709;g39d66a711aa_0_824"/>
          <p:cNvSpPr/>
          <p:nvPr/>
        </p:nvSpPr>
        <p:spPr>
          <a:xfrm>
            <a:off x="9311783" y="7261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10" name="Google Shape;710;g39d66a711aa_0_824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11" name="Google Shape;711;g39d66a711aa_0_824"/>
          <p:cNvSpPr/>
          <p:nvPr/>
        </p:nvSpPr>
        <p:spPr>
          <a:xfrm>
            <a:off x="9311783" y="89905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12" name="Google Shape;712;g39d66a711aa_0_824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13" name="Google Shape;713;g39d66a711aa_0_824"/>
          <p:cNvSpPr/>
          <p:nvPr/>
        </p:nvSpPr>
        <p:spPr>
          <a:xfrm>
            <a:off x="10169290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14" name="Google Shape;714;g39d66a711aa_0_824"/>
          <p:cNvSpPr/>
          <p:nvPr/>
        </p:nvSpPr>
        <p:spPr>
          <a:xfrm>
            <a:off x="10169311" y="248677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715" name="Google Shape;715;g39d66a711aa_0_824"/>
          <p:cNvSpPr/>
          <p:nvPr/>
        </p:nvSpPr>
        <p:spPr>
          <a:xfrm>
            <a:off x="10616690" y="40547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9" name="Shape 7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0" name="Google Shape;720;g39d66a711aa_0_86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21" name="Google Shape;721;g39d66a711aa_0_86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2" name="Google Shape;722;g39d66a711aa_0_86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3" name="Google Shape;723;g39d66a711aa_0_86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4" name="Google Shape;724;g39d66a711aa_0_86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5" name="Google Shape;725;g39d66a711aa_0_86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6" name="Google Shape;726;g39d66a711aa_0_86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7" name="Google Shape;727;g39d66a711aa_0_86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8" name="Google Shape;728;g39d66a711aa_0_86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9" name="Google Shape;729;g39d66a711aa_0_86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0" name="Google Shape;730;g39d66a711aa_0_86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1" name="Google Shape;731;g39d66a711aa_0_86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2" name="Google Shape;732;g39d66a711aa_0_86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3" name="Google Shape;733;g39d66a711aa_0_86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34" name="Google Shape;734;g39d66a711aa_0_86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35" name="Google Shape;735;g39d66a711aa_0_86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36" name="Google Shape;736;g39d66a711aa_0_86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37" name="Google Shape;737;g39d66a711aa_0_86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38" name="Google Shape;738;g39d66a711aa_0_86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39" name="Google Shape;739;g39d66a711aa_0_86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40" name="Google Shape;740;g39d66a711aa_0_86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41" name="Google Shape;741;g39d66a711aa_0_864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2" name="Google Shape;742;g39d66a711aa_0_864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743" name="Google Shape;743;g39d66a711aa_0_864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44" name="Google Shape;744;g39d66a711aa_0_864"/>
          <p:cNvSpPr/>
          <p:nvPr/>
        </p:nvSpPr>
        <p:spPr>
          <a:xfrm>
            <a:off x="12341658" y="8320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45" name="Google Shape;745;g39d66a711aa_0_864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746" name="Google Shape;746;g39d66a711aa_0_864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47" name="Google Shape;747;g39d66a711aa_0_864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48" name="Google Shape;748;g39d66a711aa_0_864"/>
          <p:cNvSpPr/>
          <p:nvPr/>
        </p:nvSpPr>
        <p:spPr>
          <a:xfrm>
            <a:off x="12369383" y="7261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49" name="Google Shape;749;g39d66a711aa_0_864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50" name="Google Shape;750;g39d66a711aa_0_864"/>
          <p:cNvSpPr/>
          <p:nvPr/>
        </p:nvSpPr>
        <p:spPr>
          <a:xfrm>
            <a:off x="12369383" y="8900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51" name="Google Shape;751;g39d66a711aa_0_864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52" name="Google Shape;752;g39d66a711aa_0_864"/>
          <p:cNvSpPr/>
          <p:nvPr/>
        </p:nvSpPr>
        <p:spPr>
          <a:xfrm>
            <a:off x="12369386" y="236305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753" name="Google Shape;753;g39d66a711aa_0_864"/>
          <p:cNvSpPr/>
          <p:nvPr/>
        </p:nvSpPr>
        <p:spPr>
          <a:xfrm>
            <a:off x="8917799" y="404689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754" name="Google Shape;754;g39d66a711aa_0_864"/>
          <p:cNvSpPr/>
          <p:nvPr/>
        </p:nvSpPr>
        <p:spPr>
          <a:xfrm>
            <a:off x="9298415" y="404690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55" name="Google Shape;755;g39d66a711aa_0_864"/>
          <p:cNvSpPr/>
          <p:nvPr/>
        </p:nvSpPr>
        <p:spPr>
          <a:xfrm>
            <a:off x="9740536" y="404689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756" name="Google Shape;756;g39d66a711aa_0_864"/>
          <p:cNvSpPr/>
          <p:nvPr/>
        </p:nvSpPr>
        <p:spPr>
          <a:xfrm>
            <a:off x="12341640" y="40020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57" name="Google Shape;757;g39d66a711aa_0_864"/>
          <p:cNvSpPr/>
          <p:nvPr/>
        </p:nvSpPr>
        <p:spPr>
          <a:xfrm>
            <a:off x="9298428" y="23447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58" name="Google Shape;758;g39d66a711aa_0_864"/>
          <p:cNvSpPr/>
          <p:nvPr/>
        </p:nvSpPr>
        <p:spPr>
          <a:xfrm>
            <a:off x="12883815" y="23630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63" name="Google Shape;763;g39dcbc36143_0_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64" name="Google Shape;764;g39dcbc36143_0_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5" name="Google Shape;765;g39dcbc36143_0_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6" name="Google Shape;766;g39dcbc36143_0_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7" name="Google Shape;767;g39dcbc36143_0_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8" name="Google Shape;768;g39dcbc36143_0_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9" name="Google Shape;769;g39dcbc36143_0_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0" name="Google Shape;770;g39dcbc36143_0_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1" name="Google Shape;771;g39dcbc36143_0_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2" name="Google Shape;772;g39dcbc36143_0_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3" name="Google Shape;773;g39dcbc36143_0_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4" name="Google Shape;774;g39dcbc36143_0_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5" name="Google Shape;775;g39dcbc36143_0_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6" name="Google Shape;776;g39dcbc36143_0_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77" name="Google Shape;777;g39dcbc36143_0_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78" name="Google Shape;778;g39dcbc36143_0_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79" name="Google Shape;779;g39dcbc36143_0_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0" name="Google Shape;780;g39dcbc36143_0_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1" name="Google Shape;781;g39dcbc36143_0_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2" name="Google Shape;782;g39dcbc36143_0_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3" name="Google Shape;783;g39dcbc36143_0_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84" name="Google Shape;784;g39dcbc36143_0_6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5" name="Google Shape;785;g39dcbc36143_0_6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786" name="Google Shape;786;g39dcbc36143_0_6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87" name="Google Shape;787;g39dcbc36143_0_6"/>
          <p:cNvSpPr/>
          <p:nvPr/>
        </p:nvSpPr>
        <p:spPr>
          <a:xfrm>
            <a:off x="12341658" y="8320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88" name="Google Shape;788;g39dcbc36143_0_6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789" name="Google Shape;789;g39dcbc36143_0_6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90" name="Google Shape;790;g39dcbc36143_0_6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91" name="Google Shape;791;g39dcbc36143_0_6"/>
          <p:cNvSpPr/>
          <p:nvPr/>
        </p:nvSpPr>
        <p:spPr>
          <a:xfrm>
            <a:off x="12369383" y="7261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92" name="Google Shape;792;g39dcbc36143_0_6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93" name="Google Shape;793;g39dcbc36143_0_6"/>
          <p:cNvSpPr/>
          <p:nvPr/>
        </p:nvSpPr>
        <p:spPr>
          <a:xfrm>
            <a:off x="12369383" y="8900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94" name="Google Shape;794;g39dcbc36143_0_6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95" name="Google Shape;795;g39dcbc36143_0_6"/>
          <p:cNvSpPr/>
          <p:nvPr/>
        </p:nvSpPr>
        <p:spPr>
          <a:xfrm>
            <a:off x="15532411" y="241702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67775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6" name="Google Shape;796;g39dcbc36143_0_6"/>
          <p:cNvSpPr/>
          <p:nvPr/>
        </p:nvSpPr>
        <p:spPr>
          <a:xfrm>
            <a:off x="9002186" y="406267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797" name="Google Shape;797;g39dcbc36143_0_6"/>
          <p:cNvSpPr/>
          <p:nvPr/>
        </p:nvSpPr>
        <p:spPr>
          <a:xfrm>
            <a:off x="9566940" y="403113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98" name="Google Shape;798;g39dcbc36143_0_6"/>
          <p:cNvSpPr/>
          <p:nvPr/>
        </p:nvSpPr>
        <p:spPr>
          <a:xfrm>
            <a:off x="12341661" y="40020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799" name="Google Shape;799;g39dcbc36143_0_6"/>
          <p:cNvSpPr/>
          <p:nvPr/>
        </p:nvSpPr>
        <p:spPr>
          <a:xfrm>
            <a:off x="15558965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67763, 68130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00" name="Google Shape;800;g39dcbc36143_0_6"/>
          <p:cNvSpPr/>
          <p:nvPr/>
        </p:nvSpPr>
        <p:spPr>
          <a:xfrm>
            <a:off x="92573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01" name="Google Shape;801;g39dcbc36143_0_6"/>
          <p:cNvSpPr/>
          <p:nvPr/>
        </p:nvSpPr>
        <p:spPr>
          <a:xfrm>
            <a:off x="12287240" y="241701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5" name="Shape 8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06" name="Google Shape;806;g39dcbc36143_0_48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07" name="Google Shape;807;g39dcbc36143_0_48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08" name="Google Shape;808;g39dcbc36143_0_48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09" name="Google Shape;809;g39dcbc36143_0_48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0" name="Google Shape;810;g39dcbc36143_0_48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1" name="Google Shape;811;g39dcbc36143_0_48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2" name="Google Shape;812;g39dcbc36143_0_48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3" name="Google Shape;813;g39dcbc36143_0_48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4" name="Google Shape;814;g39dcbc36143_0_48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5" name="Google Shape;815;g39dcbc36143_0_48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6" name="Google Shape;816;g39dcbc36143_0_48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7" name="Google Shape;817;g39dcbc36143_0_48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8" name="Google Shape;818;g39dcbc36143_0_48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9" name="Google Shape;819;g39dcbc36143_0_48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20" name="Google Shape;820;g39dcbc36143_0_48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1" name="Google Shape;821;g39dcbc36143_0_48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2" name="Google Shape;822;g39dcbc36143_0_48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3" name="Google Shape;823;g39dcbc36143_0_48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4" name="Google Shape;824;g39dcbc36143_0_48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5" name="Google Shape;825;g39dcbc36143_0_48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6" name="Google Shape;826;g39dcbc36143_0_48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27" name="Google Shape;827;g39dcbc36143_0_48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28" name="Google Shape;828;g39dcbc36143_0_48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829" name="Google Shape;829;g39dcbc36143_0_48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30" name="Google Shape;830;g39dcbc36143_0_48"/>
          <p:cNvSpPr/>
          <p:nvPr/>
        </p:nvSpPr>
        <p:spPr>
          <a:xfrm>
            <a:off x="15478108" y="7263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68547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31" name="Google Shape;831;g39dcbc36143_0_48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832" name="Google Shape;832;g39dcbc36143_0_48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33" name="Google Shape;833;g39dcbc36143_0_48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34" name="Google Shape;834;g39dcbc36143_0_48"/>
          <p:cNvSpPr/>
          <p:nvPr/>
        </p:nvSpPr>
        <p:spPr>
          <a:xfrm>
            <a:off x="15478108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67286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35" name="Google Shape;835;g39dcbc36143_0_48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36" name="Google Shape;836;g39dcbc36143_0_48"/>
          <p:cNvSpPr/>
          <p:nvPr/>
        </p:nvSpPr>
        <p:spPr>
          <a:xfrm>
            <a:off x="15478108" y="87746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67804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37" name="Google Shape;837;g39dcbc36143_0_48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38" name="Google Shape;838;g39dcbc36143_0_48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839" name="Google Shape;839;g39dcbc36143_0_48"/>
          <p:cNvSpPr/>
          <p:nvPr/>
        </p:nvSpPr>
        <p:spPr>
          <a:xfrm>
            <a:off x="9311786" y="407844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840" name="Google Shape;840;g39dcbc36143_0_48"/>
          <p:cNvSpPr/>
          <p:nvPr/>
        </p:nvSpPr>
        <p:spPr>
          <a:xfrm>
            <a:off x="9676315" y="411560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41" name="Google Shape;841;g39dcbc36143_0_48"/>
          <p:cNvSpPr/>
          <p:nvPr/>
        </p:nvSpPr>
        <p:spPr>
          <a:xfrm>
            <a:off x="12341661" y="40020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842" name="Google Shape;842;g39dcbc36143_0_48"/>
          <p:cNvSpPr/>
          <p:nvPr/>
        </p:nvSpPr>
        <p:spPr>
          <a:xfrm>
            <a:off x="18741915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43" name="Google Shape;843;g39dcbc36143_0_48"/>
          <p:cNvSpPr/>
          <p:nvPr/>
        </p:nvSpPr>
        <p:spPr>
          <a:xfrm>
            <a:off x="9343728" y="23447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44" name="Google Shape;844;g39dcbc36143_0_48"/>
          <p:cNvSpPr/>
          <p:nvPr/>
        </p:nvSpPr>
        <p:spPr>
          <a:xfrm>
            <a:off x="12459978" y="23447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8" name="Shape 8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49" name="Google Shape;849;g39dcbc36143_0_9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50" name="Google Shape;850;g39dcbc36143_0_9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1" name="Google Shape;851;g39dcbc36143_0_9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2" name="Google Shape;852;g39dcbc36143_0_9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3" name="Google Shape;853;g39dcbc36143_0_9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4" name="Google Shape;854;g39dcbc36143_0_9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5" name="Google Shape;855;g39dcbc36143_0_9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6" name="Google Shape;856;g39dcbc36143_0_9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7" name="Google Shape;857;g39dcbc36143_0_9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8" name="Google Shape;858;g39dcbc36143_0_9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9" name="Google Shape;859;g39dcbc36143_0_9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0" name="Google Shape;860;g39dcbc36143_0_9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1" name="Google Shape;861;g39dcbc36143_0_9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2" name="Google Shape;862;g39dcbc36143_0_9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63" name="Google Shape;863;g39dcbc36143_0_9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4" name="Google Shape;864;g39dcbc36143_0_9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5" name="Google Shape;865;g39dcbc36143_0_9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6" name="Google Shape;866;g39dcbc36143_0_9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7" name="Google Shape;867;g39dcbc36143_0_9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8" name="Google Shape;868;g39dcbc36143_0_9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9" name="Google Shape;869;g39dcbc36143_0_9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70" name="Google Shape;870;g39dcbc36143_0_90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71" name="Google Shape;871;g39dcbc36143_0_90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872" name="Google Shape;872;g39dcbc36143_0_90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73" name="Google Shape;873;g39dcbc36143_0_90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74" name="Google Shape;874;g39dcbc36143_0_90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875" name="Google Shape;875;g39dcbc36143_0_90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76" name="Google Shape;876;g39dcbc36143_0_90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77" name="Google Shape;877;g39dcbc36143_0_90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78" name="Google Shape;878;g39dcbc36143_0_90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79" name="Google Shape;879;g39dcbc36143_0_90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80" name="Google Shape;880;g39dcbc36143_0_90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81" name="Google Shape;881;g39dcbc36143_0_90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882" name="Google Shape;882;g39dcbc36143_0_90"/>
          <p:cNvSpPr/>
          <p:nvPr/>
        </p:nvSpPr>
        <p:spPr>
          <a:xfrm>
            <a:off x="9311786" y="407844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883" name="Google Shape;883;g39dcbc36143_0_90"/>
          <p:cNvSpPr/>
          <p:nvPr/>
        </p:nvSpPr>
        <p:spPr>
          <a:xfrm>
            <a:off x="12341640" y="39583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84" name="Google Shape;884;g39dcbc36143_0_90"/>
          <p:cNvSpPr/>
          <p:nvPr/>
        </p:nvSpPr>
        <p:spPr>
          <a:xfrm>
            <a:off x="18741915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85" name="Google Shape;885;g39dcbc36143_0_90"/>
          <p:cNvSpPr/>
          <p:nvPr/>
        </p:nvSpPr>
        <p:spPr>
          <a:xfrm>
            <a:off x="15669911" y="39583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Everyone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86" name="Google Shape;886;g39dcbc36143_0_90"/>
          <p:cNvSpPr/>
          <p:nvPr/>
        </p:nvSpPr>
        <p:spPr>
          <a:xfrm>
            <a:off x="12099715" y="20612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887" name="Google Shape;887;g39dcbc36143_0_90"/>
          <p:cNvSpPr/>
          <p:nvPr/>
        </p:nvSpPr>
        <p:spPr>
          <a:xfrm>
            <a:off x="12671015" y="20612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92" name="Google Shape;892;g39dcbc36143_0_132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93" name="Google Shape;893;g39dcbc36143_0_132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4" name="Google Shape;894;g39dcbc36143_0_132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5" name="Google Shape;895;g39dcbc36143_0_132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6" name="Google Shape;896;g39dcbc36143_0_132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7" name="Google Shape;897;g39dcbc36143_0_132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8" name="Google Shape;898;g39dcbc36143_0_132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9" name="Google Shape;899;g39dcbc36143_0_132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0" name="Google Shape;900;g39dcbc36143_0_132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1" name="Google Shape;901;g39dcbc36143_0_132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2" name="Google Shape;902;g39dcbc36143_0_132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3" name="Google Shape;903;g39dcbc36143_0_132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4" name="Google Shape;904;g39dcbc36143_0_132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5" name="Google Shape;905;g39dcbc36143_0_132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06" name="Google Shape;906;g39dcbc36143_0_132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07" name="Google Shape;907;g39dcbc36143_0_132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08" name="Google Shape;908;g39dcbc36143_0_132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09" name="Google Shape;909;g39dcbc36143_0_132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0" name="Google Shape;910;g39dcbc36143_0_132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1" name="Google Shape;911;g39dcbc36143_0_132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2" name="Google Shape;912;g39dcbc36143_0_132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13" name="Google Shape;913;g39dcbc36143_0_132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14" name="Google Shape;914;g39dcbc36143_0_132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915" name="Google Shape;915;g39dcbc36143_0_132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16" name="Google Shape;916;g39dcbc36143_0_132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17" name="Google Shape;917;g39dcbc36143_0_132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918" name="Google Shape;918;g39dcbc36143_0_132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19" name="Google Shape;919;g39dcbc36143_0_132"/>
          <p:cNvSpPr/>
          <p:nvPr/>
        </p:nvSpPr>
        <p:spPr>
          <a:xfrm>
            <a:off x="12369365" y="23630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920" name="Google Shape;920;g39dcbc36143_0_132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21" name="Google Shape;921;g39dcbc36143_0_132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22" name="Google Shape;922;g39dcbc36143_0_132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23" name="Google Shape;923;g39dcbc36143_0_132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24" name="Google Shape;924;g39dcbc36143_0_132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25" name="Google Shape;925;g39dcbc36143_0_132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926" name="Google Shape;926;g39dcbc36143_0_132"/>
          <p:cNvSpPr/>
          <p:nvPr/>
        </p:nvSpPr>
        <p:spPr>
          <a:xfrm>
            <a:off x="9311786" y="407844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927" name="Google Shape;927;g39dcbc36143_0_132"/>
          <p:cNvSpPr/>
          <p:nvPr/>
        </p:nvSpPr>
        <p:spPr>
          <a:xfrm>
            <a:off x="18741915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928" name="Google Shape;928;g39dcbc36143_0_132"/>
          <p:cNvSpPr/>
          <p:nvPr/>
        </p:nvSpPr>
        <p:spPr>
          <a:xfrm>
            <a:off x="18963511" y="404689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929" name="Google Shape;929;g39dcbc36143_0_132"/>
          <p:cNvSpPr/>
          <p:nvPr/>
        </p:nvSpPr>
        <p:spPr>
          <a:xfrm>
            <a:off x="15478090" y="2166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30" name="Google Shape;930;g39dcbc36143_0_132"/>
          <p:cNvSpPr/>
          <p:nvPr/>
        </p:nvSpPr>
        <p:spPr>
          <a:xfrm>
            <a:off x="15634215" y="404690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67286, 67804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4" name="Shape 9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35" name="Google Shape;935;g39dcbc36143_0_17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36" name="Google Shape;936;g39dcbc36143_0_17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37" name="Google Shape;937;g39dcbc36143_0_17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38" name="Google Shape;938;g39dcbc36143_0_17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39" name="Google Shape;939;g39dcbc36143_0_17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0" name="Google Shape;940;g39dcbc36143_0_17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1" name="Google Shape;941;g39dcbc36143_0_17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2" name="Google Shape;942;g39dcbc36143_0_17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3" name="Google Shape;943;g39dcbc36143_0_17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4" name="Google Shape;944;g39dcbc36143_0_17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5" name="Google Shape;945;g39dcbc36143_0_17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6" name="Google Shape;946;g39dcbc36143_0_17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7" name="Google Shape;947;g39dcbc36143_0_17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8" name="Google Shape;948;g39dcbc36143_0_17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49" name="Google Shape;949;g39dcbc36143_0_17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0" name="Google Shape;950;g39dcbc36143_0_17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1" name="Google Shape;951;g39dcbc36143_0_17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2" name="Google Shape;952;g39dcbc36143_0_17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3" name="Google Shape;953;g39dcbc36143_0_17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4" name="Google Shape;954;g39dcbc36143_0_17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5" name="Google Shape;955;g39dcbc36143_0_17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56" name="Google Shape;956;g39dcbc36143_0_174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57" name="Google Shape;957;g39dcbc36143_0_174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958" name="Google Shape;958;g39dcbc36143_0_174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59" name="Google Shape;959;g39dcbc36143_0_174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60" name="Google Shape;960;g39dcbc36143_0_174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961" name="Google Shape;961;g39dcbc36143_0_174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62" name="Google Shape;962;g39dcbc36143_0_174"/>
          <p:cNvSpPr/>
          <p:nvPr/>
        </p:nvSpPr>
        <p:spPr>
          <a:xfrm>
            <a:off x="12341653" y="2242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963" name="Google Shape;963;g39dcbc36143_0_174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64" name="Google Shape;964;g39dcbc36143_0_174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65" name="Google Shape;965;g39dcbc36143_0_174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66" name="Google Shape;966;g39dcbc36143_0_174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67" name="Google Shape;967;g39dcbc36143_0_174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68" name="Google Shape;968;g39dcbc36143_0_174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969" name="Google Shape;969;g39dcbc36143_0_174"/>
          <p:cNvSpPr/>
          <p:nvPr/>
        </p:nvSpPr>
        <p:spPr>
          <a:xfrm>
            <a:off x="12369386" y="393289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970" name="Google Shape;970;g39dcbc36143_0_174"/>
          <p:cNvSpPr/>
          <p:nvPr/>
        </p:nvSpPr>
        <p:spPr>
          <a:xfrm>
            <a:off x="18741936" y="40784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4" name="Shape 9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5" name="Google Shape;975;g39dcbc36143_0_21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76" name="Google Shape;976;g39dcbc36143_0_21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77" name="Google Shape;977;g39dcbc36143_0_21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78" name="Google Shape;978;g39dcbc36143_0_21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79" name="Google Shape;979;g39dcbc36143_0_21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0" name="Google Shape;980;g39dcbc36143_0_21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1" name="Google Shape;981;g39dcbc36143_0_21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2" name="Google Shape;982;g39dcbc36143_0_21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3" name="Google Shape;983;g39dcbc36143_0_21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4" name="Google Shape;984;g39dcbc36143_0_21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5" name="Google Shape;985;g39dcbc36143_0_21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6" name="Google Shape;986;g39dcbc36143_0_21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7" name="Google Shape;987;g39dcbc36143_0_21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8" name="Google Shape;988;g39dcbc36143_0_21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89" name="Google Shape;989;g39dcbc36143_0_21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0" name="Google Shape;990;g39dcbc36143_0_21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1" name="Google Shape;991;g39dcbc36143_0_21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2" name="Google Shape;992;g39dcbc36143_0_21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3" name="Google Shape;993;g39dcbc36143_0_21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4" name="Google Shape;994;g39dcbc36143_0_21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5" name="Google Shape;995;g39dcbc36143_0_21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96" name="Google Shape;996;g39dcbc36143_0_219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97" name="Google Shape;997;g39dcbc36143_0_219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998" name="Google Shape;998;g39dcbc36143_0_219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99" name="Google Shape;999;g39dcbc36143_0_219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00" name="Google Shape;1000;g39dcbc36143_0_219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1001" name="Google Shape;1001;g39dcbc36143_0_219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02" name="Google Shape;1002;g39dcbc36143_0_219"/>
          <p:cNvSpPr/>
          <p:nvPr/>
        </p:nvSpPr>
        <p:spPr>
          <a:xfrm>
            <a:off x="12395940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1003" name="Google Shape;1003;g39dcbc36143_0_219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04" name="Google Shape;1004;g39dcbc36143_0_219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05" name="Google Shape;1005;g39dcbc36143_0_219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06" name="Google Shape;1006;g39dcbc36143_0_219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07" name="Google Shape;1007;g39dcbc36143_0_219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08" name="Google Shape;1008;g39dcbc36143_0_219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1009" name="Google Shape;1009;g39dcbc36143_0_219"/>
          <p:cNvSpPr/>
          <p:nvPr/>
        </p:nvSpPr>
        <p:spPr>
          <a:xfrm>
            <a:off x="15568949" y="393289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10" name="Google Shape;1010;g39dcbc36143_0_219"/>
          <p:cNvSpPr/>
          <p:nvPr/>
        </p:nvSpPr>
        <p:spPr>
          <a:xfrm>
            <a:off x="18741936" y="40784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1011" name="Google Shape;1011;g39dcbc36143_0_219"/>
          <p:cNvSpPr/>
          <p:nvPr/>
        </p:nvSpPr>
        <p:spPr>
          <a:xfrm>
            <a:off x="189596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12" name="Google Shape;1012;g39dcbc36143_0_219"/>
          <p:cNvSpPr/>
          <p:nvPr/>
        </p:nvSpPr>
        <p:spPr>
          <a:xfrm>
            <a:off x="18902815" y="40784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4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13" name="Google Shape;1013;g39dcbc36143_0_219"/>
          <p:cNvSpPr/>
          <p:nvPr/>
        </p:nvSpPr>
        <p:spPr>
          <a:xfrm>
            <a:off x="19130765" y="40784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7" name="Shape 10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18" name="Google Shape;1018;g39dcbc36143_0_30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19" name="Google Shape;1019;g39dcbc36143_0_30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0" name="Google Shape;1020;g39dcbc36143_0_30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1" name="Google Shape;1021;g39dcbc36143_0_30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2" name="Google Shape;1022;g39dcbc36143_0_30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3" name="Google Shape;1023;g39dcbc36143_0_30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4" name="Google Shape;1024;g39dcbc36143_0_30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5" name="Google Shape;1025;g39dcbc36143_0_30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6" name="Google Shape;1026;g39dcbc36143_0_30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7" name="Google Shape;1027;g39dcbc36143_0_30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8" name="Google Shape;1028;g39dcbc36143_0_30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9" name="Google Shape;1029;g39dcbc36143_0_30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0" name="Google Shape;1030;g39dcbc36143_0_30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1" name="Google Shape;1031;g39dcbc36143_0_30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032" name="Google Shape;1032;g39dcbc36143_0_30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3" name="Google Shape;1033;g39dcbc36143_0_30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4" name="Google Shape;1034;g39dcbc36143_0_30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5" name="Google Shape;1035;g39dcbc36143_0_30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6" name="Google Shape;1036;g39dcbc36143_0_30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7" name="Google Shape;1037;g39dcbc36143_0_30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8" name="Google Shape;1038;g39dcbc36143_0_30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39" name="Google Shape;1039;g39dcbc36143_0_309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40" name="Google Shape;1040;g39dcbc36143_0_309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041" name="Google Shape;1041;g39dcbc36143_0_309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42" name="Google Shape;1042;g39dcbc36143_0_309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43" name="Google Shape;1043;g39dcbc36143_0_309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1044" name="Google Shape;1044;g39dcbc36143_0_309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45" name="Google Shape;1045;g39dcbc36143_0_309"/>
          <p:cNvSpPr/>
          <p:nvPr/>
        </p:nvSpPr>
        <p:spPr>
          <a:xfrm>
            <a:off x="12341640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1046" name="Google Shape;1046;g39dcbc36143_0_309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47" name="Google Shape;1047;g39dcbc36143_0_309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48" name="Google Shape;1048;g39dcbc36143_0_309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49" name="Google Shape;1049;g39dcbc36143_0_309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50" name="Google Shape;1050;g39dcbc36143_0_309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51" name="Google Shape;1051;g39dcbc36143_0_309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1052" name="Google Shape;1052;g39dcbc36143_0_309"/>
          <p:cNvSpPr/>
          <p:nvPr/>
        </p:nvSpPr>
        <p:spPr>
          <a:xfrm>
            <a:off x="18741936" y="40784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1053" name="Google Shape;1053;g39dcbc36143_0_309"/>
          <p:cNvSpPr/>
          <p:nvPr/>
        </p:nvSpPr>
        <p:spPr>
          <a:xfrm>
            <a:off x="189596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54" name="Google Shape;1054;g39dcbc36143_0_309"/>
          <p:cNvSpPr/>
          <p:nvPr/>
        </p:nvSpPr>
        <p:spPr>
          <a:xfrm>
            <a:off x="18902815" y="40784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4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55" name="Google Shape;1055;g39dcbc36143_0_309"/>
          <p:cNvSpPr/>
          <p:nvPr/>
        </p:nvSpPr>
        <p:spPr>
          <a:xfrm>
            <a:off x="19130765" y="40784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56" name="Google Shape;1056;g39dcbc36143_0_309"/>
          <p:cNvSpPr/>
          <p:nvPr/>
        </p:nvSpPr>
        <p:spPr>
          <a:xfrm>
            <a:off x="19372274" y="404689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0" name="Shape 10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1" name="Google Shape;1061;g39dc09b901a_1_0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62" name="Google Shape;1062;g39dc09b901a_1_0"/>
          <p:cNvSpPr/>
          <p:nvPr/>
        </p:nvSpPr>
        <p:spPr>
          <a:xfrm>
            <a:off x="814250" y="3300663"/>
            <a:ext cx="19971499" cy="4203324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6" name="Shape 10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67" name="Google Shape;1067;g39e21d174f9_1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68" name="Google Shape;1068;g39e21d174f9_1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69" name="Google Shape;1069;g39e21d174f9_1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0" name="Google Shape;1070;g39e21d174f9_1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1" name="Google Shape;1071;g39e21d174f9_1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2" name="Google Shape;1072;g39e21d174f9_1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3" name="Google Shape;1073;g39e21d174f9_1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4" name="Google Shape;1074;g39e21d174f9_1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5" name="Google Shape;1075;g39e21d174f9_1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6" name="Google Shape;1076;g39e21d174f9_1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7" name="Google Shape;1077;g39e21d174f9_1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8" name="Google Shape;1078;g39e21d174f9_1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9" name="Google Shape;1079;g39e21d174f9_1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80" name="Google Shape;1080;g39e21d174f9_1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081" name="Google Shape;1081;g39e21d174f9_1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2" name="Google Shape;1082;g39e21d174f9_1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3" name="Google Shape;1083;g39e21d174f9_1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4" name="Google Shape;1084;g39e21d174f9_1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5" name="Google Shape;1085;g39e21d174f9_1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6" name="Google Shape;1086;g39e21d174f9_1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7" name="Google Shape;1087;g39e21d174f9_1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88" name="Google Shape;1088;g39e21d174f9_1_0"/>
          <p:cNvSpPr/>
          <p:nvPr/>
        </p:nvSpPr>
        <p:spPr>
          <a:xfrm>
            <a:off x="112854" y="273806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89" name="Google Shape;1089;g39e21d174f9_1_0"/>
          <p:cNvSpPr/>
          <p:nvPr/>
        </p:nvSpPr>
        <p:spPr>
          <a:xfrm>
            <a:off x="112841" y="3201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090" name="Google Shape;1090;g39e21d174f9_1_0"/>
          <p:cNvSpPr/>
          <p:nvPr/>
        </p:nvSpPr>
        <p:spPr>
          <a:xfrm>
            <a:off x="112840" y="63188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91" name="Google Shape;1091;g39e21d174f9_1_0"/>
          <p:cNvSpPr/>
          <p:nvPr/>
        </p:nvSpPr>
        <p:spPr>
          <a:xfrm>
            <a:off x="112990" y="10270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092" name="Google Shape;1092;g39e21d174f9_1_0"/>
          <p:cNvSpPr/>
          <p:nvPr/>
        </p:nvSpPr>
        <p:spPr>
          <a:xfrm>
            <a:off x="112840" y="4666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093" name="Google Shape;1093;g39e21d174f9_1_0"/>
          <p:cNvSpPr/>
          <p:nvPr/>
        </p:nvSpPr>
        <p:spPr>
          <a:xfrm>
            <a:off x="113000" y="7206450"/>
            <a:ext cx="2519400" cy="2226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US7: </a:t>
            </a:r>
            <a:r>
              <a:rPr lang="en-GB"/>
              <a:t>As an aspiring software engineer, I want to review the code and look at some of the design patterns used throughout the code base, so that I may document them and further improve their modelling.</a:t>
            </a:r>
            <a:endParaRPr/>
          </a:p>
        </p:txBody>
      </p:sp>
      <p:sp>
        <p:nvSpPr>
          <p:cNvPr id="1094" name="Google Shape;1094;g39e21d174f9_1_0"/>
          <p:cNvSpPr/>
          <p:nvPr/>
        </p:nvSpPr>
        <p:spPr>
          <a:xfrm>
            <a:off x="112841" y="5204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T14: Revisit the read code, and find code smells.</a:t>
            </a:r>
            <a:endParaRPr/>
          </a:p>
        </p:txBody>
      </p:sp>
      <p:sp>
        <p:nvSpPr>
          <p:cNvPr id="1095" name="Google Shape;1095;g39e21d174f9_1_0"/>
          <p:cNvSpPr/>
          <p:nvPr/>
        </p:nvSpPr>
        <p:spPr>
          <a:xfrm>
            <a:off x="112841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Document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found code smells, and brainstorm possible solutions.</a:t>
            </a:r>
            <a:endParaRPr/>
          </a:p>
        </p:txBody>
      </p:sp>
      <p:sp>
        <p:nvSpPr>
          <p:cNvPr id="1096" name="Google Shape;1096;g39e21d174f9_1_0"/>
          <p:cNvSpPr/>
          <p:nvPr/>
        </p:nvSpPr>
        <p:spPr>
          <a:xfrm>
            <a:off x="112841" y="7664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T16: Revisit the read code, and find design patterns.</a:t>
            </a:r>
            <a:endParaRPr/>
          </a:p>
        </p:txBody>
      </p:sp>
      <p:sp>
        <p:nvSpPr>
          <p:cNvPr id="1097" name="Google Shape;1097;g39e21d174f9_1_0"/>
          <p:cNvSpPr/>
          <p:nvPr/>
        </p:nvSpPr>
        <p:spPr>
          <a:xfrm>
            <a:off x="112841" y="80513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98" name="Google Shape;1098;g39e21d174f9_1_0"/>
          <p:cNvSpPr/>
          <p:nvPr/>
        </p:nvSpPr>
        <p:spPr>
          <a:xfrm>
            <a:off x="112841" y="84267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2" name="Shape 1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03" name="Google Shape;1103;g39f4a0cddd7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04" name="Google Shape;1104;g39f4a0cddd7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5" name="Google Shape;1105;g39f4a0cddd7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6" name="Google Shape;1106;g39f4a0cddd7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7" name="Google Shape;1107;g39f4a0cddd7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8" name="Google Shape;1108;g39f4a0cddd7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9" name="Google Shape;1109;g39f4a0cddd7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0" name="Google Shape;1110;g39f4a0cddd7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1" name="Google Shape;1111;g39f4a0cddd7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2" name="Google Shape;1112;g39f4a0cddd7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3" name="Google Shape;1113;g39f4a0cddd7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4" name="Google Shape;1114;g39f4a0cddd7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5" name="Google Shape;1115;g39f4a0cddd7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6" name="Google Shape;1116;g39f4a0cddd7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17" name="Google Shape;1117;g39f4a0cddd7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18" name="Google Shape;1118;g39f4a0cddd7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19" name="Google Shape;1119;g39f4a0cddd7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0" name="Google Shape;1120;g39f4a0cddd7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1" name="Google Shape;1121;g39f4a0cddd7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2" name="Google Shape;1122;g39f4a0cddd7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3" name="Google Shape;1123;g39f4a0cddd7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24" name="Google Shape;1124;g39f4a0cddd7_0_0"/>
          <p:cNvSpPr/>
          <p:nvPr/>
        </p:nvSpPr>
        <p:spPr>
          <a:xfrm>
            <a:off x="6172604" y="567818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25" name="Google Shape;1125;g39f4a0cddd7_0_0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126" name="Google Shape;1126;g39f4a0cddd7_0_0"/>
          <p:cNvSpPr/>
          <p:nvPr/>
        </p:nvSpPr>
        <p:spPr>
          <a:xfrm>
            <a:off x="6200014" y="40894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27" name="Google Shape;1127;g39f4a0cddd7_0_0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28" name="Google Shape;1128;g39f4a0cddd7_0_0"/>
          <p:cNvSpPr/>
          <p:nvPr/>
        </p:nvSpPr>
        <p:spPr>
          <a:xfrm>
            <a:off x="6644365" y="567819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29" name="Google Shape;1129;g39f4a0cddd7_0_0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0" name="Google Shape;1130;g39f4a0cddd7_0_0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1" name="Google Shape;1131;g39f4a0cddd7_0_0"/>
          <p:cNvSpPr/>
          <p:nvPr/>
        </p:nvSpPr>
        <p:spPr>
          <a:xfrm>
            <a:off x="6172589" y="887168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2" name="Google Shape;1132;g39f4a0cddd7_0_0"/>
          <p:cNvSpPr/>
          <p:nvPr/>
        </p:nvSpPr>
        <p:spPr>
          <a:xfrm>
            <a:off x="6792375" y="88716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3" name="Google Shape;1133;g39f4a0cddd7_0_0"/>
          <p:cNvSpPr/>
          <p:nvPr/>
        </p:nvSpPr>
        <p:spPr>
          <a:xfrm>
            <a:off x="6792375" y="724723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4" name="Google Shape;1134;g39f4a0cddd7_0_0"/>
          <p:cNvSpPr/>
          <p:nvPr/>
        </p:nvSpPr>
        <p:spPr>
          <a:xfrm>
            <a:off x="6874100" y="41136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5" name="Google Shape;1135;g39f4a0cddd7_0_0"/>
          <p:cNvSpPr/>
          <p:nvPr/>
        </p:nvSpPr>
        <p:spPr>
          <a:xfrm>
            <a:off x="7227075" y="570246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6" name="Google Shape;1136;g39f4a0cddd7_0_0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7" name="Google Shape;1137;g39f4a0cddd7_0_0"/>
          <p:cNvSpPr/>
          <p:nvPr/>
        </p:nvSpPr>
        <p:spPr>
          <a:xfrm>
            <a:off x="6644525" y="852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8" name="Google Shape;1138;g39f4a0cddd7_0_0"/>
          <p:cNvSpPr/>
          <p:nvPr/>
        </p:nvSpPr>
        <p:spPr>
          <a:xfrm>
            <a:off x="8862666" y="82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139" name="Google Shape;1139;g39f4a0cddd7_0_0"/>
          <p:cNvSpPr/>
          <p:nvPr/>
        </p:nvSpPr>
        <p:spPr>
          <a:xfrm>
            <a:off x="9311616" y="7871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140" name="Google Shape;1140;g39f4a0cddd7_0_0"/>
          <p:cNvSpPr/>
          <p:nvPr/>
        </p:nvSpPr>
        <p:spPr>
          <a:xfrm>
            <a:off x="9746316" y="809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141" name="Google Shape;1141;g39f4a0cddd7_0_0"/>
          <p:cNvSpPr/>
          <p:nvPr/>
        </p:nvSpPr>
        <p:spPr>
          <a:xfrm>
            <a:off x="10200466" y="8099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42" name="Google Shape;1142;g39f4a0cddd7_0_0"/>
          <p:cNvSpPr/>
          <p:nvPr/>
        </p:nvSpPr>
        <p:spPr>
          <a:xfrm>
            <a:off x="10681466" y="8099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43" name="Google Shape;1143;g39f4a0cddd7_0_0"/>
          <p:cNvSpPr/>
          <p:nvPr/>
        </p:nvSpPr>
        <p:spPr>
          <a:xfrm>
            <a:off x="8780554" y="24588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144" name="Google Shape;1144;g39f4a0cddd7_0_0"/>
          <p:cNvSpPr/>
          <p:nvPr/>
        </p:nvSpPr>
        <p:spPr>
          <a:xfrm>
            <a:off x="9229504" y="2417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145" name="Google Shape;1145;g39f4a0cddd7_0_0"/>
          <p:cNvSpPr/>
          <p:nvPr/>
        </p:nvSpPr>
        <p:spPr>
          <a:xfrm>
            <a:off x="9664204" y="2440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146" name="Google Shape;1146;g39f4a0cddd7_0_0"/>
          <p:cNvSpPr/>
          <p:nvPr/>
        </p:nvSpPr>
        <p:spPr>
          <a:xfrm>
            <a:off x="10118354" y="24404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47" name="Google Shape;1147;g39f4a0cddd7_0_0"/>
          <p:cNvSpPr/>
          <p:nvPr/>
        </p:nvSpPr>
        <p:spPr>
          <a:xfrm>
            <a:off x="10567579" y="2438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48" name="Google Shape;1148;g39f4a0cddd7_0_0"/>
          <p:cNvSpPr/>
          <p:nvPr/>
        </p:nvSpPr>
        <p:spPr>
          <a:xfrm>
            <a:off x="12369365" y="244965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149" name="Google Shape;1149;g39f4a0cddd7_0_0"/>
          <p:cNvSpPr/>
          <p:nvPr/>
        </p:nvSpPr>
        <p:spPr>
          <a:xfrm>
            <a:off x="8749466" y="4173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/>
          </a:p>
        </p:txBody>
      </p:sp>
      <p:sp>
        <p:nvSpPr>
          <p:cNvPr id="1150" name="Google Shape;1150;g39f4a0cddd7_0_0"/>
          <p:cNvSpPr/>
          <p:nvPr/>
        </p:nvSpPr>
        <p:spPr>
          <a:xfrm>
            <a:off x="9198416" y="4132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151" name="Google Shape;1151;g39f4a0cddd7_0_0"/>
          <p:cNvSpPr/>
          <p:nvPr/>
        </p:nvSpPr>
        <p:spPr>
          <a:xfrm>
            <a:off x="9633116" y="41548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152" name="Google Shape;1152;g39f4a0cddd7_0_0"/>
          <p:cNvSpPr/>
          <p:nvPr/>
        </p:nvSpPr>
        <p:spPr>
          <a:xfrm>
            <a:off x="10087266" y="4154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53" name="Google Shape;1153;g39f4a0cddd7_0_0"/>
          <p:cNvSpPr/>
          <p:nvPr/>
        </p:nvSpPr>
        <p:spPr>
          <a:xfrm>
            <a:off x="10598666" y="417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54" name="Google Shape;1154;g39f4a0cddd7_0_0"/>
          <p:cNvSpPr/>
          <p:nvPr/>
        </p:nvSpPr>
        <p:spPr>
          <a:xfrm>
            <a:off x="8836916" y="5730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155" name="Google Shape;1155;g39f4a0cddd7_0_0"/>
          <p:cNvSpPr/>
          <p:nvPr/>
        </p:nvSpPr>
        <p:spPr>
          <a:xfrm>
            <a:off x="9285866" y="5689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.4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Document found code smells, and brainstorm possible solutions.</a:t>
            </a:r>
            <a:endParaRPr/>
          </a:p>
        </p:txBody>
      </p:sp>
      <p:sp>
        <p:nvSpPr>
          <p:cNvPr id="1156" name="Google Shape;1156;g39f4a0cddd7_0_0"/>
          <p:cNvSpPr/>
          <p:nvPr/>
        </p:nvSpPr>
        <p:spPr>
          <a:xfrm>
            <a:off x="9720566" y="5712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157" name="Google Shape;1157;g39f4a0cddd7_0_0"/>
          <p:cNvSpPr/>
          <p:nvPr/>
        </p:nvSpPr>
        <p:spPr>
          <a:xfrm>
            <a:off x="10174716" y="5712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58" name="Google Shape;1158;g39f4a0cddd7_0_0"/>
          <p:cNvSpPr/>
          <p:nvPr/>
        </p:nvSpPr>
        <p:spPr>
          <a:xfrm>
            <a:off x="10655716" y="5712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59" name="Google Shape;1159;g39f4a0cddd7_0_0"/>
          <p:cNvSpPr/>
          <p:nvPr/>
        </p:nvSpPr>
        <p:spPr>
          <a:xfrm>
            <a:off x="12369216" y="567058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160" name="Google Shape;1160;g39f4a0cddd7_0_0"/>
          <p:cNvSpPr/>
          <p:nvPr/>
        </p:nvSpPr>
        <p:spPr>
          <a:xfrm>
            <a:off x="8836916" y="7321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161" name="Google Shape;1161;g39f4a0cddd7_0_0"/>
          <p:cNvSpPr/>
          <p:nvPr/>
        </p:nvSpPr>
        <p:spPr>
          <a:xfrm>
            <a:off x="9285866" y="7280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162" name="Google Shape;1162;g39f4a0cddd7_0_0"/>
          <p:cNvSpPr/>
          <p:nvPr/>
        </p:nvSpPr>
        <p:spPr>
          <a:xfrm>
            <a:off x="9720566" y="730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163" name="Google Shape;1163;g39f4a0cddd7_0_0"/>
          <p:cNvSpPr/>
          <p:nvPr/>
        </p:nvSpPr>
        <p:spPr>
          <a:xfrm>
            <a:off x="10174716" y="7303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4" name="Google Shape;1164;g39f4a0cddd7_0_0"/>
          <p:cNvSpPr/>
          <p:nvPr/>
        </p:nvSpPr>
        <p:spPr>
          <a:xfrm>
            <a:off x="10655716" y="7303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5" name="Google Shape;1165;g39f4a0cddd7_0_0"/>
          <p:cNvSpPr/>
          <p:nvPr/>
        </p:nvSpPr>
        <p:spPr>
          <a:xfrm>
            <a:off x="8836916" y="8871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166" name="Google Shape;1166;g39f4a0cddd7_0_0"/>
          <p:cNvSpPr/>
          <p:nvPr/>
        </p:nvSpPr>
        <p:spPr>
          <a:xfrm>
            <a:off x="9285866" y="88305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167" name="Google Shape;1167;g39f4a0cddd7_0_0"/>
          <p:cNvSpPr/>
          <p:nvPr/>
        </p:nvSpPr>
        <p:spPr>
          <a:xfrm>
            <a:off x="9720566" y="88532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168" name="Google Shape;1168;g39f4a0cddd7_0_0"/>
          <p:cNvSpPr/>
          <p:nvPr/>
        </p:nvSpPr>
        <p:spPr>
          <a:xfrm>
            <a:off x="10174716" y="88532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9" name="Google Shape;1169;g39f4a0cddd7_0_0"/>
          <p:cNvSpPr/>
          <p:nvPr/>
        </p:nvSpPr>
        <p:spPr>
          <a:xfrm>
            <a:off x="10655716" y="88532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3" name="Shape 1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74" name="Google Shape;1174;g39f4a0cddd7_0_7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75" name="Google Shape;1175;g39f4a0cddd7_0_7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76" name="Google Shape;1176;g39f4a0cddd7_0_7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77" name="Google Shape;1177;g39f4a0cddd7_0_7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78" name="Google Shape;1178;g39f4a0cddd7_0_7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79" name="Google Shape;1179;g39f4a0cddd7_0_7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0" name="Google Shape;1180;g39f4a0cddd7_0_7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1" name="Google Shape;1181;g39f4a0cddd7_0_7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2" name="Google Shape;1182;g39f4a0cddd7_0_7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3" name="Google Shape;1183;g39f4a0cddd7_0_7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4" name="Google Shape;1184;g39f4a0cddd7_0_7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5" name="Google Shape;1185;g39f4a0cddd7_0_7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6" name="Google Shape;1186;g39f4a0cddd7_0_7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7" name="Google Shape;1187;g39f4a0cddd7_0_7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88" name="Google Shape;1188;g39f4a0cddd7_0_7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89" name="Google Shape;1189;g39f4a0cddd7_0_7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0" name="Google Shape;1190;g39f4a0cddd7_0_7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1" name="Google Shape;1191;g39f4a0cddd7_0_7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2" name="Google Shape;1192;g39f4a0cddd7_0_7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3" name="Google Shape;1193;g39f4a0cddd7_0_7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4" name="Google Shape;1194;g39f4a0cddd7_0_7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95" name="Google Shape;1195;g39f4a0cddd7_0_74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96" name="Google Shape;1196;g39f4a0cddd7_0_74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197" name="Google Shape;1197;g39f4a0cddd7_0_74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98" name="Google Shape;1198;g39f4a0cddd7_0_74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99" name="Google Shape;1199;g39f4a0cddd7_0_74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0" name="Google Shape;1200;g39f4a0cddd7_0_74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1" name="Google Shape;1201;g39f4a0cddd7_0_74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2" name="Google Shape;1202;g39f4a0cddd7_0_74"/>
          <p:cNvSpPr/>
          <p:nvPr/>
        </p:nvSpPr>
        <p:spPr>
          <a:xfrm>
            <a:off x="6792375" y="724723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3" name="Google Shape;1203;g39f4a0cddd7_0_74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4" name="Google Shape;1204;g39f4a0cddd7_0_74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5" name="Google Shape;1205;g39f4a0cddd7_0_74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6" name="Google Shape;1206;g39f4a0cddd7_0_74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7" name="Google Shape;1207;g39f4a0cddd7_0_74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208" name="Google Shape;1208;g39f4a0cddd7_0_74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9" name="Google Shape;1209;g39f4a0cddd7_0_74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10" name="Google Shape;1210;g39f4a0cddd7_0_74"/>
          <p:cNvSpPr/>
          <p:nvPr/>
        </p:nvSpPr>
        <p:spPr>
          <a:xfrm>
            <a:off x="8537141" y="8077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211" name="Google Shape;1211;g39f4a0cddd7_0_74"/>
          <p:cNvSpPr/>
          <p:nvPr/>
        </p:nvSpPr>
        <p:spPr>
          <a:xfrm>
            <a:off x="8986091" y="766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212" name="Google Shape;1212;g39f4a0cddd7_0_74"/>
          <p:cNvSpPr/>
          <p:nvPr/>
        </p:nvSpPr>
        <p:spPr>
          <a:xfrm>
            <a:off x="9420791" y="7893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213" name="Google Shape;1213;g39f4a0cddd7_0_74"/>
          <p:cNvSpPr/>
          <p:nvPr/>
        </p:nvSpPr>
        <p:spPr>
          <a:xfrm>
            <a:off x="9874941" y="789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4" name="Google Shape;1214;g39f4a0cddd7_0_74"/>
          <p:cNvSpPr/>
          <p:nvPr/>
        </p:nvSpPr>
        <p:spPr>
          <a:xfrm>
            <a:off x="10355941" y="789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5" name="Google Shape;1215;g39f4a0cddd7_0_74"/>
          <p:cNvSpPr/>
          <p:nvPr/>
        </p:nvSpPr>
        <p:spPr>
          <a:xfrm>
            <a:off x="8527291" y="2418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216" name="Google Shape;1216;g39f4a0cddd7_0_74"/>
          <p:cNvSpPr/>
          <p:nvPr/>
        </p:nvSpPr>
        <p:spPr>
          <a:xfrm>
            <a:off x="8976241" y="2377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217" name="Google Shape;1217;g39f4a0cddd7_0_74"/>
          <p:cNvSpPr/>
          <p:nvPr/>
        </p:nvSpPr>
        <p:spPr>
          <a:xfrm>
            <a:off x="9410941" y="2399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218" name="Google Shape;1218;g39f4a0cddd7_0_74"/>
          <p:cNvSpPr/>
          <p:nvPr/>
        </p:nvSpPr>
        <p:spPr>
          <a:xfrm>
            <a:off x="9865091" y="2399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9" name="Google Shape;1219;g39f4a0cddd7_0_74"/>
          <p:cNvSpPr/>
          <p:nvPr/>
        </p:nvSpPr>
        <p:spPr>
          <a:xfrm>
            <a:off x="10314316" y="2397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0" name="Google Shape;1220;g39f4a0cddd7_0_74"/>
          <p:cNvSpPr/>
          <p:nvPr/>
        </p:nvSpPr>
        <p:spPr>
          <a:xfrm>
            <a:off x="12410841" y="4083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/>
          </a:p>
        </p:txBody>
      </p:sp>
      <p:sp>
        <p:nvSpPr>
          <p:cNvPr id="1221" name="Google Shape;1221;g39f4a0cddd7_0_74"/>
          <p:cNvSpPr/>
          <p:nvPr/>
        </p:nvSpPr>
        <p:spPr>
          <a:xfrm>
            <a:off x="12859791" y="40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222" name="Google Shape;1222;g39f4a0cddd7_0_74"/>
          <p:cNvSpPr/>
          <p:nvPr/>
        </p:nvSpPr>
        <p:spPr>
          <a:xfrm>
            <a:off x="8537141" y="39734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223" name="Google Shape;1223;g39f4a0cddd7_0_74"/>
          <p:cNvSpPr/>
          <p:nvPr/>
        </p:nvSpPr>
        <p:spPr>
          <a:xfrm>
            <a:off x="8991291" y="397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4" name="Google Shape;1224;g39f4a0cddd7_0_74"/>
          <p:cNvSpPr/>
          <p:nvPr/>
        </p:nvSpPr>
        <p:spPr>
          <a:xfrm>
            <a:off x="9502691" y="39918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5" name="Google Shape;1225;g39f4a0cddd7_0_74"/>
          <p:cNvSpPr/>
          <p:nvPr/>
        </p:nvSpPr>
        <p:spPr>
          <a:xfrm>
            <a:off x="8593291" y="56066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226" name="Google Shape;1226;g39f4a0cddd7_0_74"/>
          <p:cNvSpPr/>
          <p:nvPr/>
        </p:nvSpPr>
        <p:spPr>
          <a:xfrm>
            <a:off x="9042241" y="5565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227" name="Google Shape;1227;g39f4a0cddd7_0_74"/>
          <p:cNvSpPr/>
          <p:nvPr/>
        </p:nvSpPr>
        <p:spPr>
          <a:xfrm>
            <a:off x="9476941" y="5588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228" name="Google Shape;1228;g39f4a0cddd7_0_74"/>
          <p:cNvSpPr/>
          <p:nvPr/>
        </p:nvSpPr>
        <p:spPr>
          <a:xfrm>
            <a:off x="9931091" y="5588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9" name="Google Shape;1229;g39f4a0cddd7_0_74"/>
          <p:cNvSpPr/>
          <p:nvPr/>
        </p:nvSpPr>
        <p:spPr>
          <a:xfrm>
            <a:off x="10412091" y="5588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0" name="Google Shape;1230;g39f4a0cddd7_0_74"/>
          <p:cNvSpPr/>
          <p:nvPr/>
        </p:nvSpPr>
        <p:spPr>
          <a:xfrm>
            <a:off x="8593291" y="7230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231" name="Google Shape;1231;g39f4a0cddd7_0_74"/>
          <p:cNvSpPr/>
          <p:nvPr/>
        </p:nvSpPr>
        <p:spPr>
          <a:xfrm>
            <a:off x="9042241" y="7189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232" name="Google Shape;1232;g39f4a0cddd7_0_74"/>
          <p:cNvSpPr/>
          <p:nvPr/>
        </p:nvSpPr>
        <p:spPr>
          <a:xfrm>
            <a:off x="9476941" y="72120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233" name="Google Shape;1233;g39f4a0cddd7_0_74"/>
          <p:cNvSpPr/>
          <p:nvPr/>
        </p:nvSpPr>
        <p:spPr>
          <a:xfrm>
            <a:off x="9931091" y="7212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4" name="Google Shape;1234;g39f4a0cddd7_0_74"/>
          <p:cNvSpPr/>
          <p:nvPr/>
        </p:nvSpPr>
        <p:spPr>
          <a:xfrm>
            <a:off x="10412091" y="7212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5" name="Google Shape;1235;g39f4a0cddd7_0_74"/>
          <p:cNvSpPr/>
          <p:nvPr/>
        </p:nvSpPr>
        <p:spPr>
          <a:xfrm>
            <a:off x="8630516" y="88726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236" name="Google Shape;1236;g39f4a0cddd7_0_74"/>
          <p:cNvSpPr/>
          <p:nvPr/>
        </p:nvSpPr>
        <p:spPr>
          <a:xfrm>
            <a:off x="9079466" y="8831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237" name="Google Shape;1237;g39f4a0cddd7_0_74"/>
          <p:cNvSpPr/>
          <p:nvPr/>
        </p:nvSpPr>
        <p:spPr>
          <a:xfrm>
            <a:off x="9514166" y="885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238" name="Google Shape;1238;g39f4a0cddd7_0_74"/>
          <p:cNvSpPr/>
          <p:nvPr/>
        </p:nvSpPr>
        <p:spPr>
          <a:xfrm>
            <a:off x="9968316" y="8854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9" name="Google Shape;1239;g39f4a0cddd7_0_74"/>
          <p:cNvSpPr/>
          <p:nvPr/>
        </p:nvSpPr>
        <p:spPr>
          <a:xfrm>
            <a:off x="10449316" y="8854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0" name="Google Shape;1240;g39f4a0cddd7_0_74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4" name="Shape 1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45" name="Google Shape;1245;g39f4a0cddd7_0_15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46" name="Google Shape;1246;g39f4a0cddd7_0_15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7" name="Google Shape;1247;g39f4a0cddd7_0_15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8" name="Google Shape;1248;g39f4a0cddd7_0_15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9" name="Google Shape;1249;g39f4a0cddd7_0_15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0" name="Google Shape;1250;g39f4a0cddd7_0_15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1" name="Google Shape;1251;g39f4a0cddd7_0_15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2" name="Google Shape;1252;g39f4a0cddd7_0_15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3" name="Google Shape;1253;g39f4a0cddd7_0_15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4" name="Google Shape;1254;g39f4a0cddd7_0_15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5" name="Google Shape;1255;g39f4a0cddd7_0_15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6" name="Google Shape;1256;g39f4a0cddd7_0_15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7" name="Google Shape;1257;g39f4a0cddd7_0_15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8" name="Google Shape;1258;g39f4a0cddd7_0_15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259" name="Google Shape;1259;g39f4a0cddd7_0_15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0" name="Google Shape;1260;g39f4a0cddd7_0_15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1" name="Google Shape;1261;g39f4a0cddd7_0_15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2" name="Google Shape;1262;g39f4a0cddd7_0_15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3" name="Google Shape;1263;g39f4a0cddd7_0_15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4" name="Google Shape;1264;g39f4a0cddd7_0_15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5" name="Google Shape;1265;g39f4a0cddd7_0_15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66" name="Google Shape;1266;g39f4a0cddd7_0_159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67" name="Google Shape;1267;g39f4a0cddd7_0_159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268" name="Google Shape;1268;g39f4a0cddd7_0_159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69" name="Google Shape;1269;g39f4a0cddd7_0_159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0" name="Google Shape;1270;g39f4a0cddd7_0_159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1" name="Google Shape;1271;g39f4a0cddd7_0_159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2" name="Google Shape;1272;g39f4a0cddd7_0_159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3" name="Google Shape;1273;g39f4a0cddd7_0_159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4" name="Google Shape;1274;g39f4a0cddd7_0_159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5" name="Google Shape;1275;g39f4a0cddd7_0_159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6" name="Google Shape;1276;g39f4a0cddd7_0_159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7" name="Google Shape;1277;g39f4a0cddd7_0_159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8" name="Google Shape;1278;g39f4a0cddd7_0_159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279" name="Google Shape;1279;g39f4a0cddd7_0_159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280" name="Google Shape;1280;g39f4a0cddd7_0_159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81" name="Google Shape;1281;g39f4a0cddd7_0_159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82" name="Google Shape;1282;g39f4a0cddd7_0_159"/>
          <p:cNvSpPr/>
          <p:nvPr/>
        </p:nvSpPr>
        <p:spPr>
          <a:xfrm>
            <a:off x="12150829" y="956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283" name="Google Shape;1283;g39f4a0cddd7_0_159"/>
          <p:cNvSpPr/>
          <p:nvPr/>
        </p:nvSpPr>
        <p:spPr>
          <a:xfrm>
            <a:off x="8692291" y="9133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284" name="Google Shape;1284;g39f4a0cddd7_0_159"/>
          <p:cNvSpPr/>
          <p:nvPr/>
        </p:nvSpPr>
        <p:spPr>
          <a:xfrm>
            <a:off x="12638554" y="9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285" name="Google Shape;1285;g39f4a0cddd7_0_159"/>
          <p:cNvSpPr/>
          <p:nvPr/>
        </p:nvSpPr>
        <p:spPr>
          <a:xfrm>
            <a:off x="13086854" y="946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86" name="Google Shape;1286;g39f4a0cddd7_0_159"/>
          <p:cNvSpPr/>
          <p:nvPr/>
        </p:nvSpPr>
        <p:spPr>
          <a:xfrm>
            <a:off x="9624441" y="8909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87" name="Google Shape;1287;g39f4a0cddd7_0_159"/>
          <p:cNvSpPr/>
          <p:nvPr/>
        </p:nvSpPr>
        <p:spPr>
          <a:xfrm>
            <a:off x="8646391" y="2480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288" name="Google Shape;1288;g39f4a0cddd7_0_159"/>
          <p:cNvSpPr/>
          <p:nvPr/>
        </p:nvSpPr>
        <p:spPr>
          <a:xfrm>
            <a:off x="9095341" y="2439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289" name="Google Shape;1289;g39f4a0cddd7_0_159"/>
          <p:cNvSpPr/>
          <p:nvPr/>
        </p:nvSpPr>
        <p:spPr>
          <a:xfrm>
            <a:off x="9530041" y="246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290" name="Google Shape;1290;g39f4a0cddd7_0_159"/>
          <p:cNvSpPr/>
          <p:nvPr/>
        </p:nvSpPr>
        <p:spPr>
          <a:xfrm>
            <a:off x="9984191" y="2461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1" name="Google Shape;1291;g39f4a0cddd7_0_159"/>
          <p:cNvSpPr/>
          <p:nvPr/>
        </p:nvSpPr>
        <p:spPr>
          <a:xfrm>
            <a:off x="10433416" y="2459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2" name="Google Shape;1292;g39f4a0cddd7_0_159"/>
          <p:cNvSpPr/>
          <p:nvPr/>
        </p:nvSpPr>
        <p:spPr>
          <a:xfrm>
            <a:off x="12148654" y="4045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293" name="Google Shape;1293;g39f4a0cddd7_0_159"/>
          <p:cNvSpPr/>
          <p:nvPr/>
        </p:nvSpPr>
        <p:spPr>
          <a:xfrm>
            <a:off x="8801504" y="401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294" name="Google Shape;1294;g39f4a0cddd7_0_159"/>
          <p:cNvSpPr/>
          <p:nvPr/>
        </p:nvSpPr>
        <p:spPr>
          <a:xfrm>
            <a:off x="12631429" y="4063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295" name="Google Shape;1295;g39f4a0cddd7_0_159"/>
          <p:cNvSpPr/>
          <p:nvPr/>
        </p:nvSpPr>
        <p:spPr>
          <a:xfrm>
            <a:off x="9310348" y="40373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6" name="Google Shape;1296;g39f4a0cddd7_0_159"/>
          <p:cNvSpPr/>
          <p:nvPr/>
        </p:nvSpPr>
        <p:spPr>
          <a:xfrm>
            <a:off x="9821748" y="4055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7" name="Google Shape;1297;g39f4a0cddd7_0_159"/>
          <p:cNvSpPr/>
          <p:nvPr/>
        </p:nvSpPr>
        <p:spPr>
          <a:xfrm>
            <a:off x="8465791" y="5627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298" name="Google Shape;1298;g39f4a0cddd7_0_159"/>
          <p:cNvSpPr/>
          <p:nvPr/>
        </p:nvSpPr>
        <p:spPr>
          <a:xfrm>
            <a:off x="8914741" y="5586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299" name="Google Shape;1299;g39f4a0cddd7_0_159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300" name="Google Shape;1300;g39f4a0cddd7_0_159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1" name="Google Shape;1301;g39f4a0cddd7_0_159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2" name="Google Shape;1302;g39f4a0cddd7_0_159"/>
          <p:cNvSpPr/>
          <p:nvPr/>
        </p:nvSpPr>
        <p:spPr>
          <a:xfrm>
            <a:off x="8715041" y="7240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303" name="Google Shape;1303;g39f4a0cddd7_0_159"/>
          <p:cNvSpPr/>
          <p:nvPr/>
        </p:nvSpPr>
        <p:spPr>
          <a:xfrm>
            <a:off x="9163991" y="7199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304" name="Google Shape;1304;g39f4a0cddd7_0_159"/>
          <p:cNvSpPr/>
          <p:nvPr/>
        </p:nvSpPr>
        <p:spPr>
          <a:xfrm>
            <a:off x="9598691" y="7222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305" name="Google Shape;1305;g39f4a0cddd7_0_159"/>
          <p:cNvSpPr/>
          <p:nvPr/>
        </p:nvSpPr>
        <p:spPr>
          <a:xfrm>
            <a:off x="10052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6" name="Google Shape;1306;g39f4a0cddd7_0_159"/>
          <p:cNvSpPr/>
          <p:nvPr/>
        </p:nvSpPr>
        <p:spPr>
          <a:xfrm>
            <a:off x="10533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7" name="Google Shape;1307;g39f4a0cddd7_0_159"/>
          <p:cNvSpPr/>
          <p:nvPr/>
        </p:nvSpPr>
        <p:spPr>
          <a:xfrm>
            <a:off x="12119766" y="881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308" name="Google Shape;1308;g39f4a0cddd7_0_159"/>
          <p:cNvSpPr/>
          <p:nvPr/>
        </p:nvSpPr>
        <p:spPr>
          <a:xfrm>
            <a:off x="8780916" y="8818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309" name="Google Shape;1309;g39f4a0cddd7_0_159"/>
          <p:cNvSpPr/>
          <p:nvPr/>
        </p:nvSpPr>
        <p:spPr>
          <a:xfrm>
            <a:off x="12679566" y="88358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310" name="Google Shape;1310;g39f4a0cddd7_0_159"/>
          <p:cNvSpPr/>
          <p:nvPr/>
        </p:nvSpPr>
        <p:spPr>
          <a:xfrm>
            <a:off x="13133716" y="8835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11" name="Google Shape;1311;g39f4a0cddd7_0_159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5" name="Shape 1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16" name="Google Shape;1316;g39f4a0cddd7_0_79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7" name="Google Shape;1317;g39f4a0cddd7_0_79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18" name="Google Shape;1318;g39f4a0cddd7_0_79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19" name="Google Shape;1319;g39f4a0cddd7_0_79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0" name="Google Shape;1320;g39f4a0cddd7_0_79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1" name="Google Shape;1321;g39f4a0cddd7_0_79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2" name="Google Shape;1322;g39f4a0cddd7_0_79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3" name="Google Shape;1323;g39f4a0cddd7_0_79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4" name="Google Shape;1324;g39f4a0cddd7_0_79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5" name="Google Shape;1325;g39f4a0cddd7_0_79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6" name="Google Shape;1326;g39f4a0cddd7_0_79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7" name="Google Shape;1327;g39f4a0cddd7_0_79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8" name="Google Shape;1328;g39f4a0cddd7_0_79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9" name="Google Shape;1329;g39f4a0cddd7_0_79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330" name="Google Shape;1330;g39f4a0cddd7_0_79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1" name="Google Shape;1331;g39f4a0cddd7_0_79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2" name="Google Shape;1332;g39f4a0cddd7_0_79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3" name="Google Shape;1333;g39f4a0cddd7_0_79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4" name="Google Shape;1334;g39f4a0cddd7_0_79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5" name="Google Shape;1335;g39f4a0cddd7_0_79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6" name="Google Shape;1336;g39f4a0cddd7_0_79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37" name="Google Shape;1337;g39f4a0cddd7_0_795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38" name="Google Shape;1338;g39f4a0cddd7_0_795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339" name="Google Shape;1339;g39f4a0cddd7_0_795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0" name="Google Shape;1340;g39f4a0cddd7_0_795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1" name="Google Shape;1341;g39f4a0cddd7_0_795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2" name="Google Shape;1342;g39f4a0cddd7_0_795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3" name="Google Shape;1343;g39f4a0cddd7_0_795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4" name="Google Shape;1344;g39f4a0cddd7_0_795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45" name="Google Shape;1345;g39f4a0cddd7_0_795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46" name="Google Shape;1346;g39f4a0cddd7_0_795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47" name="Google Shape;1347;g39f4a0cddd7_0_795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48" name="Google Shape;1348;g39f4a0cddd7_0_795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49" name="Google Shape;1349;g39f4a0cddd7_0_795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350" name="Google Shape;1350;g39f4a0cddd7_0_795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351" name="Google Shape;1351;g39f4a0cddd7_0_795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52" name="Google Shape;1352;g39f4a0cddd7_0_795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53" name="Google Shape;1353;g39f4a0cddd7_0_795"/>
          <p:cNvSpPr/>
          <p:nvPr/>
        </p:nvSpPr>
        <p:spPr>
          <a:xfrm>
            <a:off x="12150829" y="956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354" name="Google Shape;1354;g39f4a0cddd7_0_795"/>
          <p:cNvSpPr/>
          <p:nvPr/>
        </p:nvSpPr>
        <p:spPr>
          <a:xfrm>
            <a:off x="8692291" y="9133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355" name="Google Shape;1355;g39f4a0cddd7_0_795"/>
          <p:cNvSpPr/>
          <p:nvPr/>
        </p:nvSpPr>
        <p:spPr>
          <a:xfrm>
            <a:off x="12638554" y="9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356" name="Google Shape;1356;g39f4a0cddd7_0_795"/>
          <p:cNvSpPr/>
          <p:nvPr/>
        </p:nvSpPr>
        <p:spPr>
          <a:xfrm>
            <a:off x="13086854" y="946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57" name="Google Shape;1357;g39f4a0cddd7_0_795"/>
          <p:cNvSpPr/>
          <p:nvPr/>
        </p:nvSpPr>
        <p:spPr>
          <a:xfrm>
            <a:off x="9624441" y="8909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58" name="Google Shape;1358;g39f4a0cddd7_0_795"/>
          <p:cNvSpPr/>
          <p:nvPr/>
        </p:nvSpPr>
        <p:spPr>
          <a:xfrm>
            <a:off x="8646391" y="2480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359" name="Google Shape;1359;g39f4a0cddd7_0_795"/>
          <p:cNvSpPr/>
          <p:nvPr/>
        </p:nvSpPr>
        <p:spPr>
          <a:xfrm>
            <a:off x="9095341" y="2439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360" name="Google Shape;1360;g39f4a0cddd7_0_795"/>
          <p:cNvSpPr/>
          <p:nvPr/>
        </p:nvSpPr>
        <p:spPr>
          <a:xfrm>
            <a:off x="9530041" y="246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361" name="Google Shape;1361;g39f4a0cddd7_0_795"/>
          <p:cNvSpPr/>
          <p:nvPr/>
        </p:nvSpPr>
        <p:spPr>
          <a:xfrm>
            <a:off x="9984191" y="2461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2" name="Google Shape;1362;g39f4a0cddd7_0_795"/>
          <p:cNvSpPr/>
          <p:nvPr/>
        </p:nvSpPr>
        <p:spPr>
          <a:xfrm>
            <a:off x="10433416" y="2459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3" name="Google Shape;1363;g39f4a0cddd7_0_795"/>
          <p:cNvSpPr/>
          <p:nvPr/>
        </p:nvSpPr>
        <p:spPr>
          <a:xfrm>
            <a:off x="12148654" y="4045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364" name="Google Shape;1364;g39f4a0cddd7_0_795"/>
          <p:cNvSpPr/>
          <p:nvPr/>
        </p:nvSpPr>
        <p:spPr>
          <a:xfrm>
            <a:off x="8801504" y="401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365" name="Google Shape;1365;g39f4a0cddd7_0_795"/>
          <p:cNvSpPr/>
          <p:nvPr/>
        </p:nvSpPr>
        <p:spPr>
          <a:xfrm>
            <a:off x="12631429" y="4063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366" name="Google Shape;1366;g39f4a0cddd7_0_795"/>
          <p:cNvSpPr/>
          <p:nvPr/>
        </p:nvSpPr>
        <p:spPr>
          <a:xfrm>
            <a:off x="9310348" y="40373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7" name="Google Shape;1367;g39f4a0cddd7_0_795"/>
          <p:cNvSpPr/>
          <p:nvPr/>
        </p:nvSpPr>
        <p:spPr>
          <a:xfrm>
            <a:off x="9821748" y="4055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8" name="Google Shape;1368;g39f4a0cddd7_0_795"/>
          <p:cNvSpPr/>
          <p:nvPr/>
        </p:nvSpPr>
        <p:spPr>
          <a:xfrm>
            <a:off x="8465791" y="5627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369" name="Google Shape;1369;g39f4a0cddd7_0_795"/>
          <p:cNvSpPr/>
          <p:nvPr/>
        </p:nvSpPr>
        <p:spPr>
          <a:xfrm>
            <a:off x="8914741" y="5586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370" name="Google Shape;1370;g39f4a0cddd7_0_795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371" name="Google Shape;1371;g39f4a0cddd7_0_795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2" name="Google Shape;1372;g39f4a0cddd7_0_795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3" name="Google Shape;1373;g39f4a0cddd7_0_795"/>
          <p:cNvSpPr/>
          <p:nvPr/>
        </p:nvSpPr>
        <p:spPr>
          <a:xfrm>
            <a:off x="8715041" y="7240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374" name="Google Shape;1374;g39f4a0cddd7_0_795"/>
          <p:cNvSpPr/>
          <p:nvPr/>
        </p:nvSpPr>
        <p:spPr>
          <a:xfrm>
            <a:off x="9163991" y="7199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375" name="Google Shape;1375;g39f4a0cddd7_0_795"/>
          <p:cNvSpPr/>
          <p:nvPr/>
        </p:nvSpPr>
        <p:spPr>
          <a:xfrm>
            <a:off x="9598691" y="7222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376" name="Google Shape;1376;g39f4a0cddd7_0_795"/>
          <p:cNvSpPr/>
          <p:nvPr/>
        </p:nvSpPr>
        <p:spPr>
          <a:xfrm>
            <a:off x="10052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7" name="Google Shape;1377;g39f4a0cddd7_0_795"/>
          <p:cNvSpPr/>
          <p:nvPr/>
        </p:nvSpPr>
        <p:spPr>
          <a:xfrm>
            <a:off x="10533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8" name="Google Shape;1378;g39f4a0cddd7_0_795"/>
          <p:cNvSpPr/>
          <p:nvPr/>
        </p:nvSpPr>
        <p:spPr>
          <a:xfrm>
            <a:off x="12119766" y="881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379" name="Google Shape;1379;g39f4a0cddd7_0_795"/>
          <p:cNvSpPr/>
          <p:nvPr/>
        </p:nvSpPr>
        <p:spPr>
          <a:xfrm>
            <a:off x="8780916" y="8818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380" name="Google Shape;1380;g39f4a0cddd7_0_795"/>
          <p:cNvSpPr/>
          <p:nvPr/>
        </p:nvSpPr>
        <p:spPr>
          <a:xfrm>
            <a:off x="12679566" y="88358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381" name="Google Shape;1381;g39f4a0cddd7_0_795"/>
          <p:cNvSpPr/>
          <p:nvPr/>
        </p:nvSpPr>
        <p:spPr>
          <a:xfrm>
            <a:off x="13133716" y="8835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82" name="Google Shape;1382;g39f4a0cddd7_0_795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6" name="Shape 1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7" name="Google Shape;1387;g39f4a0cddd7_0_865"/>
          <p:cNvSpPr/>
          <p:nvPr/>
        </p:nvSpPr>
        <p:spPr>
          <a:xfrm>
            <a:off x="12045366" y="8987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cxnSp>
        <p:nvCxnSpPr>
          <p:cNvPr id="1388" name="Google Shape;1388;g39f4a0cddd7_0_86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89" name="Google Shape;1389;g39f4a0cddd7_0_86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0" name="Google Shape;1390;g39f4a0cddd7_0_86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1" name="Google Shape;1391;g39f4a0cddd7_0_86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2" name="Google Shape;1392;g39f4a0cddd7_0_86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3" name="Google Shape;1393;g39f4a0cddd7_0_86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4" name="Google Shape;1394;g39f4a0cddd7_0_86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5" name="Google Shape;1395;g39f4a0cddd7_0_86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6" name="Google Shape;1396;g39f4a0cddd7_0_86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7" name="Google Shape;1397;g39f4a0cddd7_0_86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8" name="Google Shape;1398;g39f4a0cddd7_0_86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9" name="Google Shape;1399;g39f4a0cddd7_0_86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00" name="Google Shape;1400;g39f4a0cddd7_0_86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01" name="Google Shape;1401;g39f4a0cddd7_0_86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402" name="Google Shape;1402;g39f4a0cddd7_0_86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3" name="Google Shape;1403;g39f4a0cddd7_0_86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4" name="Google Shape;1404;g39f4a0cddd7_0_86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5" name="Google Shape;1405;g39f4a0cddd7_0_86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6" name="Google Shape;1406;g39f4a0cddd7_0_86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7" name="Google Shape;1407;g39f4a0cddd7_0_86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8" name="Google Shape;1408;g39f4a0cddd7_0_86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09" name="Google Shape;1409;g39f4a0cddd7_0_865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10" name="Google Shape;1410;g39f4a0cddd7_0_865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411" name="Google Shape;1411;g39f4a0cddd7_0_865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2" name="Google Shape;1412;g39f4a0cddd7_0_865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3" name="Google Shape;1413;g39f4a0cddd7_0_865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4" name="Google Shape;1414;g39f4a0cddd7_0_865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5" name="Google Shape;1415;g39f4a0cddd7_0_865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6" name="Google Shape;1416;g39f4a0cddd7_0_865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17" name="Google Shape;1417;g39f4a0cddd7_0_865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18" name="Google Shape;1418;g39f4a0cddd7_0_865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19" name="Google Shape;1419;g39f4a0cddd7_0_865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0" name="Google Shape;1420;g39f4a0cddd7_0_865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1" name="Google Shape;1421;g39f4a0cddd7_0_865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422" name="Google Shape;1422;g39f4a0cddd7_0_865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23" name="Google Shape;1423;g39f4a0cddd7_0_865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4" name="Google Shape;1424;g39f4a0cddd7_0_865"/>
          <p:cNvSpPr/>
          <p:nvPr/>
        </p:nvSpPr>
        <p:spPr>
          <a:xfrm>
            <a:off x="12150829" y="956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425" name="Google Shape;1425;g39f4a0cddd7_0_865"/>
          <p:cNvSpPr/>
          <p:nvPr/>
        </p:nvSpPr>
        <p:spPr>
          <a:xfrm>
            <a:off x="8692291" y="9133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426" name="Google Shape;1426;g39f4a0cddd7_0_865"/>
          <p:cNvSpPr/>
          <p:nvPr/>
        </p:nvSpPr>
        <p:spPr>
          <a:xfrm>
            <a:off x="12638554" y="9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427" name="Google Shape;1427;g39f4a0cddd7_0_865"/>
          <p:cNvSpPr/>
          <p:nvPr/>
        </p:nvSpPr>
        <p:spPr>
          <a:xfrm>
            <a:off x="13086854" y="946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28" name="Google Shape;1428;g39f4a0cddd7_0_865"/>
          <p:cNvSpPr/>
          <p:nvPr/>
        </p:nvSpPr>
        <p:spPr>
          <a:xfrm>
            <a:off x="9624441" y="8909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29" name="Google Shape;1429;g39f4a0cddd7_0_865"/>
          <p:cNvSpPr/>
          <p:nvPr/>
        </p:nvSpPr>
        <p:spPr>
          <a:xfrm>
            <a:off x="8646391" y="2480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430" name="Google Shape;1430;g39f4a0cddd7_0_865"/>
          <p:cNvSpPr/>
          <p:nvPr/>
        </p:nvSpPr>
        <p:spPr>
          <a:xfrm>
            <a:off x="9095341" y="2439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431" name="Google Shape;1431;g39f4a0cddd7_0_865"/>
          <p:cNvSpPr/>
          <p:nvPr/>
        </p:nvSpPr>
        <p:spPr>
          <a:xfrm>
            <a:off x="9530041" y="246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432" name="Google Shape;1432;g39f4a0cddd7_0_865"/>
          <p:cNvSpPr/>
          <p:nvPr/>
        </p:nvSpPr>
        <p:spPr>
          <a:xfrm>
            <a:off x="9984191" y="2461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3" name="Google Shape;1433;g39f4a0cddd7_0_865"/>
          <p:cNvSpPr/>
          <p:nvPr/>
        </p:nvSpPr>
        <p:spPr>
          <a:xfrm>
            <a:off x="10433416" y="2459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4" name="Google Shape;1434;g39f4a0cddd7_0_865"/>
          <p:cNvSpPr/>
          <p:nvPr/>
        </p:nvSpPr>
        <p:spPr>
          <a:xfrm>
            <a:off x="12148654" y="4045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435" name="Google Shape;1435;g39f4a0cddd7_0_865"/>
          <p:cNvSpPr/>
          <p:nvPr/>
        </p:nvSpPr>
        <p:spPr>
          <a:xfrm>
            <a:off x="8801504" y="401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436" name="Google Shape;1436;g39f4a0cddd7_0_865"/>
          <p:cNvSpPr/>
          <p:nvPr/>
        </p:nvSpPr>
        <p:spPr>
          <a:xfrm>
            <a:off x="12631429" y="4063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437" name="Google Shape;1437;g39f4a0cddd7_0_865"/>
          <p:cNvSpPr/>
          <p:nvPr/>
        </p:nvSpPr>
        <p:spPr>
          <a:xfrm>
            <a:off x="9310348" y="40373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8" name="Google Shape;1438;g39f4a0cddd7_0_865"/>
          <p:cNvSpPr/>
          <p:nvPr/>
        </p:nvSpPr>
        <p:spPr>
          <a:xfrm>
            <a:off x="9821748" y="4055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9" name="Google Shape;1439;g39f4a0cddd7_0_865"/>
          <p:cNvSpPr/>
          <p:nvPr/>
        </p:nvSpPr>
        <p:spPr>
          <a:xfrm>
            <a:off x="8914741" y="5586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440" name="Google Shape;1440;g39f4a0cddd7_0_865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441" name="Google Shape;1441;g39f4a0cddd7_0_865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2" name="Google Shape;1442;g39f4a0cddd7_0_865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3" name="Google Shape;1443;g39f4a0cddd7_0_865"/>
          <p:cNvSpPr/>
          <p:nvPr/>
        </p:nvSpPr>
        <p:spPr>
          <a:xfrm>
            <a:off x="9163991" y="7199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444" name="Google Shape;1444;g39f4a0cddd7_0_865"/>
          <p:cNvSpPr/>
          <p:nvPr/>
        </p:nvSpPr>
        <p:spPr>
          <a:xfrm>
            <a:off x="9598691" y="7222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445" name="Google Shape;1445;g39f4a0cddd7_0_865"/>
          <p:cNvSpPr/>
          <p:nvPr/>
        </p:nvSpPr>
        <p:spPr>
          <a:xfrm>
            <a:off x="10052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6" name="Google Shape;1446;g39f4a0cddd7_0_865"/>
          <p:cNvSpPr/>
          <p:nvPr/>
        </p:nvSpPr>
        <p:spPr>
          <a:xfrm>
            <a:off x="10533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7" name="Google Shape;1447;g39f4a0cddd7_0_865"/>
          <p:cNvSpPr/>
          <p:nvPr/>
        </p:nvSpPr>
        <p:spPr>
          <a:xfrm>
            <a:off x="12555541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448" name="Google Shape;1448;g39f4a0cddd7_0_865"/>
          <p:cNvSpPr/>
          <p:nvPr/>
        </p:nvSpPr>
        <p:spPr>
          <a:xfrm>
            <a:off x="12978516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449" name="Google Shape;1449;g39f4a0cddd7_0_865"/>
          <p:cNvSpPr/>
          <p:nvPr/>
        </p:nvSpPr>
        <p:spPr>
          <a:xfrm>
            <a:off x="13537741" y="9023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50" name="Google Shape;1450;g39f4a0cddd7_0_865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51" name="Google Shape;1451;g39f4a0cddd7_0_865"/>
          <p:cNvSpPr/>
          <p:nvPr/>
        </p:nvSpPr>
        <p:spPr>
          <a:xfrm>
            <a:off x="11018041" y="72518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452" name="Google Shape;1452;g39f4a0cddd7_0_865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453" name="Google Shape;1453;g39f4a0cddd7_0_865"/>
          <p:cNvSpPr/>
          <p:nvPr/>
        </p:nvSpPr>
        <p:spPr>
          <a:xfrm>
            <a:off x="12804291" y="5622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7" name="Shape 1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8" name="Google Shape;1458;g39f4a0cddd7_0_935"/>
          <p:cNvSpPr/>
          <p:nvPr/>
        </p:nvSpPr>
        <p:spPr>
          <a:xfrm>
            <a:off x="12045366" y="9024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cxnSp>
        <p:nvCxnSpPr>
          <p:cNvPr id="1459" name="Google Shape;1459;g39f4a0cddd7_0_93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60" name="Google Shape;1460;g39f4a0cddd7_0_93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1" name="Google Shape;1461;g39f4a0cddd7_0_93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2" name="Google Shape;1462;g39f4a0cddd7_0_93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3" name="Google Shape;1463;g39f4a0cddd7_0_93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4" name="Google Shape;1464;g39f4a0cddd7_0_93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5" name="Google Shape;1465;g39f4a0cddd7_0_93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6" name="Google Shape;1466;g39f4a0cddd7_0_93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7" name="Google Shape;1467;g39f4a0cddd7_0_93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8" name="Google Shape;1468;g39f4a0cddd7_0_93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9" name="Google Shape;1469;g39f4a0cddd7_0_93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0" name="Google Shape;1470;g39f4a0cddd7_0_93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1" name="Google Shape;1471;g39f4a0cddd7_0_93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2" name="Google Shape;1472;g39f4a0cddd7_0_93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473" name="Google Shape;1473;g39f4a0cddd7_0_93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74" name="Google Shape;1474;g39f4a0cddd7_0_93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75" name="Google Shape;1475;g39f4a0cddd7_0_93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76" name="Google Shape;1476;g39f4a0cddd7_0_93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77" name="Google Shape;1477;g39f4a0cddd7_0_93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78" name="Google Shape;1478;g39f4a0cddd7_0_93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79" name="Google Shape;1479;g39f4a0cddd7_0_93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80" name="Google Shape;1480;g39f4a0cddd7_0_935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81" name="Google Shape;1481;g39f4a0cddd7_0_935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482" name="Google Shape;1482;g39f4a0cddd7_0_935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3" name="Google Shape;1483;g39f4a0cddd7_0_935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4" name="Google Shape;1484;g39f4a0cddd7_0_935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5" name="Google Shape;1485;g39f4a0cddd7_0_935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6" name="Google Shape;1486;g39f4a0cddd7_0_935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7" name="Google Shape;1487;g39f4a0cddd7_0_935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88" name="Google Shape;1488;g39f4a0cddd7_0_935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89" name="Google Shape;1489;g39f4a0cddd7_0_935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0" name="Google Shape;1490;g39f4a0cddd7_0_935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1" name="Google Shape;1491;g39f4a0cddd7_0_935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2" name="Google Shape;1492;g39f4a0cddd7_0_935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93" name="Google Shape;1493;g39f4a0cddd7_0_935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4" name="Google Shape;1494;g39f4a0cddd7_0_935"/>
          <p:cNvSpPr/>
          <p:nvPr/>
        </p:nvSpPr>
        <p:spPr>
          <a:xfrm>
            <a:off x="11862091" y="9469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495" name="Google Shape;1495;g39f4a0cddd7_0_935"/>
          <p:cNvSpPr/>
          <p:nvPr/>
        </p:nvSpPr>
        <p:spPr>
          <a:xfrm>
            <a:off x="9170866" y="9310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496" name="Google Shape;1496;g39f4a0cddd7_0_935"/>
          <p:cNvSpPr/>
          <p:nvPr/>
        </p:nvSpPr>
        <p:spPr>
          <a:xfrm>
            <a:off x="12349816" y="93778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497" name="Google Shape;1497;g39f4a0cddd7_0_935"/>
          <p:cNvSpPr/>
          <p:nvPr/>
        </p:nvSpPr>
        <p:spPr>
          <a:xfrm>
            <a:off x="12798116" y="937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98" name="Google Shape;1498;g39f4a0cddd7_0_935"/>
          <p:cNvSpPr/>
          <p:nvPr/>
        </p:nvSpPr>
        <p:spPr>
          <a:xfrm>
            <a:off x="13249016" y="9377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99" name="Google Shape;1499;g39f4a0cddd7_0_935"/>
          <p:cNvSpPr/>
          <p:nvPr/>
        </p:nvSpPr>
        <p:spPr>
          <a:xfrm>
            <a:off x="11434441" y="2469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500" name="Google Shape;1500;g39f4a0cddd7_0_935"/>
          <p:cNvSpPr/>
          <p:nvPr/>
        </p:nvSpPr>
        <p:spPr>
          <a:xfrm>
            <a:off x="11606391" y="397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501" name="Google Shape;1501;g39f4a0cddd7_0_935"/>
          <p:cNvSpPr/>
          <p:nvPr/>
        </p:nvSpPr>
        <p:spPr>
          <a:xfrm>
            <a:off x="12089166" y="39919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502" name="Google Shape;1502;g39f4a0cddd7_0_935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503" name="Google Shape;1503;g39f4a0cddd7_0_935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4" name="Google Shape;1504;g39f4a0cddd7_0_935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5" name="Google Shape;1505;g39f4a0cddd7_0_935"/>
          <p:cNvSpPr/>
          <p:nvPr/>
        </p:nvSpPr>
        <p:spPr>
          <a:xfrm>
            <a:off x="8836691" y="7222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506" name="Google Shape;1506;g39f4a0cddd7_0_935"/>
          <p:cNvSpPr/>
          <p:nvPr/>
        </p:nvSpPr>
        <p:spPr>
          <a:xfrm>
            <a:off x="9290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7" name="Google Shape;1507;g39f4a0cddd7_0_935"/>
          <p:cNvSpPr/>
          <p:nvPr/>
        </p:nvSpPr>
        <p:spPr>
          <a:xfrm>
            <a:off x="9771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8" name="Google Shape;1508;g39f4a0cddd7_0_935"/>
          <p:cNvSpPr/>
          <p:nvPr/>
        </p:nvSpPr>
        <p:spPr>
          <a:xfrm>
            <a:off x="12555541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509" name="Google Shape;1509;g39f4a0cddd7_0_935"/>
          <p:cNvSpPr/>
          <p:nvPr/>
        </p:nvSpPr>
        <p:spPr>
          <a:xfrm>
            <a:off x="12978516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510" name="Google Shape;1510;g39f4a0cddd7_0_935"/>
          <p:cNvSpPr/>
          <p:nvPr/>
        </p:nvSpPr>
        <p:spPr>
          <a:xfrm>
            <a:off x="13537741" y="9023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1" name="Google Shape;1511;g39f4a0cddd7_0_935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2" name="Google Shape;1512;g39f4a0cddd7_0_935"/>
          <p:cNvSpPr/>
          <p:nvPr/>
        </p:nvSpPr>
        <p:spPr>
          <a:xfrm>
            <a:off x="11990666" y="25097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513" name="Google Shape;1513;g39f4a0cddd7_0_935"/>
          <p:cNvSpPr/>
          <p:nvPr/>
        </p:nvSpPr>
        <p:spPr>
          <a:xfrm>
            <a:off x="12464490" y="249624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514" name="Google Shape;1514;g39f4a0cddd7_0_935"/>
          <p:cNvSpPr/>
          <p:nvPr/>
        </p:nvSpPr>
        <p:spPr>
          <a:xfrm>
            <a:off x="12934066" y="2496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515" name="Google Shape;1515;g39f4a0cddd7_0_935"/>
          <p:cNvSpPr/>
          <p:nvPr/>
        </p:nvSpPr>
        <p:spPr>
          <a:xfrm>
            <a:off x="13434641" y="2496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6" name="Google Shape;1516;g39f4a0cddd7_0_935"/>
          <p:cNvSpPr/>
          <p:nvPr/>
        </p:nvSpPr>
        <p:spPr>
          <a:xfrm>
            <a:off x="12544591" y="3992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517" name="Google Shape;1517;g39f4a0cddd7_0_935"/>
          <p:cNvSpPr/>
          <p:nvPr/>
        </p:nvSpPr>
        <p:spPr>
          <a:xfrm>
            <a:off x="12993310" y="398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8" name="Google Shape;1518;g39f4a0cddd7_0_935"/>
          <p:cNvSpPr/>
          <p:nvPr/>
        </p:nvSpPr>
        <p:spPr>
          <a:xfrm>
            <a:off x="13504710" y="4001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9" name="Google Shape;1519;g39f4a0cddd7_0_935"/>
          <p:cNvSpPr/>
          <p:nvPr/>
        </p:nvSpPr>
        <p:spPr>
          <a:xfrm>
            <a:off x="13916879" y="250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20" name="Google Shape;1520;g39f4a0cddd7_0_935"/>
          <p:cNvSpPr/>
          <p:nvPr/>
        </p:nvSpPr>
        <p:spPr>
          <a:xfrm>
            <a:off x="10284591" y="72433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521" name="Google Shape;1521;g39f4a0cddd7_0_935"/>
          <p:cNvSpPr/>
          <p:nvPr/>
        </p:nvSpPr>
        <p:spPr>
          <a:xfrm>
            <a:off x="10753841" y="72603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522" name="Google Shape;1522;g39f4a0cddd7_0_935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523" name="Google Shape;1523;g39f4a0cddd7_0_935"/>
          <p:cNvSpPr/>
          <p:nvPr/>
        </p:nvSpPr>
        <p:spPr>
          <a:xfrm>
            <a:off x="12934016" y="5637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524" name="Google Shape;1524;g39f4a0cddd7_0_935"/>
          <p:cNvSpPr/>
          <p:nvPr/>
        </p:nvSpPr>
        <p:spPr>
          <a:xfrm>
            <a:off x="13382966" y="55967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8" name="Shape 1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9" name="Google Shape;1529;g39f4a0cddd7_0_517"/>
          <p:cNvSpPr/>
          <p:nvPr/>
        </p:nvSpPr>
        <p:spPr>
          <a:xfrm>
            <a:off x="12382829" y="2430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cxnSp>
        <p:nvCxnSpPr>
          <p:cNvPr id="1530" name="Google Shape;1530;g39f4a0cddd7_0_51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1" name="Google Shape;1531;g39f4a0cddd7_0_51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2" name="Google Shape;1532;g39f4a0cddd7_0_51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3" name="Google Shape;1533;g39f4a0cddd7_0_51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4" name="Google Shape;1534;g39f4a0cddd7_0_51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5" name="Google Shape;1535;g39f4a0cddd7_0_51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6" name="Google Shape;1536;g39f4a0cddd7_0_51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7" name="Google Shape;1537;g39f4a0cddd7_0_51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8" name="Google Shape;1538;g39f4a0cddd7_0_51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9" name="Google Shape;1539;g39f4a0cddd7_0_51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0" name="Google Shape;1540;g39f4a0cddd7_0_51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1" name="Google Shape;1541;g39f4a0cddd7_0_51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2" name="Google Shape;1542;g39f4a0cddd7_0_51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3" name="Google Shape;1543;g39f4a0cddd7_0_51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544" name="Google Shape;1544;g39f4a0cddd7_0_51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5" name="Google Shape;1545;g39f4a0cddd7_0_51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6" name="Google Shape;1546;g39f4a0cddd7_0_51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7" name="Google Shape;1547;g39f4a0cddd7_0_51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8" name="Google Shape;1548;g39f4a0cddd7_0_51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9" name="Google Shape;1549;g39f4a0cddd7_0_51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50" name="Google Shape;1550;g39f4a0cddd7_0_51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51" name="Google Shape;1551;g39f4a0cddd7_0_517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52" name="Google Shape;1552;g39f4a0cddd7_0_517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553" name="Google Shape;1553;g39f4a0cddd7_0_517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4" name="Google Shape;1554;g39f4a0cddd7_0_517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5" name="Google Shape;1555;g39f4a0cddd7_0_517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6" name="Google Shape;1556;g39f4a0cddd7_0_517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7" name="Google Shape;1557;g39f4a0cddd7_0_517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8" name="Google Shape;1558;g39f4a0cddd7_0_517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59" name="Google Shape;1559;g39f4a0cddd7_0_517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0" name="Google Shape;1560;g39f4a0cddd7_0_517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1" name="Google Shape;1561;g39f4a0cddd7_0_517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2" name="Google Shape;1562;g39f4a0cddd7_0_517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3" name="Google Shape;1563;g39f4a0cddd7_0_517"/>
          <p:cNvSpPr/>
          <p:nvPr/>
        </p:nvSpPr>
        <p:spPr>
          <a:xfrm>
            <a:off x="11910365" y="2433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564" name="Google Shape;1564;g39f4a0cddd7_0_517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65" name="Google Shape;1565;g39f4a0cddd7_0_517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6" name="Google Shape;1566;g39f4a0cddd7_0_517"/>
          <p:cNvSpPr/>
          <p:nvPr/>
        </p:nvSpPr>
        <p:spPr>
          <a:xfrm>
            <a:off x="11511316" y="787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567" name="Google Shape;1567;g39f4a0cddd7_0_517"/>
          <p:cNvSpPr/>
          <p:nvPr/>
        </p:nvSpPr>
        <p:spPr>
          <a:xfrm>
            <a:off x="11910216" y="7779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568" name="Google Shape;1568;g39f4a0cddd7_0_517"/>
          <p:cNvSpPr/>
          <p:nvPr/>
        </p:nvSpPr>
        <p:spPr>
          <a:xfrm>
            <a:off x="12344916" y="800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569" name="Google Shape;1569;g39f4a0cddd7_0_517"/>
          <p:cNvSpPr/>
          <p:nvPr/>
        </p:nvSpPr>
        <p:spPr>
          <a:xfrm>
            <a:off x="12799066" y="80068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0" name="Google Shape;1570;g39f4a0cddd7_0_517"/>
          <p:cNvSpPr/>
          <p:nvPr/>
        </p:nvSpPr>
        <p:spPr>
          <a:xfrm>
            <a:off x="13280066" y="80068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1" name="Google Shape;1571;g39f4a0cddd7_0_517"/>
          <p:cNvSpPr/>
          <p:nvPr/>
        </p:nvSpPr>
        <p:spPr>
          <a:xfrm>
            <a:off x="12836829" y="2409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2" name="Google Shape;1572;g39f4a0cddd7_0_517"/>
          <p:cNvSpPr/>
          <p:nvPr/>
        </p:nvSpPr>
        <p:spPr>
          <a:xfrm>
            <a:off x="15356516" y="4046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67763, 68547, 67286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3" name="Google Shape;1573;g39f4a0cddd7_0_517"/>
          <p:cNvSpPr/>
          <p:nvPr/>
        </p:nvSpPr>
        <p:spPr>
          <a:xfrm>
            <a:off x="15702416" y="4026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67763, 68547, 67286</a:t>
            </a:r>
            <a:endParaRPr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4" name="Google Shape;1574;g39f4a0cddd7_0_517"/>
          <p:cNvSpPr/>
          <p:nvPr/>
        </p:nvSpPr>
        <p:spPr>
          <a:xfrm>
            <a:off x="11660691" y="4020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575" name="Google Shape;1575;g39f4a0cddd7_0_517"/>
          <p:cNvSpPr/>
          <p:nvPr/>
        </p:nvSpPr>
        <p:spPr>
          <a:xfrm>
            <a:off x="12114841" y="4020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6" name="Google Shape;1576;g39f4a0cddd7_0_517"/>
          <p:cNvSpPr/>
          <p:nvPr/>
        </p:nvSpPr>
        <p:spPr>
          <a:xfrm>
            <a:off x="12626241" y="4039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7" name="Google Shape;1577;g39f4a0cddd7_0_517"/>
          <p:cNvSpPr/>
          <p:nvPr/>
        </p:nvSpPr>
        <p:spPr>
          <a:xfrm>
            <a:off x="8909529" y="7178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578" name="Google Shape;1578;g39f4a0cddd7_0_517"/>
          <p:cNvSpPr/>
          <p:nvPr/>
        </p:nvSpPr>
        <p:spPr>
          <a:xfrm>
            <a:off x="9344229" y="72008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579" name="Google Shape;1579;g39f4a0cddd7_0_517"/>
          <p:cNvSpPr/>
          <p:nvPr/>
        </p:nvSpPr>
        <p:spPr>
          <a:xfrm>
            <a:off x="9798379" y="7200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0" name="Google Shape;1580;g39f4a0cddd7_0_517"/>
          <p:cNvSpPr/>
          <p:nvPr/>
        </p:nvSpPr>
        <p:spPr>
          <a:xfrm>
            <a:off x="10279379" y="7200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1" name="Google Shape;1581;g39f4a0cddd7_0_517"/>
          <p:cNvSpPr/>
          <p:nvPr/>
        </p:nvSpPr>
        <p:spPr>
          <a:xfrm>
            <a:off x="11860491" y="8987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582" name="Google Shape;1582;g39f4a0cddd7_0_517"/>
          <p:cNvSpPr/>
          <p:nvPr/>
        </p:nvSpPr>
        <p:spPr>
          <a:xfrm>
            <a:off x="12370666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583" name="Google Shape;1583;g39f4a0cddd7_0_517"/>
          <p:cNvSpPr/>
          <p:nvPr/>
        </p:nvSpPr>
        <p:spPr>
          <a:xfrm>
            <a:off x="12793641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584" name="Google Shape;1584;g39f4a0cddd7_0_517"/>
          <p:cNvSpPr/>
          <p:nvPr/>
        </p:nvSpPr>
        <p:spPr>
          <a:xfrm>
            <a:off x="13352866" y="9023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5" name="Google Shape;1585;g39f4a0cddd7_0_517"/>
          <p:cNvSpPr/>
          <p:nvPr/>
        </p:nvSpPr>
        <p:spPr>
          <a:xfrm>
            <a:off x="8975016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6" name="Google Shape;1586;g39f4a0cddd7_0_517"/>
          <p:cNvSpPr/>
          <p:nvPr/>
        </p:nvSpPr>
        <p:spPr>
          <a:xfrm>
            <a:off x="13280079" y="2434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7" name="Google Shape;1587;g39f4a0cddd7_0_517"/>
          <p:cNvSpPr/>
          <p:nvPr/>
        </p:nvSpPr>
        <p:spPr>
          <a:xfrm>
            <a:off x="15231579" y="2493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677575, 67286, 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8" name="Google Shape;1588;g39f4a0cddd7_0_517"/>
          <p:cNvSpPr/>
          <p:nvPr/>
        </p:nvSpPr>
        <p:spPr>
          <a:xfrm>
            <a:off x="15477941" y="5746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67763, 67286, 67775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9" name="Google Shape;1589;g39f4a0cddd7_0_517"/>
          <p:cNvSpPr/>
          <p:nvPr/>
        </p:nvSpPr>
        <p:spPr>
          <a:xfrm>
            <a:off x="15950941" y="5746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</a:t>
            </a: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67763, 67286, 67775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0" name="Google Shape;1590;g39f4a0cddd7_0_517"/>
          <p:cNvSpPr/>
          <p:nvPr/>
        </p:nvSpPr>
        <p:spPr>
          <a:xfrm>
            <a:off x="12165016" y="57263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591" name="Google Shape;1591;g39f4a0cddd7_0_517"/>
          <p:cNvSpPr/>
          <p:nvPr/>
        </p:nvSpPr>
        <p:spPr>
          <a:xfrm>
            <a:off x="12619166" y="5726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2" name="Google Shape;1592;g39f4a0cddd7_0_517"/>
          <p:cNvSpPr/>
          <p:nvPr/>
        </p:nvSpPr>
        <p:spPr>
          <a:xfrm>
            <a:off x="8780916" y="56574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3" name="Google Shape;1593;g39f4a0cddd7_0_517"/>
          <p:cNvSpPr/>
          <p:nvPr/>
        </p:nvSpPr>
        <p:spPr>
          <a:xfrm>
            <a:off x="15950950" y="5635624"/>
            <a:ext cx="2519700" cy="17043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67775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4" name="Google Shape;1594;g39f4a0cddd7_0_517"/>
          <p:cNvSpPr/>
          <p:nvPr/>
        </p:nvSpPr>
        <p:spPr>
          <a:xfrm>
            <a:off x="12287054" y="71987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595" name="Google Shape;1595;g39f4a0cddd7_0_517"/>
          <p:cNvSpPr/>
          <p:nvPr/>
        </p:nvSpPr>
        <p:spPr>
          <a:xfrm>
            <a:off x="15702429" y="2498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677575, 67286, 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9" name="Shape 1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0" name="Google Shape;1600;g3ad80c01cbb_2_0"/>
          <p:cNvSpPr/>
          <p:nvPr/>
        </p:nvSpPr>
        <p:spPr>
          <a:xfrm>
            <a:off x="14519629" y="2403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677575, 67286, 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601" name="Google Shape;1601;g3ad80c01cbb_2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02" name="Google Shape;1602;g3ad80c01cbb_2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3" name="Google Shape;1603;g3ad80c01cbb_2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4" name="Google Shape;1604;g3ad80c01cbb_2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5" name="Google Shape;1605;g3ad80c01cbb_2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6" name="Google Shape;1606;g3ad80c01cbb_2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7" name="Google Shape;1607;g3ad80c01cbb_2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8" name="Google Shape;1608;g3ad80c01cbb_2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9" name="Google Shape;1609;g3ad80c01cbb_2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0" name="Google Shape;1610;g3ad80c01cbb_2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1" name="Google Shape;1611;g3ad80c01cbb_2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2" name="Google Shape;1612;g3ad80c01cbb_2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3" name="Google Shape;1613;g3ad80c01cbb_2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4" name="Google Shape;1614;g3ad80c01cbb_2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615" name="Google Shape;1615;g3ad80c01cbb_2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16" name="Google Shape;1616;g3ad80c01cbb_2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17" name="Google Shape;1617;g3ad80c01cbb_2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18" name="Google Shape;1618;g3ad80c01cbb_2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19" name="Google Shape;1619;g3ad80c01cbb_2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20" name="Google Shape;1620;g3ad80c01cbb_2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21" name="Google Shape;1621;g3ad80c01cbb_2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2" name="Google Shape;1622;g3ad80c01cbb_2_0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23" name="Google Shape;1623;g3ad80c01cbb_2_0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624" name="Google Shape;1624;g3ad80c01cbb_2_0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5" name="Google Shape;1625;g3ad80c01cbb_2_0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6" name="Google Shape;1626;g3ad80c01cbb_2_0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7" name="Google Shape;1627;g3ad80c01cbb_2_0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8" name="Google Shape;1628;g3ad80c01cbb_2_0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9" name="Google Shape;1629;g3ad80c01cbb_2_0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0" name="Google Shape;1630;g3ad80c01cbb_2_0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1" name="Google Shape;1631;g3ad80c01cbb_2_0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2" name="Google Shape;1632;g3ad80c01cbb_2_0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3" name="Google Shape;1633;g3ad80c01cbb_2_0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4" name="Google Shape;1634;g3ad80c01cbb_2_0"/>
          <p:cNvSpPr/>
          <p:nvPr/>
        </p:nvSpPr>
        <p:spPr>
          <a:xfrm>
            <a:off x="11494715" y="24212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635" name="Google Shape;1635;g3ad80c01cbb_2_0"/>
          <p:cNvSpPr/>
          <p:nvPr/>
        </p:nvSpPr>
        <p:spPr>
          <a:xfrm>
            <a:off x="18614454" y="562280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636" name="Google Shape;1636;g3ad80c01cbb_2_0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37" name="Google Shape;1637;g3ad80c01cbb_2_0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8" name="Google Shape;1638;g3ad80c01cbb_2_0"/>
          <p:cNvSpPr/>
          <p:nvPr/>
        </p:nvSpPr>
        <p:spPr>
          <a:xfrm>
            <a:off x="11511316" y="787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639" name="Google Shape;1639;g3ad80c01cbb_2_0"/>
          <p:cNvSpPr/>
          <p:nvPr/>
        </p:nvSpPr>
        <p:spPr>
          <a:xfrm>
            <a:off x="11910216" y="7779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640" name="Google Shape;1640;g3ad80c01cbb_2_0"/>
          <p:cNvSpPr/>
          <p:nvPr/>
        </p:nvSpPr>
        <p:spPr>
          <a:xfrm>
            <a:off x="15010366" y="770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67763, 67775, 68130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1" name="Google Shape;1641;g3ad80c01cbb_2_0"/>
          <p:cNvSpPr/>
          <p:nvPr/>
        </p:nvSpPr>
        <p:spPr>
          <a:xfrm>
            <a:off x="15464516" y="77078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67763, 67775, 68130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2" name="Google Shape;1642;g3ad80c01cbb_2_0"/>
          <p:cNvSpPr/>
          <p:nvPr/>
        </p:nvSpPr>
        <p:spPr>
          <a:xfrm>
            <a:off x="15945516" y="77078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67763, 67775, 68130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3" name="Google Shape;1643;g3ad80c01cbb_2_0"/>
          <p:cNvSpPr/>
          <p:nvPr/>
        </p:nvSpPr>
        <p:spPr>
          <a:xfrm>
            <a:off x="14519616" y="4017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67763, 67804, 68130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4" name="Google Shape;1644;g3ad80c01cbb_2_0"/>
          <p:cNvSpPr/>
          <p:nvPr/>
        </p:nvSpPr>
        <p:spPr>
          <a:xfrm>
            <a:off x="14973766" y="4017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67763, 67804, 68130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5" name="Google Shape;1645;g3ad80c01cbb_2_0"/>
          <p:cNvSpPr/>
          <p:nvPr/>
        </p:nvSpPr>
        <p:spPr>
          <a:xfrm>
            <a:off x="15485166" y="404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67763, 67804, 68130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6" name="Google Shape;1646;g3ad80c01cbb_2_0"/>
          <p:cNvSpPr/>
          <p:nvPr/>
        </p:nvSpPr>
        <p:spPr>
          <a:xfrm>
            <a:off x="15393766" y="5694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67763, 67286, 67775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7" name="Google Shape;1647;g3ad80c01cbb_2_0"/>
          <p:cNvSpPr/>
          <p:nvPr/>
        </p:nvSpPr>
        <p:spPr>
          <a:xfrm>
            <a:off x="15945516" y="5622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67763, 67286, 67775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8" name="Google Shape;1648;g3ad80c01cbb_2_0"/>
          <p:cNvSpPr/>
          <p:nvPr/>
        </p:nvSpPr>
        <p:spPr>
          <a:xfrm>
            <a:off x="12216091" y="5591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649" name="Google Shape;1649;g3ad80c01cbb_2_0"/>
          <p:cNvSpPr/>
          <p:nvPr/>
        </p:nvSpPr>
        <p:spPr>
          <a:xfrm>
            <a:off x="12670241" y="5591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0" name="Google Shape;1650;g3ad80c01cbb_2_0"/>
          <p:cNvSpPr/>
          <p:nvPr/>
        </p:nvSpPr>
        <p:spPr>
          <a:xfrm>
            <a:off x="8944316" y="55223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1" name="Google Shape;1651;g3ad80c01cbb_2_0"/>
          <p:cNvSpPr/>
          <p:nvPr/>
        </p:nvSpPr>
        <p:spPr>
          <a:xfrm>
            <a:off x="11860491" y="8987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652" name="Google Shape;1652;g3ad80c01cbb_2_0"/>
          <p:cNvSpPr/>
          <p:nvPr/>
        </p:nvSpPr>
        <p:spPr>
          <a:xfrm>
            <a:off x="12370666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653" name="Google Shape;1653;g3ad80c01cbb_2_0"/>
          <p:cNvSpPr/>
          <p:nvPr/>
        </p:nvSpPr>
        <p:spPr>
          <a:xfrm>
            <a:off x="12793641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654" name="Google Shape;1654;g3ad80c01cbb_2_0"/>
          <p:cNvSpPr/>
          <p:nvPr/>
        </p:nvSpPr>
        <p:spPr>
          <a:xfrm>
            <a:off x="13352866" y="9023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5" name="Google Shape;1655;g3ad80c01cbb_2_0"/>
          <p:cNvSpPr/>
          <p:nvPr/>
        </p:nvSpPr>
        <p:spPr>
          <a:xfrm>
            <a:off x="8975016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6" name="Google Shape;1656;g3ad80c01cbb_2_0"/>
          <p:cNvSpPr/>
          <p:nvPr/>
        </p:nvSpPr>
        <p:spPr>
          <a:xfrm>
            <a:off x="15987316" y="4075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67763, 68547, 6728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7" name="Google Shape;1657;g3ad80c01cbb_2_0"/>
          <p:cNvSpPr/>
          <p:nvPr/>
        </p:nvSpPr>
        <p:spPr>
          <a:xfrm>
            <a:off x="16436266" y="40347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67763, 68547, 67286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8" name="Google Shape;1658;g3ad80c01cbb_2_0"/>
          <p:cNvSpPr/>
          <p:nvPr/>
        </p:nvSpPr>
        <p:spPr>
          <a:xfrm>
            <a:off x="14890379" y="24382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677575, 67286, 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9" name="Google Shape;1659;g3ad80c01cbb_2_0"/>
          <p:cNvSpPr/>
          <p:nvPr/>
        </p:nvSpPr>
        <p:spPr>
          <a:xfrm>
            <a:off x="1548517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67775, 67286, 68130,</a:t>
            </a:r>
            <a:endParaRPr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0" name="Google Shape;1660;g3ad80c01cbb_2_0"/>
          <p:cNvSpPr/>
          <p:nvPr/>
        </p:nvSpPr>
        <p:spPr>
          <a:xfrm>
            <a:off x="15945516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67775, 67286, 68130,</a:t>
            </a:r>
            <a:endParaRPr b="1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1" name="Google Shape;1661;g3ad80c01cbb_2_0"/>
          <p:cNvSpPr/>
          <p:nvPr/>
        </p:nvSpPr>
        <p:spPr>
          <a:xfrm>
            <a:off x="16435472" y="2483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67775, 67286, 68130,</a:t>
            </a:r>
            <a:endParaRPr b="1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2" name="Google Shape;1662;g3ad80c01cbb_2_0"/>
          <p:cNvSpPr/>
          <p:nvPr/>
        </p:nvSpPr>
        <p:spPr>
          <a:xfrm>
            <a:off x="8402229" y="7252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663" name="Google Shape;1663;g3ad80c01cbb_2_0"/>
          <p:cNvSpPr/>
          <p:nvPr/>
        </p:nvSpPr>
        <p:spPr>
          <a:xfrm>
            <a:off x="8851179" y="7211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664" name="Google Shape;1664;g3ad80c01cbb_2_0"/>
          <p:cNvSpPr/>
          <p:nvPr/>
        </p:nvSpPr>
        <p:spPr>
          <a:xfrm>
            <a:off x="9285879" y="7233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665" name="Google Shape;1665;g3ad80c01cbb_2_0"/>
          <p:cNvSpPr/>
          <p:nvPr/>
        </p:nvSpPr>
        <p:spPr>
          <a:xfrm>
            <a:off x="9740029" y="7233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6" name="Google Shape;1666;g3ad80c01cbb_2_0"/>
          <p:cNvSpPr/>
          <p:nvPr/>
        </p:nvSpPr>
        <p:spPr>
          <a:xfrm>
            <a:off x="11990529" y="7289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0" name="Shape 1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1" name="Google Shape;1671;g39f4a0cddd7_0_1040"/>
          <p:cNvSpPr/>
          <p:nvPr/>
        </p:nvSpPr>
        <p:spPr>
          <a:xfrm>
            <a:off x="15266568" y="24382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677575, 67286, 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672" name="Google Shape;1672;g39f4a0cddd7_0_104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73" name="Google Shape;1673;g39f4a0cddd7_0_104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74" name="Google Shape;1674;g39f4a0cddd7_0_104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75" name="Google Shape;1675;g39f4a0cddd7_0_104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76" name="Google Shape;1676;g39f4a0cddd7_0_104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77" name="Google Shape;1677;g39f4a0cddd7_0_104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78" name="Google Shape;1678;g39f4a0cddd7_0_104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79" name="Google Shape;1679;g39f4a0cddd7_0_104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0" name="Google Shape;1680;g39f4a0cddd7_0_104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1" name="Google Shape;1681;g39f4a0cddd7_0_104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2" name="Google Shape;1682;g39f4a0cddd7_0_104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3" name="Google Shape;1683;g39f4a0cddd7_0_104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4" name="Google Shape;1684;g39f4a0cddd7_0_104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5" name="Google Shape;1685;g39f4a0cddd7_0_104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686" name="Google Shape;1686;g39f4a0cddd7_0_104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87" name="Google Shape;1687;g39f4a0cddd7_0_104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88" name="Google Shape;1688;g39f4a0cddd7_0_104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89" name="Google Shape;1689;g39f4a0cddd7_0_104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90" name="Google Shape;1690;g39f4a0cddd7_0_104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91" name="Google Shape;1691;g39f4a0cddd7_0_104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92" name="Google Shape;1692;g39f4a0cddd7_0_104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93" name="Google Shape;1693;g39f4a0cddd7_0_1040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4" name="Google Shape;1694;g39f4a0cddd7_0_1040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695" name="Google Shape;1695;g39f4a0cddd7_0_1040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96" name="Google Shape;1696;g39f4a0cddd7_0_1040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97" name="Google Shape;1697;g39f4a0cddd7_0_1040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98" name="Google Shape;1698;g39f4a0cddd7_0_1040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99" name="Google Shape;1699;g39f4a0cddd7_0_1040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700" name="Google Shape;1700;g39f4a0cddd7_0_1040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701" name="Google Shape;1701;g39f4a0cddd7_0_1040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702" name="Google Shape;1702;g39f4a0cddd7_0_1040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703" name="Google Shape;1703;g39f4a0cddd7_0_1040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704" name="Google Shape;1704;g39f4a0cddd7_0_1040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705" name="Google Shape;1705;g39f4a0cddd7_0_1040"/>
          <p:cNvSpPr/>
          <p:nvPr/>
        </p:nvSpPr>
        <p:spPr>
          <a:xfrm>
            <a:off x="11494715" y="24212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706" name="Google Shape;1706;g39f4a0cddd7_0_1040"/>
          <p:cNvSpPr/>
          <p:nvPr/>
        </p:nvSpPr>
        <p:spPr>
          <a:xfrm>
            <a:off x="18614454" y="562280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707" name="Google Shape;1707;g39f4a0cddd7_0_1040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708" name="Google Shape;1708;g39f4a0cddd7_0_1040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709" name="Google Shape;1709;g39f4a0cddd7_0_1040"/>
          <p:cNvSpPr/>
          <p:nvPr/>
        </p:nvSpPr>
        <p:spPr>
          <a:xfrm>
            <a:off x="11511316" y="787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710" name="Google Shape;1710;g39f4a0cddd7_0_1040"/>
          <p:cNvSpPr/>
          <p:nvPr/>
        </p:nvSpPr>
        <p:spPr>
          <a:xfrm>
            <a:off x="11910216" y="7779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711" name="Google Shape;1711;g39f4a0cddd7_0_1040"/>
          <p:cNvSpPr/>
          <p:nvPr/>
        </p:nvSpPr>
        <p:spPr>
          <a:xfrm>
            <a:off x="18735716" y="67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712" name="Google Shape;1712;g39f4a0cddd7_0_1040"/>
          <p:cNvSpPr/>
          <p:nvPr/>
        </p:nvSpPr>
        <p:spPr>
          <a:xfrm>
            <a:off x="19206791" y="73318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13" name="Google Shape;1713;g39f4a0cddd7_0_1040"/>
          <p:cNvSpPr/>
          <p:nvPr/>
        </p:nvSpPr>
        <p:spPr>
          <a:xfrm>
            <a:off x="18874641" y="5736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714" name="Google Shape;1714;g39f4a0cddd7_0_1040"/>
          <p:cNvSpPr/>
          <p:nvPr/>
        </p:nvSpPr>
        <p:spPr>
          <a:xfrm>
            <a:off x="15842716" y="56531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67763, 67286, 67775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15" name="Google Shape;1715;g39f4a0cddd7_0_1040"/>
          <p:cNvSpPr/>
          <p:nvPr/>
        </p:nvSpPr>
        <p:spPr>
          <a:xfrm>
            <a:off x="12216091" y="5591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716" name="Google Shape;1716;g39f4a0cddd7_0_1040"/>
          <p:cNvSpPr/>
          <p:nvPr/>
        </p:nvSpPr>
        <p:spPr>
          <a:xfrm>
            <a:off x="12670241" y="5591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17" name="Google Shape;1717;g39f4a0cddd7_0_1040"/>
          <p:cNvSpPr/>
          <p:nvPr/>
        </p:nvSpPr>
        <p:spPr>
          <a:xfrm>
            <a:off x="8944316" y="55223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18" name="Google Shape;1718;g39f4a0cddd7_0_1040"/>
          <p:cNvSpPr/>
          <p:nvPr/>
        </p:nvSpPr>
        <p:spPr>
          <a:xfrm>
            <a:off x="11860491" y="8987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719" name="Google Shape;1719;g39f4a0cddd7_0_1040"/>
          <p:cNvSpPr/>
          <p:nvPr/>
        </p:nvSpPr>
        <p:spPr>
          <a:xfrm>
            <a:off x="12370666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720" name="Google Shape;1720;g39f4a0cddd7_0_1040"/>
          <p:cNvSpPr/>
          <p:nvPr/>
        </p:nvSpPr>
        <p:spPr>
          <a:xfrm>
            <a:off x="12793641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721" name="Google Shape;1721;g39f4a0cddd7_0_1040"/>
          <p:cNvSpPr/>
          <p:nvPr/>
        </p:nvSpPr>
        <p:spPr>
          <a:xfrm>
            <a:off x="13352866" y="9023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2" name="Google Shape;1722;g39f4a0cddd7_0_1040"/>
          <p:cNvSpPr/>
          <p:nvPr/>
        </p:nvSpPr>
        <p:spPr>
          <a:xfrm>
            <a:off x="8975016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3" name="Google Shape;1723;g39f4a0cddd7_0_1040"/>
          <p:cNvSpPr/>
          <p:nvPr/>
        </p:nvSpPr>
        <p:spPr>
          <a:xfrm>
            <a:off x="18874654" y="236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724" name="Google Shape;1724;g39f4a0cddd7_0_1040"/>
          <p:cNvSpPr/>
          <p:nvPr/>
        </p:nvSpPr>
        <p:spPr>
          <a:xfrm>
            <a:off x="18268254" y="4095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/>
          </a:p>
        </p:txBody>
      </p:sp>
      <p:sp>
        <p:nvSpPr>
          <p:cNvPr id="1725" name="Google Shape;1725;g39f4a0cddd7_0_1040"/>
          <p:cNvSpPr/>
          <p:nvPr/>
        </p:nvSpPr>
        <p:spPr>
          <a:xfrm>
            <a:off x="19301254" y="2363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726" name="Google Shape;1726;g39f4a0cddd7_0_1040"/>
          <p:cNvSpPr/>
          <p:nvPr/>
        </p:nvSpPr>
        <p:spPr>
          <a:xfrm>
            <a:off x="19770429" y="2363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7" name="Google Shape;1727;g39f4a0cddd7_0_1040"/>
          <p:cNvSpPr/>
          <p:nvPr/>
        </p:nvSpPr>
        <p:spPr>
          <a:xfrm>
            <a:off x="8719729" y="6991634"/>
            <a:ext cx="2519700" cy="1461900"/>
          </a:xfrm>
          <a:prstGeom prst="roundRect">
            <a:avLst>
              <a:gd fmla="val 21398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728" name="Google Shape;1728;g39f4a0cddd7_0_1040"/>
          <p:cNvSpPr/>
          <p:nvPr/>
        </p:nvSpPr>
        <p:spPr>
          <a:xfrm>
            <a:off x="8851179" y="7211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729" name="Google Shape;1729;g39f4a0cddd7_0_1040"/>
          <p:cNvSpPr/>
          <p:nvPr/>
        </p:nvSpPr>
        <p:spPr>
          <a:xfrm>
            <a:off x="9285879" y="7233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730" name="Google Shape;1730;g39f4a0cddd7_0_1040"/>
          <p:cNvSpPr/>
          <p:nvPr/>
        </p:nvSpPr>
        <p:spPr>
          <a:xfrm>
            <a:off x="9740029" y="7233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31" name="Google Shape;1731;g39f4a0cddd7_0_1040"/>
          <p:cNvSpPr/>
          <p:nvPr/>
        </p:nvSpPr>
        <p:spPr>
          <a:xfrm>
            <a:off x="12509529" y="7198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32" name="Google Shape;1732;g39f4a0cddd7_0_1040"/>
          <p:cNvSpPr/>
          <p:nvPr/>
        </p:nvSpPr>
        <p:spPr>
          <a:xfrm>
            <a:off x="18739329" y="4098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733" name="Google Shape;1733;g39f4a0cddd7_0_1040"/>
          <p:cNvSpPr/>
          <p:nvPr/>
        </p:nvSpPr>
        <p:spPr>
          <a:xfrm>
            <a:off x="19203179" y="4037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34" name="Google Shape;1734;g39f4a0cddd7_0_1040"/>
          <p:cNvSpPr/>
          <p:nvPr/>
        </p:nvSpPr>
        <p:spPr>
          <a:xfrm>
            <a:off x="15359041" y="4024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67763, 67804, 68130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35" name="Google Shape;1735;g39f4a0cddd7_0_1040"/>
          <p:cNvSpPr/>
          <p:nvPr/>
        </p:nvSpPr>
        <p:spPr>
          <a:xfrm>
            <a:off x="15842716" y="4046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67763, 68547, 67286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36" name="Google Shape;1736;g39f4a0cddd7_0_1040"/>
          <p:cNvSpPr/>
          <p:nvPr/>
        </p:nvSpPr>
        <p:spPr>
          <a:xfrm>
            <a:off x="15842722" y="23983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67775, 67286, 68130,</a:t>
            </a:r>
            <a:endParaRPr b="1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37" name="Google Shape;1737;g39f4a0cddd7_0_1040"/>
          <p:cNvSpPr/>
          <p:nvPr/>
        </p:nvSpPr>
        <p:spPr>
          <a:xfrm>
            <a:off x="15585001" y="77078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67763, 67775, 68130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1" name="Shape 17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2" name="Google Shape;1742;g39f98e7237a_0_0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3" name="Google Shape;1743;g39f98e7237a_0_0"/>
          <p:cNvSpPr/>
          <p:nvPr/>
        </p:nvSpPr>
        <p:spPr>
          <a:xfrm>
            <a:off x="814250" y="3300663"/>
            <a:ext cx="20115513" cy="4203324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7" name="Shape 1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8" name="Google Shape;1748;g39f98e7237a_0_5"/>
          <p:cNvSpPr/>
          <p:nvPr/>
        </p:nvSpPr>
        <p:spPr>
          <a:xfrm>
            <a:off x="112840" y="74212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749" name="Google Shape;1749;g39f98e7237a_0_5"/>
          <p:cNvSpPr/>
          <p:nvPr/>
        </p:nvSpPr>
        <p:spPr>
          <a:xfrm>
            <a:off x="112841" y="11377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T14: Revisit the read code, and find code smells.</a:t>
            </a:r>
            <a:endParaRPr/>
          </a:p>
        </p:txBody>
      </p:sp>
      <p:cxnSp>
        <p:nvCxnSpPr>
          <p:cNvPr id="1750" name="Google Shape;1750;g39f98e7237a_0_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51" name="Google Shape;1751;g39f98e7237a_0_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52" name="Google Shape;1752;g39f98e7237a_0_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53" name="Google Shape;1753;g39f98e7237a_0_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54" name="Google Shape;1754;g39f98e7237a_0_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55" name="Google Shape;1755;g39f98e7237a_0_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56" name="Google Shape;1756;g39f98e7237a_0_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57" name="Google Shape;1757;g39f98e7237a_0_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58" name="Google Shape;1758;g39f98e7237a_0_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59" name="Google Shape;1759;g39f98e7237a_0_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60" name="Google Shape;1760;g39f98e7237a_0_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61" name="Google Shape;1761;g39f98e7237a_0_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62" name="Google Shape;1762;g39f98e7237a_0_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63" name="Google Shape;1763;g39f98e7237a_0_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764" name="Google Shape;1764;g39f98e7237a_0_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65" name="Google Shape;1765;g39f98e7237a_0_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66" name="Google Shape;1766;g39f98e7237a_0_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67" name="Google Shape;1767;g39f98e7237a_0_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68" name="Google Shape;1768;g39f98e7237a_0_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69" name="Google Shape;1769;g39f98e7237a_0_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70" name="Google Shape;1770;g39f98e7237a_0_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71" name="Google Shape;1771;g39f98e7237a_0_5"/>
          <p:cNvSpPr/>
          <p:nvPr/>
        </p:nvSpPr>
        <p:spPr>
          <a:xfrm>
            <a:off x="112841" y="1523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T15: Document found code smells, and brainstorm possible solutions.</a:t>
            </a:r>
            <a:endParaRPr/>
          </a:p>
        </p:txBody>
      </p:sp>
      <p:sp>
        <p:nvSpPr>
          <p:cNvPr id="1772" name="Google Shape;1772;g39f98e7237a_0_5"/>
          <p:cNvSpPr/>
          <p:nvPr/>
        </p:nvSpPr>
        <p:spPr>
          <a:xfrm>
            <a:off x="113000" y="2380925"/>
            <a:ext cx="2519400" cy="2226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US7: As an aspiring software engineer, I want to review the code and look at some of the design patterns used throughout the code base, so that I may document them and further improve their modelling.</a:t>
            </a:r>
            <a:endParaRPr/>
          </a:p>
        </p:txBody>
      </p:sp>
      <p:sp>
        <p:nvSpPr>
          <p:cNvPr id="1773" name="Google Shape;1773;g39f98e7237a_0_5"/>
          <p:cNvSpPr/>
          <p:nvPr/>
        </p:nvSpPr>
        <p:spPr>
          <a:xfrm>
            <a:off x="112841" y="2839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T16: Revisit the read code, and find design patterns.</a:t>
            </a:r>
            <a:endParaRPr/>
          </a:p>
        </p:txBody>
      </p:sp>
      <p:sp>
        <p:nvSpPr>
          <p:cNvPr id="1774" name="Google Shape;1774;g39f98e7237a_0_5"/>
          <p:cNvSpPr/>
          <p:nvPr/>
        </p:nvSpPr>
        <p:spPr>
          <a:xfrm>
            <a:off x="112841" y="3225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75" name="Google Shape;1775;g39f98e7237a_0_5"/>
          <p:cNvSpPr/>
          <p:nvPr/>
        </p:nvSpPr>
        <p:spPr>
          <a:xfrm>
            <a:off x="112841" y="3601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76" name="Google Shape;1776;g39f98e7237a_0_5"/>
          <p:cNvSpPr/>
          <p:nvPr/>
        </p:nvSpPr>
        <p:spPr>
          <a:xfrm>
            <a:off x="113000" y="4687775"/>
            <a:ext cx="2519400" cy="2226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US8: As an aspiring software engineer, I want to make a report on the code’s metrics, in order to make a report about my findings.</a:t>
            </a:r>
            <a:endParaRPr/>
          </a:p>
        </p:txBody>
      </p:sp>
      <p:sp>
        <p:nvSpPr>
          <p:cNvPr id="1777" name="Google Shape;1777;g39f98e7237a_0_5"/>
          <p:cNvSpPr/>
          <p:nvPr/>
        </p:nvSpPr>
        <p:spPr>
          <a:xfrm>
            <a:off x="112841" y="5460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T19: Revisit the read code, and study the associated metrics.</a:t>
            </a:r>
            <a:endParaRPr/>
          </a:p>
        </p:txBody>
      </p:sp>
      <p:sp>
        <p:nvSpPr>
          <p:cNvPr id="1778" name="Google Shape;1778;g39f98e7237a_0_5"/>
          <p:cNvSpPr/>
          <p:nvPr/>
        </p:nvSpPr>
        <p:spPr>
          <a:xfrm>
            <a:off x="112841" y="6064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T20: Document said metrics.</a:t>
            </a:r>
            <a:endParaRPr/>
          </a:p>
        </p:txBody>
      </p:sp>
      <p:sp>
        <p:nvSpPr>
          <p:cNvPr id="1779" name="Google Shape;1779;g39f98e7237a_0_5"/>
          <p:cNvSpPr/>
          <p:nvPr/>
        </p:nvSpPr>
        <p:spPr>
          <a:xfrm>
            <a:off x="113000" y="7301125"/>
            <a:ext cx="2519400" cy="2226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US9: As an aspiring software engineer, I want to create use case diagrams about the code base, so that I may able to understand and communicate on how to interact with the game.</a:t>
            </a:r>
            <a:endParaRPr/>
          </a:p>
        </p:txBody>
      </p:sp>
      <p:sp>
        <p:nvSpPr>
          <p:cNvPr id="1780" name="Google Shape;1780;g39f98e7237a_0_5"/>
          <p:cNvSpPr/>
          <p:nvPr/>
        </p:nvSpPr>
        <p:spPr>
          <a:xfrm>
            <a:off x="112841" y="8366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T21: Revisit the read code, and choose a part of the system to work on.</a:t>
            </a:r>
            <a:endParaRPr/>
          </a:p>
        </p:txBody>
      </p:sp>
      <p:sp>
        <p:nvSpPr>
          <p:cNvPr id="1781" name="Google Shape;1781;g39f98e7237a_0_5"/>
          <p:cNvSpPr/>
          <p:nvPr/>
        </p:nvSpPr>
        <p:spPr>
          <a:xfrm>
            <a:off x="112841" y="89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T22: Develop the Use Case Diagram of the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chosen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system part.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5" name="Shape 17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86" name="Google Shape;1786;g39f98e7237a_0_4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787" name="Google Shape;1787;g39f98e7237a_0_46"/>
          <p:cNvSpPr/>
          <p:nvPr/>
        </p:nvSpPr>
        <p:spPr>
          <a:xfrm>
            <a:off x="15278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67775, 67286, 68130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788" name="Google Shape;1788;g39f98e7237a_0_4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89" name="Google Shape;1789;g39f98e7237a_0_4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0" name="Google Shape;1790;g39f98e7237a_0_4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1" name="Google Shape;1791;g39f98e7237a_0_4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2" name="Google Shape;1792;g39f98e7237a_0_4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3" name="Google Shape;1793;g39f98e7237a_0_4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4" name="Google Shape;1794;g39f98e7237a_0_4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5" name="Google Shape;1795;g39f98e7237a_0_4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6" name="Google Shape;1796;g39f98e7237a_0_4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7" name="Google Shape;1797;g39f98e7237a_0_4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8" name="Google Shape;1798;g39f98e7237a_0_4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9" name="Google Shape;1799;g39f98e7237a_0_4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0" name="Google Shape;1800;g39f98e7237a_0_4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1" name="Google Shape;1801;g39f98e7237a_0_4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802" name="Google Shape;1802;g39f98e7237a_0_4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03" name="Google Shape;1803;g39f98e7237a_0_4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04" name="Google Shape;1804;g39f98e7237a_0_4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05" name="Google Shape;1805;g39f98e7237a_0_4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06" name="Google Shape;1806;g39f98e7237a_0_4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07" name="Google Shape;1807;g39f98e7237a_0_4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08" name="Google Shape;1808;g39f98e7237a_0_46"/>
          <p:cNvSpPr/>
          <p:nvPr/>
        </p:nvSpPr>
        <p:spPr>
          <a:xfrm>
            <a:off x="12546166" y="562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9" name="Google Shape;1809;g39f98e7237a_0_46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10" name="Google Shape;1810;g39f98e7237a_0_46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11" name="Google Shape;1811;g39f98e7237a_0_46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12" name="Google Shape;1812;g39f98e7237a_0_46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13" name="Google Shape;1813;g39f98e7237a_0_46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14" name="Google Shape;1814;g39f98e7237a_0_46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15" name="Google Shape;1815;g39f98e7237a_0_46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16" name="Google Shape;1816;g39f98e7237a_0_46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17" name="Google Shape;1817;g39f98e7237a_0_46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18" name="Google Shape;1818;g39f98e7237a_0_46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19" name="Google Shape;1819;g39f98e7237a_0_46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20" name="Google Shape;1820;g39f98e7237a_0_46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21" name="Google Shape;1821;g39f98e7237a_0_46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22" name="Google Shape;1822;g39f98e7237a_0_46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23" name="Google Shape;1823;g39f98e7237a_0_46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24" name="Google Shape;1824;g39f98e7237a_0_46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25" name="Google Shape;1825;g39f98e7237a_0_46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26" name="Google Shape;1826;g39f98e7237a_0_46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27" name="Google Shape;1827;g39f98e7237a_0_46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28" name="Google Shape;1828;g39f98e7237a_0_46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29" name="Google Shape;1829;g39f98e7237a_0_46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30" name="Google Shape;1830;g39f98e7237a_0_46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31" name="Google Shape;1831;g39f98e7237a_0_46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32" name="Google Shape;1832;g39f98e7237a_0_46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33" name="Google Shape;1833;g39f98e7237a_0_46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1834" name="Google Shape;1834;g39f98e7237a_0_46"/>
          <p:cNvSpPr/>
          <p:nvPr/>
        </p:nvSpPr>
        <p:spPr>
          <a:xfrm>
            <a:off x="9388791" y="7209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1835" name="Google Shape;1835;g39f98e7237a_0_46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1836" name="Google Shape;1836;g39f98e7237a_0_46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1837" name="Google Shape;1837;g39f98e7237a_0_46"/>
          <p:cNvSpPr/>
          <p:nvPr/>
        </p:nvSpPr>
        <p:spPr>
          <a:xfrm>
            <a:off x="9248391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1838" name="Google Shape;1838;g39f98e7237a_0_46"/>
          <p:cNvSpPr/>
          <p:nvPr/>
        </p:nvSpPr>
        <p:spPr>
          <a:xfrm>
            <a:off x="9388791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1839" name="Google Shape;1839;g39f98e7237a_0_46"/>
          <p:cNvSpPr/>
          <p:nvPr/>
        </p:nvSpPr>
        <p:spPr>
          <a:xfrm>
            <a:off x="9552454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1840" name="Google Shape;1840;g39f98e7237a_0_46"/>
          <p:cNvSpPr/>
          <p:nvPr/>
        </p:nvSpPr>
        <p:spPr>
          <a:xfrm>
            <a:off x="9731454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1841" name="Google Shape;1841;g39f98e7237a_0_46"/>
          <p:cNvSpPr/>
          <p:nvPr/>
        </p:nvSpPr>
        <p:spPr>
          <a:xfrm>
            <a:off x="924839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1842" name="Google Shape;1842;g39f98e7237a_0_46"/>
          <p:cNvSpPr/>
          <p:nvPr/>
        </p:nvSpPr>
        <p:spPr>
          <a:xfrm>
            <a:off x="941204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1843" name="Google Shape;1843;g39f98e7237a_0_46"/>
          <p:cNvSpPr/>
          <p:nvPr/>
        </p:nvSpPr>
        <p:spPr>
          <a:xfrm>
            <a:off x="959105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1844" name="Google Shape;1844;g39f98e7237a_0_46"/>
          <p:cNvSpPr/>
          <p:nvPr/>
        </p:nvSpPr>
        <p:spPr>
          <a:xfrm>
            <a:off x="98018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1845" name="Google Shape;1845;g39f98e7237a_0_46"/>
          <p:cNvSpPr/>
          <p:nvPr/>
        </p:nvSpPr>
        <p:spPr>
          <a:xfrm>
            <a:off x="9248391" y="4106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1846" name="Google Shape;1846;g39f98e7237a_0_46"/>
          <p:cNvSpPr/>
          <p:nvPr/>
        </p:nvSpPr>
        <p:spPr>
          <a:xfrm>
            <a:off x="12507491" y="4050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1847" name="Google Shape;1847;g39f98e7237a_0_46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1848" name="Google Shape;1848;g39f98e7237a_0_46"/>
          <p:cNvSpPr/>
          <p:nvPr/>
        </p:nvSpPr>
        <p:spPr>
          <a:xfrm>
            <a:off x="9616566" y="4061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1849" name="Google Shape;1849;g39f98e7237a_0_46"/>
          <p:cNvSpPr/>
          <p:nvPr/>
        </p:nvSpPr>
        <p:spPr>
          <a:xfrm>
            <a:off x="927391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1850" name="Google Shape;1850;g39f98e7237a_0_46"/>
          <p:cNvSpPr/>
          <p:nvPr/>
        </p:nvSpPr>
        <p:spPr>
          <a:xfrm>
            <a:off x="943756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1851" name="Google Shape;1851;g39f98e7237a_0_46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1852" name="Google Shape;1852;g39f98e7237a_0_46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1853" name="Google Shape;1853;g39f98e7237a_0_46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1854" name="Google Shape;1854;g39f98e7237a_0_46"/>
          <p:cNvSpPr/>
          <p:nvPr/>
        </p:nvSpPr>
        <p:spPr>
          <a:xfrm>
            <a:off x="955244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855" name="Google Shape;1855;g39f98e7237a_0_46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1856" name="Google Shape;1856;g39f98e7237a_0_46"/>
          <p:cNvSpPr/>
          <p:nvPr/>
        </p:nvSpPr>
        <p:spPr>
          <a:xfrm>
            <a:off x="994220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1857" name="Google Shape;1857;g39f98e7237a_0_46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858" name="Google Shape;1858;g39f98e7237a_0_46"/>
          <p:cNvSpPr/>
          <p:nvPr/>
        </p:nvSpPr>
        <p:spPr>
          <a:xfrm>
            <a:off x="1892327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59" name="Google Shape;1859;g39f98e7237a_0_46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860" name="Google Shape;1860;g39f98e7237a_0_46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61" name="Google Shape;1861;g39f98e7237a_0_46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862" name="Google Shape;1862;g39f98e7237a_0_46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63" name="Google Shape;1863;g39f98e7237a_0_46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864" name="Google Shape;1864;g39f98e7237a_0_46"/>
          <p:cNvSpPr/>
          <p:nvPr/>
        </p:nvSpPr>
        <p:spPr>
          <a:xfrm>
            <a:off x="12419079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865" name="Google Shape;1865;g39f98e7237a_0_46"/>
          <p:cNvSpPr/>
          <p:nvPr/>
        </p:nvSpPr>
        <p:spPr>
          <a:xfrm>
            <a:off x="12601579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866" name="Google Shape;1866;g39f98e7237a_0_46"/>
          <p:cNvSpPr/>
          <p:nvPr/>
        </p:nvSpPr>
        <p:spPr>
          <a:xfrm>
            <a:off x="15471691" y="843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67763, 67775, 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67" name="Google Shape;1867;g39f98e7237a_0_46"/>
          <p:cNvSpPr/>
          <p:nvPr/>
        </p:nvSpPr>
        <p:spPr>
          <a:xfrm>
            <a:off x="1254024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68" name="Google Shape;1868;g39f98e7237a_0_46"/>
          <p:cNvSpPr/>
          <p:nvPr/>
        </p:nvSpPr>
        <p:spPr>
          <a:xfrm>
            <a:off x="15278704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67763, 67285, 68547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69" name="Google Shape;1869;g39f98e7237a_0_46"/>
          <p:cNvSpPr/>
          <p:nvPr/>
        </p:nvSpPr>
        <p:spPr>
          <a:xfrm>
            <a:off x="155337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67804, 67763, 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70" name="Google Shape;1870;g39f98e7237a_0_46"/>
          <p:cNvSpPr/>
          <p:nvPr/>
        </p:nvSpPr>
        <p:spPr>
          <a:xfrm>
            <a:off x="15475779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67763, 67286, 67775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71" name="Google Shape;1871;g39f98e7237a_0_46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67804, 68547, 67763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72" name="Google Shape;1872;g39f98e7237a_0_46"/>
          <p:cNvSpPr/>
          <p:nvPr/>
        </p:nvSpPr>
        <p:spPr>
          <a:xfrm>
            <a:off x="15679866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67286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73" name="Google Shape;1873;g39f98e7237a_0_46"/>
          <p:cNvSpPr/>
          <p:nvPr/>
        </p:nvSpPr>
        <p:spPr>
          <a:xfrm>
            <a:off x="12738741" y="562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74" name="Google Shape;1874;g39f98e7237a_0_46"/>
          <p:cNvSpPr/>
          <p:nvPr/>
        </p:nvSpPr>
        <p:spPr>
          <a:xfrm>
            <a:off x="10154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75" name="Google Shape;1875;g39f98e7237a_0_46"/>
          <p:cNvSpPr/>
          <p:nvPr/>
        </p:nvSpPr>
        <p:spPr>
          <a:xfrm>
            <a:off x="10357666" y="8834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76" name="Google Shape;1876;g39f98e7237a_0_46"/>
          <p:cNvSpPr/>
          <p:nvPr/>
        </p:nvSpPr>
        <p:spPr>
          <a:xfrm>
            <a:off x="10576679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877" name="Google Shape;1877;g39f98e7237a_0_46"/>
          <p:cNvSpPr/>
          <p:nvPr/>
        </p:nvSpPr>
        <p:spPr>
          <a:xfrm>
            <a:off x="9836741" y="7214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78" name="Google Shape;1878;g39f98e7237a_0_46"/>
          <p:cNvSpPr/>
          <p:nvPr/>
        </p:nvSpPr>
        <p:spPr>
          <a:xfrm>
            <a:off x="9953566" y="7244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79" name="Google Shape;1879;g39f98e7237a_0_46"/>
          <p:cNvSpPr/>
          <p:nvPr/>
        </p:nvSpPr>
        <p:spPr>
          <a:xfrm>
            <a:off x="10047654" y="72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880" name="Google Shape;1880;g39f98e7237a_0_46"/>
          <p:cNvSpPr/>
          <p:nvPr/>
        </p:nvSpPr>
        <p:spPr>
          <a:xfrm>
            <a:off x="12659254" y="7229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881" name="Google Shape;1881;g39f98e7237a_0_46"/>
          <p:cNvSpPr/>
          <p:nvPr/>
        </p:nvSpPr>
        <p:spPr>
          <a:xfrm>
            <a:off x="12836091" y="7229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5" name="Shape 1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86" name="Google Shape;1886;g3a0c371d84b_0_8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87" name="Google Shape;1887;g3a0c371d84b_0_8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88" name="Google Shape;1888;g3a0c371d84b_0_8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89" name="Google Shape;1889;g3a0c371d84b_0_8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0" name="Google Shape;1890;g3a0c371d84b_0_8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1" name="Google Shape;1891;g3a0c371d84b_0_8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2" name="Google Shape;1892;g3a0c371d84b_0_8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3" name="Google Shape;1893;g3a0c371d84b_0_8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4" name="Google Shape;1894;g3a0c371d84b_0_8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5" name="Google Shape;1895;g3a0c371d84b_0_8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6" name="Google Shape;1896;g3a0c371d84b_0_8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7" name="Google Shape;1897;g3a0c371d84b_0_8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8" name="Google Shape;1898;g3a0c371d84b_0_8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9" name="Google Shape;1899;g3a0c371d84b_0_8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0" name="Google Shape;1900;g3a0c371d84b_0_8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901" name="Google Shape;1901;g3a0c371d84b_0_8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02" name="Google Shape;1902;g3a0c371d84b_0_8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03" name="Google Shape;1903;g3a0c371d84b_0_8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04" name="Google Shape;1904;g3a0c371d84b_0_8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05" name="Google Shape;1905;g3a0c371d84b_0_8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06" name="Google Shape;1906;g3a0c371d84b_0_8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07" name="Google Shape;1907;g3a0c371d84b_0_8"/>
          <p:cNvSpPr/>
          <p:nvPr/>
        </p:nvSpPr>
        <p:spPr>
          <a:xfrm>
            <a:off x="12546166" y="562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8" name="Google Shape;1908;g3a0c371d84b_0_8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09" name="Google Shape;1909;g3a0c371d84b_0_8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10" name="Google Shape;1910;g3a0c371d84b_0_8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11" name="Google Shape;1911;g3a0c371d84b_0_8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12" name="Google Shape;1912;g3a0c371d84b_0_8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13" name="Google Shape;1913;g3a0c371d84b_0_8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14" name="Google Shape;1914;g3a0c371d84b_0_8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15" name="Google Shape;1915;g3a0c371d84b_0_8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16" name="Google Shape;1916;g3a0c371d84b_0_8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17" name="Google Shape;1917;g3a0c371d84b_0_8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18" name="Google Shape;1918;g3a0c371d84b_0_8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19" name="Google Shape;1919;g3a0c371d84b_0_8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20" name="Google Shape;1920;g3a0c371d84b_0_8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21" name="Google Shape;1921;g3a0c371d84b_0_8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22" name="Google Shape;1922;g3a0c371d84b_0_8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23" name="Google Shape;1923;g3a0c371d84b_0_8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24" name="Google Shape;1924;g3a0c371d84b_0_8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25" name="Google Shape;1925;g3a0c371d84b_0_8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26" name="Google Shape;1926;g3a0c371d84b_0_8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27" name="Google Shape;1927;g3a0c371d84b_0_8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28" name="Google Shape;1928;g3a0c371d84b_0_8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29" name="Google Shape;1929;g3a0c371d84b_0_8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30" name="Google Shape;1930;g3a0c371d84b_0_8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31" name="Google Shape;1931;g3a0c371d84b_0_8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32" name="Google Shape;1932;g3a0c371d84b_0_8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1933" name="Google Shape;1933;g3a0c371d84b_0_8"/>
          <p:cNvSpPr/>
          <p:nvPr/>
        </p:nvSpPr>
        <p:spPr>
          <a:xfrm>
            <a:off x="9388791" y="7209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1934" name="Google Shape;1934;g3a0c371d84b_0_8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1935" name="Google Shape;1935;g3a0c371d84b_0_8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1936" name="Google Shape;1936;g3a0c371d84b_0_8"/>
          <p:cNvSpPr/>
          <p:nvPr/>
        </p:nvSpPr>
        <p:spPr>
          <a:xfrm>
            <a:off x="9248391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1937" name="Google Shape;1937;g3a0c371d84b_0_8"/>
          <p:cNvSpPr/>
          <p:nvPr/>
        </p:nvSpPr>
        <p:spPr>
          <a:xfrm>
            <a:off x="12452504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1938" name="Google Shape;1938;g3a0c371d84b_0_8"/>
          <p:cNvSpPr/>
          <p:nvPr/>
        </p:nvSpPr>
        <p:spPr>
          <a:xfrm>
            <a:off x="9552454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1939" name="Google Shape;1939;g3a0c371d84b_0_8"/>
          <p:cNvSpPr/>
          <p:nvPr/>
        </p:nvSpPr>
        <p:spPr>
          <a:xfrm>
            <a:off x="12681241" y="894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1940" name="Google Shape;1940;g3a0c371d84b_0_8"/>
          <p:cNvSpPr/>
          <p:nvPr/>
        </p:nvSpPr>
        <p:spPr>
          <a:xfrm>
            <a:off x="12566391" y="2481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1941" name="Google Shape;1941;g3a0c371d84b_0_8"/>
          <p:cNvSpPr/>
          <p:nvPr/>
        </p:nvSpPr>
        <p:spPr>
          <a:xfrm>
            <a:off x="12707104" y="2482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1942" name="Google Shape;1942;g3a0c371d84b_0_8"/>
          <p:cNvSpPr/>
          <p:nvPr/>
        </p:nvSpPr>
        <p:spPr>
          <a:xfrm>
            <a:off x="940532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1943" name="Google Shape;1943;g3a0c371d84b_0_8"/>
          <p:cNvSpPr/>
          <p:nvPr/>
        </p:nvSpPr>
        <p:spPr>
          <a:xfrm>
            <a:off x="961607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1944" name="Google Shape;1944;g3a0c371d84b_0_8"/>
          <p:cNvSpPr/>
          <p:nvPr/>
        </p:nvSpPr>
        <p:spPr>
          <a:xfrm>
            <a:off x="12447629" y="4069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1945" name="Google Shape;1945;g3a0c371d84b_0_8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1946" name="Google Shape;1946;g3a0c371d84b_0_8"/>
          <p:cNvSpPr/>
          <p:nvPr/>
        </p:nvSpPr>
        <p:spPr>
          <a:xfrm>
            <a:off x="9616566" y="4061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1947" name="Google Shape;1947;g3a0c371d84b_0_8"/>
          <p:cNvSpPr/>
          <p:nvPr/>
        </p:nvSpPr>
        <p:spPr>
          <a:xfrm>
            <a:off x="927391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1948" name="Google Shape;1948;g3a0c371d84b_0_8"/>
          <p:cNvSpPr/>
          <p:nvPr/>
        </p:nvSpPr>
        <p:spPr>
          <a:xfrm>
            <a:off x="943756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1949" name="Google Shape;1949;g3a0c371d84b_0_8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1950" name="Google Shape;1950;g3a0c371d84b_0_8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1951" name="Google Shape;1951;g3a0c371d84b_0_8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1952" name="Google Shape;1952;g3a0c371d84b_0_8"/>
          <p:cNvSpPr/>
          <p:nvPr/>
        </p:nvSpPr>
        <p:spPr>
          <a:xfrm>
            <a:off x="955244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1953" name="Google Shape;1953;g3a0c371d84b_0_8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1954" name="Google Shape;1954;g3a0c371d84b_0_8"/>
          <p:cNvSpPr/>
          <p:nvPr/>
        </p:nvSpPr>
        <p:spPr>
          <a:xfrm>
            <a:off x="9827329" y="8834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1955" name="Google Shape;1955;g3a0c371d84b_0_8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956" name="Google Shape;1956;g3a0c371d84b_0_8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7" name="Google Shape;1957;g3a0c371d84b_0_8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958" name="Google Shape;1958;g3a0c371d84b_0_8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9" name="Google Shape;1959;g3a0c371d84b_0_8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960" name="Google Shape;1960;g3a0c371d84b_0_8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1" name="Google Shape;1961;g3a0c371d84b_0_8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962" name="Google Shape;1962;g3a0c371d84b_0_8"/>
          <p:cNvSpPr/>
          <p:nvPr/>
        </p:nvSpPr>
        <p:spPr>
          <a:xfrm>
            <a:off x="19141166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963" name="Google Shape;1963;g3a0c371d84b_0_8"/>
          <p:cNvSpPr/>
          <p:nvPr/>
        </p:nvSpPr>
        <p:spPr>
          <a:xfrm>
            <a:off x="15475779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964" name="Google Shape;1964;g3a0c371d84b_0_8"/>
          <p:cNvSpPr/>
          <p:nvPr/>
        </p:nvSpPr>
        <p:spPr>
          <a:xfrm>
            <a:off x="1907981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5" name="Google Shape;1965;g3a0c371d84b_0_8"/>
          <p:cNvSpPr/>
          <p:nvPr/>
        </p:nvSpPr>
        <p:spPr>
          <a:xfrm>
            <a:off x="12460091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6" name="Google Shape;1966;g3a0c371d84b_0_8"/>
          <p:cNvSpPr/>
          <p:nvPr/>
        </p:nvSpPr>
        <p:spPr>
          <a:xfrm>
            <a:off x="12663391" y="88035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7" name="Google Shape;1967;g3a0c371d84b_0_8"/>
          <p:cNvSpPr/>
          <p:nvPr/>
        </p:nvSpPr>
        <p:spPr>
          <a:xfrm>
            <a:off x="12882404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968" name="Google Shape;1968;g3a0c371d84b_0_8"/>
          <p:cNvSpPr/>
          <p:nvPr/>
        </p:nvSpPr>
        <p:spPr>
          <a:xfrm>
            <a:off x="12548879" y="7214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69" name="Google Shape;1969;g3a0c371d84b_0_8"/>
          <p:cNvSpPr/>
          <p:nvPr/>
        </p:nvSpPr>
        <p:spPr>
          <a:xfrm>
            <a:off x="12665704" y="7244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0" name="Google Shape;1970;g3a0c371d84b_0_8"/>
          <p:cNvSpPr/>
          <p:nvPr/>
        </p:nvSpPr>
        <p:spPr>
          <a:xfrm>
            <a:off x="12759791" y="72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971" name="Google Shape;1971;g3a0c371d84b_0_8"/>
          <p:cNvSpPr/>
          <p:nvPr/>
        </p:nvSpPr>
        <p:spPr>
          <a:xfrm>
            <a:off x="12926579" y="7199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972" name="Google Shape;1972;g3a0c371d84b_0_8"/>
          <p:cNvSpPr/>
          <p:nvPr/>
        </p:nvSpPr>
        <p:spPr>
          <a:xfrm>
            <a:off x="13103416" y="7199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973" name="Google Shape;1973;g3a0c371d84b_0_8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1974" name="Google Shape;1974;g3a0c371d84b_0_8"/>
          <p:cNvSpPr/>
          <p:nvPr/>
        </p:nvSpPr>
        <p:spPr>
          <a:xfrm>
            <a:off x="15611054" y="787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67763, 67775, 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5" name="Google Shape;1975;g3a0c371d84b_0_8"/>
          <p:cNvSpPr/>
          <p:nvPr/>
        </p:nvSpPr>
        <p:spPr>
          <a:xfrm>
            <a:off x="15754341" y="787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68547, 67804, 68130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6" name="Google Shape;1976;g3a0c371d84b_0_8"/>
          <p:cNvSpPr/>
          <p:nvPr/>
        </p:nvSpPr>
        <p:spPr>
          <a:xfrm>
            <a:off x="15278704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67763, 67285, 68547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7" name="Google Shape;1977;g3a0c371d84b_0_8"/>
          <p:cNvSpPr/>
          <p:nvPr/>
        </p:nvSpPr>
        <p:spPr>
          <a:xfrm>
            <a:off x="155337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67804, 67763, 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8" name="Google Shape;1978;g3a0c371d84b_0_8"/>
          <p:cNvSpPr/>
          <p:nvPr/>
        </p:nvSpPr>
        <p:spPr>
          <a:xfrm>
            <a:off x="155632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67775, 67286, 68130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79" name="Google Shape;1979;g3a0c371d84b_0_8"/>
          <p:cNvSpPr/>
          <p:nvPr/>
        </p:nvSpPr>
        <p:spPr>
          <a:xfrm>
            <a:off x="15475779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67763, 67286, 67775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80" name="Google Shape;1980;g3a0c371d84b_0_8"/>
          <p:cNvSpPr/>
          <p:nvPr/>
        </p:nvSpPr>
        <p:spPr>
          <a:xfrm>
            <a:off x="15735816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67775, 67286, 67804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81" name="Google Shape;1981;g3a0c371d84b_0_8"/>
          <p:cNvSpPr/>
          <p:nvPr/>
        </p:nvSpPr>
        <p:spPr>
          <a:xfrm>
            <a:off x="15595354" y="87763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67763, 67775, 67804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82" name="Google Shape;1982;g3a0c371d84b_0_8"/>
          <p:cNvSpPr/>
          <p:nvPr/>
        </p:nvSpPr>
        <p:spPr>
          <a:xfrm>
            <a:off x="16033350" y="877460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67286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6" name="Shape 19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87" name="Google Shape;1987;g3a0c371d84b_0_112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88" name="Google Shape;1988;g3a0c371d84b_0_112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89" name="Google Shape;1989;g3a0c371d84b_0_112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0" name="Google Shape;1990;g3a0c371d84b_0_112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1" name="Google Shape;1991;g3a0c371d84b_0_112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2" name="Google Shape;1992;g3a0c371d84b_0_112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3" name="Google Shape;1993;g3a0c371d84b_0_112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4" name="Google Shape;1994;g3a0c371d84b_0_112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5" name="Google Shape;1995;g3a0c371d84b_0_112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6" name="Google Shape;1996;g3a0c371d84b_0_112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7" name="Google Shape;1997;g3a0c371d84b_0_112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8" name="Google Shape;1998;g3a0c371d84b_0_112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9" name="Google Shape;1999;g3a0c371d84b_0_112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0" name="Google Shape;2000;g3a0c371d84b_0_112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1" name="Google Shape;2001;g3a0c371d84b_0_112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02" name="Google Shape;2002;g3a0c371d84b_0_112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03" name="Google Shape;2003;g3a0c371d84b_0_112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04" name="Google Shape;2004;g3a0c371d84b_0_112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05" name="Google Shape;2005;g3a0c371d84b_0_112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06" name="Google Shape;2006;g3a0c371d84b_0_112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07" name="Google Shape;2007;g3a0c371d84b_0_112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08" name="Google Shape;2008;g3a0c371d84b_0_112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68547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9" name="Google Shape;2009;g3a0c371d84b_0_112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10" name="Google Shape;2010;g3a0c371d84b_0_112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11" name="Google Shape;2011;g3a0c371d84b_0_112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12" name="Google Shape;2012;g3a0c371d84b_0_112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13" name="Google Shape;2013;g3a0c371d84b_0_112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14" name="Google Shape;2014;g3a0c371d84b_0_112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15" name="Google Shape;2015;g3a0c371d84b_0_112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16" name="Google Shape;2016;g3a0c371d84b_0_112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17" name="Google Shape;2017;g3a0c371d84b_0_112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18" name="Google Shape;2018;g3a0c371d84b_0_112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19" name="Google Shape;2019;g3a0c371d84b_0_112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20" name="Google Shape;2020;g3a0c371d84b_0_112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21" name="Google Shape;2021;g3a0c371d84b_0_112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22" name="Google Shape;2022;g3a0c371d84b_0_112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23" name="Google Shape;2023;g3a0c371d84b_0_112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24" name="Google Shape;2024;g3a0c371d84b_0_112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25" name="Google Shape;2025;g3a0c371d84b_0_112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26" name="Google Shape;2026;g3a0c371d84b_0_112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27" name="Google Shape;2027;g3a0c371d84b_0_112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28" name="Google Shape;2028;g3a0c371d84b_0_112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29" name="Google Shape;2029;g3a0c371d84b_0_112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30" name="Google Shape;2030;g3a0c371d84b_0_112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31" name="Google Shape;2031;g3a0c371d84b_0_112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32" name="Google Shape;2032;g3a0c371d84b_0_112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33" name="Google Shape;2033;g3a0c371d84b_0_112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034" name="Google Shape;2034;g3a0c371d84b_0_112"/>
          <p:cNvSpPr/>
          <p:nvPr/>
        </p:nvSpPr>
        <p:spPr>
          <a:xfrm>
            <a:off x="9388791" y="7209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035" name="Google Shape;2035;g3a0c371d84b_0_112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036" name="Google Shape;2036;g3a0c371d84b_0_112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037" name="Google Shape;2037;g3a0c371d84b_0_112"/>
          <p:cNvSpPr/>
          <p:nvPr/>
        </p:nvSpPr>
        <p:spPr>
          <a:xfrm>
            <a:off x="9248391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038" name="Google Shape;2038;g3a0c371d84b_0_112"/>
          <p:cNvSpPr/>
          <p:nvPr/>
        </p:nvSpPr>
        <p:spPr>
          <a:xfrm>
            <a:off x="12452504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039" name="Google Shape;2039;g3a0c371d84b_0_112"/>
          <p:cNvSpPr/>
          <p:nvPr/>
        </p:nvSpPr>
        <p:spPr>
          <a:xfrm>
            <a:off x="9552454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040" name="Google Shape;2040;g3a0c371d84b_0_112"/>
          <p:cNvSpPr/>
          <p:nvPr/>
        </p:nvSpPr>
        <p:spPr>
          <a:xfrm>
            <a:off x="12681241" y="894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041" name="Google Shape;2041;g3a0c371d84b_0_112"/>
          <p:cNvSpPr/>
          <p:nvPr/>
        </p:nvSpPr>
        <p:spPr>
          <a:xfrm>
            <a:off x="940532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042" name="Google Shape;2042;g3a0c371d84b_0_112"/>
          <p:cNvSpPr/>
          <p:nvPr/>
        </p:nvSpPr>
        <p:spPr>
          <a:xfrm>
            <a:off x="961607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043" name="Google Shape;2043;g3a0c371d84b_0_112"/>
          <p:cNvSpPr/>
          <p:nvPr/>
        </p:nvSpPr>
        <p:spPr>
          <a:xfrm>
            <a:off x="12447629" y="4069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044" name="Google Shape;2044;g3a0c371d84b_0_112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045" name="Google Shape;2045;g3a0c371d84b_0_112"/>
          <p:cNvSpPr/>
          <p:nvPr/>
        </p:nvSpPr>
        <p:spPr>
          <a:xfrm>
            <a:off x="9616566" y="4061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046" name="Google Shape;2046;g3a0c371d84b_0_112"/>
          <p:cNvSpPr/>
          <p:nvPr/>
        </p:nvSpPr>
        <p:spPr>
          <a:xfrm>
            <a:off x="927391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047" name="Google Shape;2047;g3a0c371d84b_0_112"/>
          <p:cNvSpPr/>
          <p:nvPr/>
        </p:nvSpPr>
        <p:spPr>
          <a:xfrm>
            <a:off x="12538066" y="5641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048" name="Google Shape;2048;g3a0c371d84b_0_112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049" name="Google Shape;2049;g3a0c371d84b_0_112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050" name="Google Shape;2050;g3a0c371d84b_0_112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051" name="Google Shape;2051;g3a0c371d84b_0_112"/>
          <p:cNvSpPr/>
          <p:nvPr/>
        </p:nvSpPr>
        <p:spPr>
          <a:xfrm>
            <a:off x="955244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052" name="Google Shape;2052;g3a0c371d84b_0_112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053" name="Google Shape;2053;g3a0c371d84b_0_112"/>
          <p:cNvSpPr/>
          <p:nvPr/>
        </p:nvSpPr>
        <p:spPr>
          <a:xfrm>
            <a:off x="9827329" y="8834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054" name="Google Shape;2054;g3a0c371d84b_0_112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055" name="Google Shape;2055;g3a0c371d84b_0_112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56" name="Google Shape;2056;g3a0c371d84b_0_112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057" name="Google Shape;2057;g3a0c371d84b_0_112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58" name="Google Shape;2058;g3a0c371d84b_0_112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059" name="Google Shape;2059;g3a0c371d84b_0_112"/>
          <p:cNvSpPr/>
          <p:nvPr/>
        </p:nvSpPr>
        <p:spPr>
          <a:xfrm>
            <a:off x="18753804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60" name="Google Shape;2060;g3a0c371d84b_0_112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061" name="Google Shape;2061;g3a0c371d84b_0_112"/>
          <p:cNvSpPr/>
          <p:nvPr/>
        </p:nvSpPr>
        <p:spPr>
          <a:xfrm>
            <a:off x="19141166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062" name="Google Shape;2062;g3a0c371d84b_0_112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67804, 67763, 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63" name="Google Shape;2063;g3a0c371d84b_0_112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64" name="Google Shape;2064;g3a0c371d84b_0_112"/>
          <p:cNvSpPr/>
          <p:nvPr/>
        </p:nvSpPr>
        <p:spPr>
          <a:xfrm>
            <a:off x="12460091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65" name="Google Shape;2065;g3a0c371d84b_0_112"/>
          <p:cNvSpPr/>
          <p:nvPr/>
        </p:nvSpPr>
        <p:spPr>
          <a:xfrm>
            <a:off x="12663391" y="88035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66" name="Google Shape;2066;g3a0c371d84b_0_112"/>
          <p:cNvSpPr/>
          <p:nvPr/>
        </p:nvSpPr>
        <p:spPr>
          <a:xfrm>
            <a:off x="12882404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067" name="Google Shape;2067;g3a0c371d84b_0_112"/>
          <p:cNvSpPr/>
          <p:nvPr/>
        </p:nvSpPr>
        <p:spPr>
          <a:xfrm>
            <a:off x="12548879" y="7214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68" name="Google Shape;2068;g3a0c371d84b_0_112"/>
          <p:cNvSpPr/>
          <p:nvPr/>
        </p:nvSpPr>
        <p:spPr>
          <a:xfrm>
            <a:off x="12665704" y="7244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69" name="Google Shape;2069;g3a0c371d84b_0_112"/>
          <p:cNvSpPr/>
          <p:nvPr/>
        </p:nvSpPr>
        <p:spPr>
          <a:xfrm>
            <a:off x="12759791" y="72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070" name="Google Shape;2070;g3a0c371d84b_0_112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67804, 68547, 67763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71" name="Google Shape;2071;g3a0c371d84b_0_112"/>
          <p:cNvSpPr/>
          <p:nvPr/>
        </p:nvSpPr>
        <p:spPr>
          <a:xfrm>
            <a:off x="15956216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67804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72" name="Google Shape;2072;g3a0c371d84b_0_112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073" name="Google Shape;2073;g3a0c371d84b_0_112"/>
          <p:cNvSpPr/>
          <p:nvPr/>
        </p:nvSpPr>
        <p:spPr>
          <a:xfrm>
            <a:off x="19246729" y="57703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074" name="Google Shape;2074;g3a0c371d84b_0_112"/>
          <p:cNvSpPr/>
          <p:nvPr/>
        </p:nvSpPr>
        <p:spPr>
          <a:xfrm>
            <a:off x="19373179" y="4180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075" name="Google Shape;2075;g3a0c371d84b_0_112"/>
          <p:cNvSpPr/>
          <p:nvPr/>
        </p:nvSpPr>
        <p:spPr>
          <a:xfrm>
            <a:off x="15548979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67763, 67775, 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76" name="Google Shape;2076;g3a0c371d84b_0_112"/>
          <p:cNvSpPr/>
          <p:nvPr/>
        </p:nvSpPr>
        <p:spPr>
          <a:xfrm>
            <a:off x="15692266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68547, 67804, 68130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77" name="Google Shape;2077;g3a0c371d84b_0_112"/>
          <p:cNvSpPr/>
          <p:nvPr/>
        </p:nvSpPr>
        <p:spPr>
          <a:xfrm>
            <a:off x="1550904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67775, 67286, 68130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78" name="Google Shape;2078;g3a0c371d84b_0_112"/>
          <p:cNvSpPr/>
          <p:nvPr/>
        </p:nvSpPr>
        <p:spPr>
          <a:xfrm>
            <a:off x="1568165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67775, 67286, 67804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79" name="Google Shape;2079;g3a0c371d84b_0_112"/>
          <p:cNvSpPr/>
          <p:nvPr/>
        </p:nvSpPr>
        <p:spPr>
          <a:xfrm>
            <a:off x="15874104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 68130</a:t>
            </a:r>
            <a:endParaRPr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0" name="Google Shape;2080;g3a0c371d84b_0_112"/>
          <p:cNvSpPr/>
          <p:nvPr/>
        </p:nvSpPr>
        <p:spPr>
          <a:xfrm>
            <a:off x="161492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67775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1" name="Google Shape;2081;g3a0c371d84b_0_112"/>
          <p:cNvSpPr/>
          <p:nvPr/>
        </p:nvSpPr>
        <p:spPr>
          <a:xfrm>
            <a:off x="15595354" y="87763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67763, 67775, 67804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2" name="Google Shape;2082;g3a0c371d84b_0_112"/>
          <p:cNvSpPr/>
          <p:nvPr/>
        </p:nvSpPr>
        <p:spPr>
          <a:xfrm>
            <a:off x="16033350" y="877460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67286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6" name="Shape 20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87" name="Google Shape;2087;g3a1716757fe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88" name="Google Shape;2088;g3a1716757fe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89" name="Google Shape;2089;g3a1716757fe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0" name="Google Shape;2090;g3a1716757fe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1" name="Google Shape;2091;g3a1716757fe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2" name="Google Shape;2092;g3a1716757fe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3" name="Google Shape;2093;g3a1716757fe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4" name="Google Shape;2094;g3a1716757fe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5" name="Google Shape;2095;g3a1716757fe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6" name="Google Shape;2096;g3a1716757fe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7" name="Google Shape;2097;g3a1716757fe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8" name="Google Shape;2098;g3a1716757fe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9" name="Google Shape;2099;g3a1716757fe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00" name="Google Shape;2100;g3a1716757fe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01" name="Google Shape;2101;g3a1716757fe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102" name="Google Shape;2102;g3a1716757fe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03" name="Google Shape;2103;g3a1716757fe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04" name="Google Shape;2104;g3a1716757fe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05" name="Google Shape;2105;g3a1716757fe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06" name="Google Shape;2106;g3a1716757fe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07" name="Google Shape;2107;g3a1716757fe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08" name="Google Shape;2108;g3a1716757fe_0_0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68547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09" name="Google Shape;2109;g3a1716757fe_0_0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10" name="Google Shape;2110;g3a1716757fe_0_0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11" name="Google Shape;2111;g3a1716757fe_0_0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12" name="Google Shape;2112;g3a1716757fe_0_0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13" name="Google Shape;2113;g3a1716757fe_0_0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14" name="Google Shape;2114;g3a1716757fe_0_0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15" name="Google Shape;2115;g3a1716757fe_0_0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16" name="Google Shape;2116;g3a1716757fe_0_0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17" name="Google Shape;2117;g3a1716757fe_0_0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18" name="Google Shape;2118;g3a1716757fe_0_0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19" name="Google Shape;2119;g3a1716757fe_0_0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20" name="Google Shape;2120;g3a1716757fe_0_0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21" name="Google Shape;2121;g3a1716757fe_0_0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22" name="Google Shape;2122;g3a1716757fe_0_0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23" name="Google Shape;2123;g3a1716757fe_0_0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24" name="Google Shape;2124;g3a1716757fe_0_0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25" name="Google Shape;2125;g3a1716757fe_0_0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26" name="Google Shape;2126;g3a1716757fe_0_0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27" name="Google Shape;2127;g3a1716757fe_0_0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28" name="Google Shape;2128;g3a1716757fe_0_0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29" name="Google Shape;2129;g3a1716757fe_0_0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30" name="Google Shape;2130;g3a1716757fe_0_0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31" name="Google Shape;2131;g3a1716757fe_0_0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32" name="Google Shape;2132;g3a1716757fe_0_0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33" name="Google Shape;2133;g3a1716757fe_0_0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134" name="Google Shape;2134;g3a1716757fe_0_0"/>
          <p:cNvSpPr/>
          <p:nvPr/>
        </p:nvSpPr>
        <p:spPr>
          <a:xfrm>
            <a:off x="12501254" y="72131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135" name="Google Shape;2135;g3a1716757fe_0_0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136" name="Google Shape;2136;g3a1716757fe_0_0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137" name="Google Shape;2137;g3a1716757fe_0_0"/>
          <p:cNvSpPr/>
          <p:nvPr/>
        </p:nvSpPr>
        <p:spPr>
          <a:xfrm>
            <a:off x="12390654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138" name="Google Shape;2138;g3a1716757fe_0_0"/>
          <p:cNvSpPr/>
          <p:nvPr/>
        </p:nvSpPr>
        <p:spPr>
          <a:xfrm>
            <a:off x="9437366" y="895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139" name="Google Shape;2139;g3a1716757fe_0_0"/>
          <p:cNvSpPr/>
          <p:nvPr/>
        </p:nvSpPr>
        <p:spPr>
          <a:xfrm>
            <a:off x="940532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140" name="Google Shape;2140;g3a1716757fe_0_0"/>
          <p:cNvSpPr/>
          <p:nvPr/>
        </p:nvSpPr>
        <p:spPr>
          <a:xfrm>
            <a:off x="12438516" y="2480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141" name="Google Shape;2141;g3a1716757fe_0_0"/>
          <p:cNvSpPr/>
          <p:nvPr/>
        </p:nvSpPr>
        <p:spPr>
          <a:xfrm>
            <a:off x="12447629" y="4069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142" name="Google Shape;2142;g3a1716757fe_0_0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143" name="Google Shape;2143;g3a1716757fe_0_0"/>
          <p:cNvSpPr/>
          <p:nvPr/>
        </p:nvSpPr>
        <p:spPr>
          <a:xfrm>
            <a:off x="9616566" y="40655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144" name="Google Shape;2144;g3a1716757fe_0_0"/>
          <p:cNvSpPr/>
          <p:nvPr/>
        </p:nvSpPr>
        <p:spPr>
          <a:xfrm>
            <a:off x="1253806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145" name="Google Shape;2145;g3a1716757fe_0_0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146" name="Google Shape;2146;g3a1716757fe_0_0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147" name="Google Shape;2147;g3a1716757fe_0_0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148" name="Google Shape;2148;g3a1716757fe_0_0"/>
          <p:cNvSpPr/>
          <p:nvPr/>
        </p:nvSpPr>
        <p:spPr>
          <a:xfrm>
            <a:off x="12491516" y="88034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149" name="Google Shape;2149;g3a1716757fe_0_0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150" name="Google Shape;2150;g3a1716757fe_0_0"/>
          <p:cNvSpPr/>
          <p:nvPr/>
        </p:nvSpPr>
        <p:spPr>
          <a:xfrm>
            <a:off x="9827329" y="8834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151" name="Google Shape;2151;g3a1716757fe_0_0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152" name="Google Shape;2152;g3a1716757fe_0_0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53" name="Google Shape;2153;g3a1716757fe_0_0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154" name="Google Shape;2154;g3a1716757fe_0_0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55" name="Google Shape;2155;g3a1716757fe_0_0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156" name="Google Shape;2156;g3a1716757fe_0_0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57" name="Google Shape;2157;g3a1716757fe_0_0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158" name="Google Shape;2158;g3a1716757fe_0_0"/>
          <p:cNvSpPr/>
          <p:nvPr/>
        </p:nvSpPr>
        <p:spPr>
          <a:xfrm>
            <a:off x="19141166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159" name="Google Shape;2159;g3a1716757fe_0_0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67804, 67763, 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60" name="Google Shape;2160;g3a1716757fe_0_0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67763, 67775, 67804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61" name="Google Shape;2161;g3a1716757fe_0_0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162" name="Google Shape;2162;g3a1716757fe_0_0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63" name="Google Shape;2163;g3a1716757fe_0_0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67804, 67286, 68130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64" name="Google Shape;2164;g3a1716757fe_0_0"/>
          <p:cNvSpPr/>
          <p:nvPr/>
        </p:nvSpPr>
        <p:spPr>
          <a:xfrm>
            <a:off x="1577961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 67804</a:t>
            </a:r>
            <a:endParaRPr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65" name="Google Shape;2165;g3a1716757fe_0_0"/>
          <p:cNvSpPr/>
          <p:nvPr/>
        </p:nvSpPr>
        <p:spPr>
          <a:xfrm>
            <a:off x="15973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 67763</a:t>
            </a:r>
            <a:endParaRPr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66" name="Google Shape;2166;g3a1716757fe_0_0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67804, 68547, 67763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67" name="Google Shape;2167;g3a1716757fe_0_0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168" name="Google Shape;2168;g3a1716757fe_0_0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169" name="Google Shape;2169;g3a1716757fe_0_0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170" name="Google Shape;2170;g3a1716757fe_0_0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171" name="Google Shape;2171;g3a1716757fe_0_0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172" name="Google Shape;2172;g3a1716757fe_0_0"/>
          <p:cNvSpPr/>
          <p:nvPr/>
        </p:nvSpPr>
        <p:spPr>
          <a:xfrm>
            <a:off x="19511329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173" name="Google Shape;2173;g3a1716757fe_0_0"/>
          <p:cNvSpPr/>
          <p:nvPr/>
        </p:nvSpPr>
        <p:spPr>
          <a:xfrm>
            <a:off x="12653391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174" name="Google Shape;2174;g3a1716757fe_0_0"/>
          <p:cNvSpPr/>
          <p:nvPr/>
        </p:nvSpPr>
        <p:spPr>
          <a:xfrm>
            <a:off x="1573335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67286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75" name="Google Shape;2175;g3a1716757fe_0_0"/>
          <p:cNvSpPr/>
          <p:nvPr/>
        </p:nvSpPr>
        <p:spPr>
          <a:xfrm>
            <a:off x="1597190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67775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76" name="Google Shape;2176;g3a1716757fe_0_0"/>
          <p:cNvSpPr/>
          <p:nvPr/>
        </p:nvSpPr>
        <p:spPr>
          <a:xfrm>
            <a:off x="161544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67286, 67763, 67775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77" name="Google Shape;2177;g3a1716757fe_0_0"/>
          <p:cNvSpPr/>
          <p:nvPr/>
        </p:nvSpPr>
        <p:spPr>
          <a:xfrm>
            <a:off x="193865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178" name="Google Shape;2178;g3a1716757fe_0_0"/>
          <p:cNvSpPr/>
          <p:nvPr/>
        </p:nvSpPr>
        <p:spPr>
          <a:xfrm>
            <a:off x="15449729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67763, 67775, 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79" name="Google Shape;2179;g3a1716757fe_0_0"/>
          <p:cNvSpPr/>
          <p:nvPr/>
        </p:nvSpPr>
        <p:spPr>
          <a:xfrm>
            <a:off x="15593016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68547, 67804, 68130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0" name="Google Shape;2180;g3a1716757fe_0_0"/>
          <p:cNvSpPr/>
          <p:nvPr/>
        </p:nvSpPr>
        <p:spPr>
          <a:xfrm>
            <a:off x="1550904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67775, 67286, 68130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1" name="Google Shape;2181;g3a1716757fe_0_0"/>
          <p:cNvSpPr/>
          <p:nvPr/>
        </p:nvSpPr>
        <p:spPr>
          <a:xfrm>
            <a:off x="1568165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67775, 67286, 67804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2" name="Google Shape;2182;g3a1716757fe_0_0"/>
          <p:cNvSpPr/>
          <p:nvPr/>
        </p:nvSpPr>
        <p:spPr>
          <a:xfrm>
            <a:off x="15874104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68547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6" name="Shape 2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87" name="Google Shape;2187;g3a1716757fe_0_30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188" name="Google Shape;2188;g3a1716757fe_0_307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6775, 67286, 68130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189" name="Google Shape;2189;g3a1716757fe_0_30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90" name="Google Shape;2190;g3a1716757fe_0_30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1" name="Google Shape;2191;g3a1716757fe_0_30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2" name="Google Shape;2192;g3a1716757fe_0_30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3" name="Google Shape;2193;g3a1716757fe_0_30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4" name="Google Shape;2194;g3a1716757fe_0_30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5" name="Google Shape;2195;g3a1716757fe_0_30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6" name="Google Shape;2196;g3a1716757fe_0_30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7" name="Google Shape;2197;g3a1716757fe_0_30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8" name="Google Shape;2198;g3a1716757fe_0_30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9" name="Google Shape;2199;g3a1716757fe_0_30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00" name="Google Shape;2200;g3a1716757fe_0_30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01" name="Google Shape;2201;g3a1716757fe_0_30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02" name="Google Shape;2202;g3a1716757fe_0_30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203" name="Google Shape;2203;g3a1716757fe_0_30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04" name="Google Shape;2204;g3a1716757fe_0_30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05" name="Google Shape;2205;g3a1716757fe_0_30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06" name="Google Shape;2206;g3a1716757fe_0_30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07" name="Google Shape;2207;g3a1716757fe_0_30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08" name="Google Shape;2208;g3a1716757fe_0_30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09" name="Google Shape;2209;g3a1716757fe_0_307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68547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10" name="Google Shape;2210;g3a1716757fe_0_307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11" name="Google Shape;2211;g3a1716757fe_0_307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12" name="Google Shape;2212;g3a1716757fe_0_307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13" name="Google Shape;2213;g3a1716757fe_0_307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14" name="Google Shape;2214;g3a1716757fe_0_307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15" name="Google Shape;2215;g3a1716757fe_0_307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16" name="Google Shape;2216;g3a1716757fe_0_307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17" name="Google Shape;2217;g3a1716757fe_0_307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18" name="Google Shape;2218;g3a1716757fe_0_307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19" name="Google Shape;2219;g3a1716757fe_0_307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20" name="Google Shape;2220;g3a1716757fe_0_307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21" name="Google Shape;2221;g3a1716757fe_0_307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22" name="Google Shape;2222;g3a1716757fe_0_307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23" name="Google Shape;2223;g3a1716757fe_0_307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24" name="Google Shape;2224;g3a1716757fe_0_307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25" name="Google Shape;2225;g3a1716757fe_0_307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26" name="Google Shape;2226;g3a1716757fe_0_307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27" name="Google Shape;2227;g3a1716757fe_0_307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28" name="Google Shape;2228;g3a1716757fe_0_307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29" name="Google Shape;2229;g3a1716757fe_0_307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30" name="Google Shape;2230;g3a1716757fe_0_307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31" name="Google Shape;2231;g3a1716757fe_0_307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32" name="Google Shape;2232;g3a1716757fe_0_307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33" name="Google Shape;2233;g3a1716757fe_0_307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34" name="Google Shape;2234;g3a1716757fe_0_307"/>
          <p:cNvSpPr/>
          <p:nvPr/>
        </p:nvSpPr>
        <p:spPr>
          <a:xfrm>
            <a:off x="12025529" y="7210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235" name="Google Shape;2235;g3a1716757fe_0_307"/>
          <p:cNvSpPr/>
          <p:nvPr/>
        </p:nvSpPr>
        <p:spPr>
          <a:xfrm>
            <a:off x="12215654" y="7244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236" name="Google Shape;2236;g3a1716757fe_0_307"/>
          <p:cNvSpPr/>
          <p:nvPr/>
        </p:nvSpPr>
        <p:spPr>
          <a:xfrm>
            <a:off x="12385516" y="725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237" name="Google Shape;2237;g3a1716757fe_0_307"/>
          <p:cNvSpPr/>
          <p:nvPr/>
        </p:nvSpPr>
        <p:spPr>
          <a:xfrm>
            <a:off x="12083016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238" name="Google Shape;2238;g3a1716757fe_0_307"/>
          <p:cNvSpPr/>
          <p:nvPr/>
        </p:nvSpPr>
        <p:spPr>
          <a:xfrm>
            <a:off x="12202529" y="2480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239" name="Google Shape;2239;g3a1716757fe_0_307"/>
          <p:cNvSpPr/>
          <p:nvPr/>
        </p:nvSpPr>
        <p:spPr>
          <a:xfrm>
            <a:off x="12438516" y="2480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240" name="Google Shape;2240;g3a1716757fe_0_307"/>
          <p:cNvSpPr/>
          <p:nvPr/>
        </p:nvSpPr>
        <p:spPr>
          <a:xfrm>
            <a:off x="12202529" y="4066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241" name="Google Shape;2241;g3a1716757fe_0_307"/>
          <p:cNvSpPr/>
          <p:nvPr/>
        </p:nvSpPr>
        <p:spPr>
          <a:xfrm>
            <a:off x="12390654" y="4051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242" name="Google Shape;2242;g3a1716757fe_0_307"/>
          <p:cNvSpPr/>
          <p:nvPr/>
        </p:nvSpPr>
        <p:spPr>
          <a:xfrm>
            <a:off x="15771841" y="5623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67775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43" name="Google Shape;2243;g3a1716757fe_0_307"/>
          <p:cNvSpPr/>
          <p:nvPr/>
        </p:nvSpPr>
        <p:spPr>
          <a:xfrm>
            <a:off x="12205516" y="5632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244" name="Google Shape;2244;g3a1716757fe_0_307"/>
          <p:cNvSpPr/>
          <p:nvPr/>
        </p:nvSpPr>
        <p:spPr>
          <a:xfrm>
            <a:off x="12390654" y="5622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245" name="Google Shape;2245;g3a1716757fe_0_307"/>
          <p:cNvSpPr/>
          <p:nvPr/>
        </p:nvSpPr>
        <p:spPr>
          <a:xfrm>
            <a:off x="11979491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246" name="Google Shape;2246;g3a1716757fe_0_307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247" name="Google Shape;2247;g3a1716757fe_0_307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248" name="Google Shape;2248;g3a1716757fe_0_307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249" name="Google Shape;2249;g3a1716757fe_0_307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50" name="Google Shape;2250;g3a1716757fe_0_307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251" name="Google Shape;2251;g3a1716757fe_0_307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52" name="Google Shape;2252;g3a1716757fe_0_307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253" name="Google Shape;2253;g3a1716757fe_0_307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54" name="Google Shape;2254;g3a1716757fe_0_307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255" name="Google Shape;2255;g3a1716757fe_0_307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256" name="Google Shape;2256;g3a1716757fe_0_307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67763, 67804, 68130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57" name="Google Shape;2257;g3a1716757fe_0_307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67763, 67775, 67804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58" name="Google Shape;2258;g3a1716757fe_0_307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259" name="Google Shape;2259;g3a1716757fe_0_307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60" name="Google Shape;2260;g3a1716757fe_0_307"/>
          <p:cNvSpPr/>
          <p:nvPr/>
        </p:nvSpPr>
        <p:spPr>
          <a:xfrm>
            <a:off x="15708691" y="87747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67804, 67286, 68130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61" name="Google Shape;2261;g3a1716757fe_0_307"/>
          <p:cNvSpPr/>
          <p:nvPr/>
        </p:nvSpPr>
        <p:spPr>
          <a:xfrm>
            <a:off x="15877716" y="877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67804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62" name="Google Shape;2262;g3a1716757fe_0_307"/>
          <p:cNvSpPr/>
          <p:nvPr/>
        </p:nvSpPr>
        <p:spPr>
          <a:xfrm>
            <a:off x="16091204" y="87747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63" name="Google Shape;2263;g3a1716757fe_0_307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67804, 68547, 67763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64" name="Google Shape;2264;g3a1716757fe_0_307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265" name="Google Shape;2265;g3a1716757fe_0_307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266" name="Google Shape;2266;g3a1716757fe_0_307"/>
          <p:cNvSpPr/>
          <p:nvPr/>
        </p:nvSpPr>
        <p:spPr>
          <a:xfrm>
            <a:off x="15680891" y="2471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68547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67" name="Google Shape;2267;g3a1716757fe_0_307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268" name="Google Shape;2268;g3a1716757fe_0_307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269" name="Google Shape;2269;g3a1716757fe_0_307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270" name="Google Shape;2270;g3a1716757fe_0_307"/>
          <p:cNvSpPr/>
          <p:nvPr/>
        </p:nvSpPr>
        <p:spPr>
          <a:xfrm>
            <a:off x="15708704" y="7199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67286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71" name="Google Shape;2271;g3a1716757fe_0_307"/>
          <p:cNvSpPr/>
          <p:nvPr/>
        </p:nvSpPr>
        <p:spPr>
          <a:xfrm>
            <a:off x="15849929" y="71988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67775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72" name="Google Shape;2272;g3a1716757fe_0_307"/>
          <p:cNvSpPr/>
          <p:nvPr/>
        </p:nvSpPr>
        <p:spPr>
          <a:xfrm>
            <a:off x="16063404" y="7199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67286, 67763, 67775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73" name="Google Shape;2273;g3a1716757fe_0_307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274" name="Google Shape;2274;g3a1716757fe_0_307"/>
          <p:cNvSpPr/>
          <p:nvPr/>
        </p:nvSpPr>
        <p:spPr>
          <a:xfrm>
            <a:off x="12390654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275" name="Google Shape;2275;g3a1716757fe_0_307"/>
          <p:cNvSpPr/>
          <p:nvPr/>
        </p:nvSpPr>
        <p:spPr>
          <a:xfrm>
            <a:off x="15794504" y="40471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67804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76" name="Google Shape;2276;g3a1716757fe_0_307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277" name="Google Shape;2277;g3a1716757fe_0_307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78" name="Google Shape;2278;g3a1716757fe_0_307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279" name="Google Shape;2279;g3a1716757fe_0_307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280" name="Google Shape;2280;g3a1716757fe_0_307"/>
          <p:cNvSpPr/>
          <p:nvPr/>
        </p:nvSpPr>
        <p:spPr>
          <a:xfrm>
            <a:off x="15449729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67763, 67775, 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81" name="Google Shape;2281;g3a1716757fe_0_307"/>
          <p:cNvSpPr/>
          <p:nvPr/>
        </p:nvSpPr>
        <p:spPr>
          <a:xfrm>
            <a:off x="15593016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68547, 67804, 68130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82" name="Google Shape;2282;g3a1716757fe_0_307"/>
          <p:cNvSpPr/>
          <p:nvPr/>
        </p:nvSpPr>
        <p:spPr>
          <a:xfrm>
            <a:off x="15824854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6" name="Shape 2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87" name="Google Shape;2287;g3a1716757fe_0_40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88" name="Google Shape;2288;g3a1716757fe_0_40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89" name="Google Shape;2289;g3a1716757fe_0_40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90" name="Google Shape;2290;g3a1716757fe_0_40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91" name="Google Shape;2291;g3a1716757fe_0_40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92" name="Google Shape;2292;g3a1716757fe_0_40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93" name="Google Shape;2293;g3a1716757fe_0_40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94" name="Google Shape;2294;g3a1716757fe_0_40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95" name="Google Shape;2295;g3a1716757fe_0_40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96" name="Google Shape;2296;g3a1716757fe_0_40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97" name="Google Shape;2297;g3a1716757fe_0_40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98" name="Google Shape;2298;g3a1716757fe_0_40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99" name="Google Shape;2299;g3a1716757fe_0_40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00" name="Google Shape;2300;g3a1716757fe_0_40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01" name="Google Shape;2301;g3a1716757fe_0_40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302" name="Google Shape;2302;g3a1716757fe_0_40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03" name="Google Shape;2303;g3a1716757fe_0_40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04" name="Google Shape;2304;g3a1716757fe_0_40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05" name="Google Shape;2305;g3a1716757fe_0_40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06" name="Google Shape;2306;g3a1716757fe_0_40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07" name="Google Shape;2307;g3a1716757fe_0_40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08" name="Google Shape;2308;g3a1716757fe_0_406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09" name="Google Shape;2309;g3a1716757fe_0_406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10" name="Google Shape;2310;g3a1716757fe_0_406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11" name="Google Shape;2311;g3a1716757fe_0_406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12" name="Google Shape;2312;g3a1716757fe_0_406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13" name="Google Shape;2313;g3a1716757fe_0_406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14" name="Google Shape;2314;g3a1716757fe_0_406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15" name="Google Shape;2315;g3a1716757fe_0_406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16" name="Google Shape;2316;g3a1716757fe_0_406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17" name="Google Shape;2317;g3a1716757fe_0_406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18" name="Google Shape;2318;g3a1716757fe_0_406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19" name="Google Shape;2319;g3a1716757fe_0_406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20" name="Google Shape;2320;g3a1716757fe_0_406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21" name="Google Shape;2321;g3a1716757fe_0_406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22" name="Google Shape;2322;g3a1716757fe_0_406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23" name="Google Shape;2323;g3a1716757fe_0_406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24" name="Google Shape;2324;g3a1716757fe_0_406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25" name="Google Shape;2325;g3a1716757fe_0_406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26" name="Google Shape;2326;g3a1716757fe_0_406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27" name="Google Shape;2327;g3a1716757fe_0_406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28" name="Google Shape;2328;g3a1716757fe_0_406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29" name="Google Shape;2329;g3a1716757fe_0_406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30" name="Google Shape;2330;g3a1716757fe_0_406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31" name="Google Shape;2331;g3a1716757fe_0_406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32" name="Google Shape;2332;g3a1716757fe_0_406"/>
          <p:cNvSpPr/>
          <p:nvPr/>
        </p:nvSpPr>
        <p:spPr>
          <a:xfrm>
            <a:off x="12025529" y="7210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333" name="Google Shape;2333;g3a1716757fe_0_406"/>
          <p:cNvSpPr/>
          <p:nvPr/>
        </p:nvSpPr>
        <p:spPr>
          <a:xfrm>
            <a:off x="12215654" y="7244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334" name="Google Shape;2334;g3a1716757fe_0_406"/>
          <p:cNvSpPr/>
          <p:nvPr/>
        </p:nvSpPr>
        <p:spPr>
          <a:xfrm>
            <a:off x="12385516" y="725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335" name="Google Shape;2335;g3a1716757fe_0_406"/>
          <p:cNvSpPr/>
          <p:nvPr/>
        </p:nvSpPr>
        <p:spPr>
          <a:xfrm>
            <a:off x="11979491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336" name="Google Shape;2336;g3a1716757fe_0_406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337" name="Google Shape;2337;g3a1716757fe_0_406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338" name="Google Shape;2338;g3a1716757fe_0_406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339" name="Google Shape;2339;g3a1716757fe_0_406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40" name="Google Shape;2340;g3a1716757fe_0_406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341" name="Google Shape;2341;g3a1716757fe_0_406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42" name="Google Shape;2342;g3a1716757fe_0_406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343" name="Google Shape;2343;g3a1716757fe_0_406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44" name="Google Shape;2344;g3a1716757fe_0_406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345" name="Google Shape;2345;g3a1716757fe_0_406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346" name="Google Shape;2346;g3a1716757fe_0_406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347" name="Google Shape;2347;g3a1716757fe_0_406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48" name="Google Shape;2348;g3a1716757fe_0_406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349" name="Google Shape;2349;g3a1716757fe_0_406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350" name="Google Shape;2350;g3a1716757fe_0_406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351" name="Google Shape;2351;g3a1716757fe_0_406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352" name="Google Shape;2352;g3a1716757fe_0_406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353" name="Google Shape;2353;g3a1716757fe_0_406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354" name="Google Shape;2354;g3a1716757fe_0_406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355" name="Google Shape;2355;g3a1716757fe_0_406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56" name="Google Shape;2356;g3a1716757fe_0_406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357" name="Google Shape;2357;g3a1716757fe_0_406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358" name="Google Shape;2358;g3a1716757fe_0_406"/>
          <p:cNvSpPr/>
          <p:nvPr/>
        </p:nvSpPr>
        <p:spPr>
          <a:xfrm>
            <a:off x="15449729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67763, 67775, 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59" name="Google Shape;2359;g3a1716757fe_0_406"/>
          <p:cNvSpPr/>
          <p:nvPr/>
        </p:nvSpPr>
        <p:spPr>
          <a:xfrm>
            <a:off x="15593016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68547, 67804, 68130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60" name="Google Shape;2360;g3a1716757fe_0_406"/>
          <p:cNvSpPr/>
          <p:nvPr/>
        </p:nvSpPr>
        <p:spPr>
          <a:xfrm>
            <a:off x="15824854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67775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61" name="Google Shape;2361;g3a1716757fe_0_406"/>
          <p:cNvSpPr/>
          <p:nvPr/>
        </p:nvSpPr>
        <p:spPr>
          <a:xfrm>
            <a:off x="15981229" y="8847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68547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62" name="Google Shape;2362;g3a1716757fe_0_406"/>
          <p:cNvSpPr/>
          <p:nvPr/>
        </p:nvSpPr>
        <p:spPr>
          <a:xfrm>
            <a:off x="16232766" y="90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63" name="Google Shape;2363;g3a1716757fe_0_406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6775, 67286, 68130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64" name="Google Shape;2364;g3a1716757fe_0_406"/>
          <p:cNvSpPr/>
          <p:nvPr/>
        </p:nvSpPr>
        <p:spPr>
          <a:xfrm>
            <a:off x="15680891" y="2471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67775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65" name="Google Shape;2365;g3a1716757fe_0_406"/>
          <p:cNvSpPr/>
          <p:nvPr/>
        </p:nvSpPr>
        <p:spPr>
          <a:xfrm>
            <a:off x="15970816" y="24926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67804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66" name="Google Shape;2366;g3a1716757fe_0_406"/>
          <p:cNvSpPr/>
          <p:nvPr/>
        </p:nvSpPr>
        <p:spPr>
          <a:xfrm>
            <a:off x="16232779" y="2465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67804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67" name="Google Shape;2367;g3a1716757fe_0_406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67763, 67804, 68130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68" name="Google Shape;2368;g3a1716757fe_0_406"/>
          <p:cNvSpPr/>
          <p:nvPr/>
        </p:nvSpPr>
        <p:spPr>
          <a:xfrm>
            <a:off x="15677679" y="40483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69" name="Google Shape;2369;g3a1716757fe_0_406"/>
          <p:cNvSpPr/>
          <p:nvPr/>
        </p:nvSpPr>
        <p:spPr>
          <a:xfrm>
            <a:off x="15841079" y="4046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68130 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0" name="Google Shape;2370;g3a1716757fe_0_406"/>
          <p:cNvSpPr/>
          <p:nvPr/>
        </p:nvSpPr>
        <p:spPr>
          <a:xfrm>
            <a:off x="16094366" y="4046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67286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1" name="Google Shape;2371;g3a1716757fe_0_406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68547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2" name="Google Shape;2372;g3a1716757fe_0_406"/>
          <p:cNvSpPr/>
          <p:nvPr/>
        </p:nvSpPr>
        <p:spPr>
          <a:xfrm>
            <a:off x="15771841" y="5623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68547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3" name="Google Shape;2373;g3a1716757fe_0_406"/>
          <p:cNvSpPr/>
          <p:nvPr/>
        </p:nvSpPr>
        <p:spPr>
          <a:xfrm>
            <a:off x="15967716" y="5604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br>
              <a:rPr lang="en-GB">
                <a:latin typeface="Consolas"/>
                <a:ea typeface="Consolas"/>
                <a:cs typeface="Consolas"/>
                <a:sym typeface="Consolas"/>
              </a:rPr>
            </a:br>
            <a:br>
              <a:rPr lang="en-GB">
                <a:latin typeface="Consolas"/>
                <a:ea typeface="Consolas"/>
                <a:cs typeface="Consolas"/>
                <a:sym typeface="Consolas"/>
              </a:rPr>
            </a:b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67775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4" name="Google Shape;2374;g3a1716757fe_0_406"/>
          <p:cNvSpPr/>
          <p:nvPr/>
        </p:nvSpPr>
        <p:spPr>
          <a:xfrm>
            <a:off x="16149204" y="56227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br>
              <a:rPr lang="en-GB">
                <a:latin typeface="Consolas"/>
                <a:ea typeface="Consolas"/>
                <a:cs typeface="Consolas"/>
                <a:sym typeface="Consolas"/>
              </a:rPr>
            </a:b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5" name="Google Shape;2375;g3a1716757fe_0_406"/>
          <p:cNvSpPr/>
          <p:nvPr/>
        </p:nvSpPr>
        <p:spPr>
          <a:xfrm>
            <a:off x="15652391" y="5632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68547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6" name="Google Shape;2376;g3a1716757fe_0_406"/>
          <p:cNvSpPr/>
          <p:nvPr/>
        </p:nvSpPr>
        <p:spPr>
          <a:xfrm>
            <a:off x="15848266" y="5613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br>
              <a:rPr lang="en-GB">
                <a:latin typeface="Consolas"/>
                <a:ea typeface="Consolas"/>
                <a:cs typeface="Consolas"/>
                <a:sym typeface="Consolas"/>
              </a:rPr>
            </a:br>
            <a:br>
              <a:rPr lang="en-GB">
                <a:latin typeface="Consolas"/>
                <a:ea typeface="Consolas"/>
                <a:cs typeface="Consolas"/>
                <a:sym typeface="Consolas"/>
              </a:rPr>
            </a:b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67775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7" name="Google Shape;2377;g3a1716757fe_0_406"/>
          <p:cNvSpPr/>
          <p:nvPr/>
        </p:nvSpPr>
        <p:spPr>
          <a:xfrm>
            <a:off x="16149204" y="56227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br>
              <a:rPr lang="en-GB">
                <a:latin typeface="Consolas"/>
                <a:ea typeface="Consolas"/>
                <a:cs typeface="Consolas"/>
                <a:sym typeface="Consolas"/>
              </a:rPr>
            </a:b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8" name="Google Shape;2378;g3a1716757fe_0_406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67804, 68547, 67763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9" name="Google Shape;2379;g3a1716757fe_0_406"/>
          <p:cNvSpPr/>
          <p:nvPr/>
        </p:nvSpPr>
        <p:spPr>
          <a:xfrm>
            <a:off x="15708704" y="7199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67286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80" name="Google Shape;2380;g3a1716757fe_0_406"/>
          <p:cNvSpPr/>
          <p:nvPr/>
        </p:nvSpPr>
        <p:spPr>
          <a:xfrm>
            <a:off x="15849929" y="71988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67775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81" name="Google Shape;2381;g3a1716757fe_0_406"/>
          <p:cNvSpPr/>
          <p:nvPr/>
        </p:nvSpPr>
        <p:spPr>
          <a:xfrm>
            <a:off x="16063404" y="7199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67286, 67763, 67775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82" name="Google Shape;2382;g3a1716757fe_0_406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67763, 67775, 67804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83" name="Google Shape;2383;g3a1716757fe_0_406"/>
          <p:cNvSpPr/>
          <p:nvPr/>
        </p:nvSpPr>
        <p:spPr>
          <a:xfrm>
            <a:off x="15568854" y="8765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67804, 67286, 68130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84" name="Google Shape;2384;g3a1716757fe_0_406"/>
          <p:cNvSpPr/>
          <p:nvPr/>
        </p:nvSpPr>
        <p:spPr>
          <a:xfrm>
            <a:off x="15771841" y="8765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67804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85" name="Google Shape;2385;g3a1716757fe_0_406"/>
          <p:cNvSpPr/>
          <p:nvPr/>
        </p:nvSpPr>
        <p:spPr>
          <a:xfrm>
            <a:off x="15967729" y="8765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89" name="Shape 2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90" name="Google Shape;2390;g3a1716757fe_0_50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91" name="Google Shape;2391;g3a1716757fe_0_50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92" name="Google Shape;2392;g3a1716757fe_0_50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3" name="Google Shape;2393;g3a1716757fe_0_50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4" name="Google Shape;2394;g3a1716757fe_0_50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5" name="Google Shape;2395;g3a1716757fe_0_50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6" name="Google Shape;2396;g3a1716757fe_0_50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7" name="Google Shape;2397;g3a1716757fe_0_50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8" name="Google Shape;2398;g3a1716757fe_0_50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9" name="Google Shape;2399;g3a1716757fe_0_50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00" name="Google Shape;2400;g3a1716757fe_0_50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01" name="Google Shape;2401;g3a1716757fe_0_50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02" name="Google Shape;2402;g3a1716757fe_0_50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03" name="Google Shape;2403;g3a1716757fe_0_50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04" name="Google Shape;2404;g3a1716757fe_0_50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405" name="Google Shape;2405;g3a1716757fe_0_50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06" name="Google Shape;2406;g3a1716757fe_0_50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07" name="Google Shape;2407;g3a1716757fe_0_50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08" name="Google Shape;2408;g3a1716757fe_0_50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09" name="Google Shape;2409;g3a1716757fe_0_50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10" name="Google Shape;2410;g3a1716757fe_0_50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11" name="Google Shape;2411;g3a1716757fe_0_505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12" name="Google Shape;2412;g3a1716757fe_0_505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13" name="Google Shape;2413;g3a1716757fe_0_505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14" name="Google Shape;2414;g3a1716757fe_0_505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15" name="Google Shape;2415;g3a1716757fe_0_505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16" name="Google Shape;2416;g3a1716757fe_0_505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17" name="Google Shape;2417;g3a1716757fe_0_505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18" name="Google Shape;2418;g3a1716757fe_0_505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19" name="Google Shape;2419;g3a1716757fe_0_505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20" name="Google Shape;2420;g3a1716757fe_0_505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21" name="Google Shape;2421;g3a1716757fe_0_505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22" name="Google Shape;2422;g3a1716757fe_0_505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23" name="Google Shape;2423;g3a1716757fe_0_505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24" name="Google Shape;2424;g3a1716757fe_0_505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25" name="Google Shape;2425;g3a1716757fe_0_505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26" name="Google Shape;2426;g3a1716757fe_0_505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27" name="Google Shape;2427;g3a1716757fe_0_505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28" name="Google Shape;2428;g3a1716757fe_0_505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29" name="Google Shape;2429;g3a1716757fe_0_505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30" name="Google Shape;2430;g3a1716757fe_0_505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31" name="Google Shape;2431;g3a1716757fe_0_505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32" name="Google Shape;2432;g3a1716757fe_0_505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33" name="Google Shape;2433;g3a1716757fe_0_505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34" name="Google Shape;2434;g3a1716757fe_0_505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35" name="Google Shape;2435;g3a1716757fe_0_505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436" name="Google Shape;2436;g3a1716757fe_0_505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437" name="Google Shape;2437;g3a1716757fe_0_505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438" name="Google Shape;2438;g3a1716757fe_0_505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39" name="Google Shape;2439;g3a1716757fe_0_505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440" name="Google Shape;2440;g3a1716757fe_0_505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41" name="Google Shape;2441;g3a1716757fe_0_505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442" name="Google Shape;2442;g3a1716757fe_0_505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43" name="Google Shape;2443;g3a1716757fe_0_505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444" name="Google Shape;2444;g3a1716757fe_0_505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445" name="Google Shape;2445;g3a1716757fe_0_505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446" name="Google Shape;2446;g3a1716757fe_0_505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47" name="Google Shape;2447;g3a1716757fe_0_505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448" name="Google Shape;2448;g3a1716757fe_0_505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449" name="Google Shape;2449;g3a1716757fe_0_505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450" name="Google Shape;2450;g3a1716757fe_0_505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451" name="Google Shape;2451;g3a1716757fe_0_505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452" name="Google Shape;2452;g3a1716757fe_0_505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453" name="Google Shape;2453;g3a1716757fe_0_505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454" name="Google Shape;2454;g3a1716757fe_0_505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55" name="Google Shape;2455;g3a1716757fe_0_505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456" name="Google Shape;2456;g3a1716757fe_0_505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457" name="Google Shape;2457;g3a1716757fe_0_505"/>
          <p:cNvSpPr/>
          <p:nvPr/>
        </p:nvSpPr>
        <p:spPr>
          <a:xfrm>
            <a:off x="19386566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458" name="Google Shape;2458;g3a1716757fe_0_505"/>
          <p:cNvSpPr/>
          <p:nvPr/>
        </p:nvSpPr>
        <p:spPr>
          <a:xfrm>
            <a:off x="15449729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67763, 67775, 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59" name="Google Shape;2459;g3a1716757fe_0_505"/>
          <p:cNvSpPr/>
          <p:nvPr/>
        </p:nvSpPr>
        <p:spPr>
          <a:xfrm>
            <a:off x="15593016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68547, 67804, 68130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60" name="Google Shape;2460;g3a1716757fe_0_505"/>
          <p:cNvSpPr/>
          <p:nvPr/>
        </p:nvSpPr>
        <p:spPr>
          <a:xfrm>
            <a:off x="15824854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67775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61" name="Google Shape;2461;g3a1716757fe_0_505"/>
          <p:cNvSpPr/>
          <p:nvPr/>
        </p:nvSpPr>
        <p:spPr>
          <a:xfrm>
            <a:off x="15981229" y="8847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68547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62" name="Google Shape;2462;g3a1716757fe_0_505"/>
          <p:cNvSpPr/>
          <p:nvPr/>
        </p:nvSpPr>
        <p:spPr>
          <a:xfrm>
            <a:off x="16232766" y="90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63" name="Google Shape;2463;g3a1716757fe_0_505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6775, 67286, 68130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64" name="Google Shape;2464;g3a1716757fe_0_505"/>
          <p:cNvSpPr/>
          <p:nvPr/>
        </p:nvSpPr>
        <p:spPr>
          <a:xfrm>
            <a:off x="15680891" y="2471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67775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65" name="Google Shape;2465;g3a1716757fe_0_505"/>
          <p:cNvSpPr/>
          <p:nvPr/>
        </p:nvSpPr>
        <p:spPr>
          <a:xfrm>
            <a:off x="15970816" y="24926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67804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66" name="Google Shape;2466;g3a1716757fe_0_505"/>
          <p:cNvSpPr/>
          <p:nvPr/>
        </p:nvSpPr>
        <p:spPr>
          <a:xfrm>
            <a:off x="16232779" y="2465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67804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67" name="Google Shape;2467;g3a1716757fe_0_505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67763, 67804, 68130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68" name="Google Shape;2468;g3a1716757fe_0_505"/>
          <p:cNvSpPr/>
          <p:nvPr/>
        </p:nvSpPr>
        <p:spPr>
          <a:xfrm>
            <a:off x="15677679" y="40483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69" name="Google Shape;2469;g3a1716757fe_0_505"/>
          <p:cNvSpPr/>
          <p:nvPr/>
        </p:nvSpPr>
        <p:spPr>
          <a:xfrm>
            <a:off x="15841079" y="4046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68130 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0" name="Google Shape;2470;g3a1716757fe_0_505"/>
          <p:cNvSpPr/>
          <p:nvPr/>
        </p:nvSpPr>
        <p:spPr>
          <a:xfrm>
            <a:off x="16094366" y="4046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67286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1" name="Google Shape;2471;g3a1716757fe_0_505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68547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2" name="Google Shape;2472;g3a1716757fe_0_505"/>
          <p:cNvSpPr/>
          <p:nvPr/>
        </p:nvSpPr>
        <p:spPr>
          <a:xfrm>
            <a:off x="15771841" y="5623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68547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3" name="Google Shape;2473;g3a1716757fe_0_505"/>
          <p:cNvSpPr/>
          <p:nvPr/>
        </p:nvSpPr>
        <p:spPr>
          <a:xfrm>
            <a:off x="15967716" y="5604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br>
              <a:rPr lang="en-GB">
                <a:latin typeface="Consolas"/>
                <a:ea typeface="Consolas"/>
                <a:cs typeface="Consolas"/>
                <a:sym typeface="Consolas"/>
              </a:rPr>
            </a:br>
            <a:br>
              <a:rPr lang="en-GB">
                <a:latin typeface="Consolas"/>
                <a:ea typeface="Consolas"/>
                <a:cs typeface="Consolas"/>
                <a:sym typeface="Consolas"/>
              </a:rPr>
            </a:b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67775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4" name="Google Shape;2474;g3a1716757fe_0_505"/>
          <p:cNvSpPr/>
          <p:nvPr/>
        </p:nvSpPr>
        <p:spPr>
          <a:xfrm>
            <a:off x="16149204" y="56227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br>
              <a:rPr lang="en-GB">
                <a:latin typeface="Consolas"/>
                <a:ea typeface="Consolas"/>
                <a:cs typeface="Consolas"/>
                <a:sym typeface="Consolas"/>
              </a:rPr>
            </a:b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5" name="Google Shape;2475;g3a1716757fe_0_505"/>
          <p:cNvSpPr/>
          <p:nvPr/>
        </p:nvSpPr>
        <p:spPr>
          <a:xfrm>
            <a:off x="15652391" y="5632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68547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6" name="Google Shape;2476;g3a1716757fe_0_505"/>
          <p:cNvSpPr/>
          <p:nvPr/>
        </p:nvSpPr>
        <p:spPr>
          <a:xfrm>
            <a:off x="15848266" y="5613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br>
              <a:rPr lang="en-GB">
                <a:latin typeface="Consolas"/>
                <a:ea typeface="Consolas"/>
                <a:cs typeface="Consolas"/>
                <a:sym typeface="Consolas"/>
              </a:rPr>
            </a:br>
            <a:br>
              <a:rPr lang="en-GB">
                <a:latin typeface="Consolas"/>
                <a:ea typeface="Consolas"/>
                <a:cs typeface="Consolas"/>
                <a:sym typeface="Consolas"/>
              </a:rPr>
            </a:b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67775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7" name="Google Shape;2477;g3a1716757fe_0_505"/>
          <p:cNvSpPr/>
          <p:nvPr/>
        </p:nvSpPr>
        <p:spPr>
          <a:xfrm>
            <a:off x="16149204" y="56227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br>
              <a:rPr lang="en-GB">
                <a:latin typeface="Consolas"/>
                <a:ea typeface="Consolas"/>
                <a:cs typeface="Consolas"/>
                <a:sym typeface="Consolas"/>
              </a:rPr>
            </a:b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8" name="Google Shape;2478;g3a1716757fe_0_505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67804, 68547, 67763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9" name="Google Shape;2479;g3a1716757fe_0_505"/>
          <p:cNvSpPr/>
          <p:nvPr/>
        </p:nvSpPr>
        <p:spPr>
          <a:xfrm>
            <a:off x="15708704" y="7199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67286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80" name="Google Shape;2480;g3a1716757fe_0_505"/>
          <p:cNvSpPr/>
          <p:nvPr/>
        </p:nvSpPr>
        <p:spPr>
          <a:xfrm>
            <a:off x="15849929" y="71988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67775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81" name="Google Shape;2481;g3a1716757fe_0_505"/>
          <p:cNvSpPr/>
          <p:nvPr/>
        </p:nvSpPr>
        <p:spPr>
          <a:xfrm>
            <a:off x="16063404" y="7199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67286, 67763, 67775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82" name="Google Shape;2482;g3a1716757fe_0_505"/>
          <p:cNvSpPr/>
          <p:nvPr/>
        </p:nvSpPr>
        <p:spPr>
          <a:xfrm>
            <a:off x="16234104" y="7217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67775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83" name="Google Shape;2483;g3a1716757fe_0_505"/>
          <p:cNvSpPr/>
          <p:nvPr/>
        </p:nvSpPr>
        <p:spPr>
          <a:xfrm>
            <a:off x="16510191" y="72178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67286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84" name="Google Shape;2484;g3a1716757fe_0_505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67763, 67775, 67804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85" name="Google Shape;2485;g3a1716757fe_0_505"/>
          <p:cNvSpPr/>
          <p:nvPr/>
        </p:nvSpPr>
        <p:spPr>
          <a:xfrm>
            <a:off x="15568854" y="8765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67804, 67286, 68130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86" name="Google Shape;2486;g3a1716757fe_0_505"/>
          <p:cNvSpPr/>
          <p:nvPr/>
        </p:nvSpPr>
        <p:spPr>
          <a:xfrm>
            <a:off x="15771841" y="8765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67804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87" name="Google Shape;2487;g3a1716757fe_0_505"/>
          <p:cNvSpPr/>
          <p:nvPr/>
        </p:nvSpPr>
        <p:spPr>
          <a:xfrm>
            <a:off x="15967729" y="8765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88" name="Google Shape;2488;g3a1716757fe_0_505"/>
          <p:cNvSpPr/>
          <p:nvPr/>
        </p:nvSpPr>
        <p:spPr>
          <a:xfrm>
            <a:off x="16234091" y="8765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92" name="Shape 2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93" name="Google Shape;2493;g3a1716757fe_0_60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94" name="Google Shape;2494;g3a1716757fe_0_60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95" name="Google Shape;2495;g3a1716757fe_0_60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6" name="Google Shape;2496;g3a1716757fe_0_60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7" name="Google Shape;2497;g3a1716757fe_0_60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8" name="Google Shape;2498;g3a1716757fe_0_60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9" name="Google Shape;2499;g3a1716757fe_0_60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00" name="Google Shape;2500;g3a1716757fe_0_60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01" name="Google Shape;2501;g3a1716757fe_0_60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02" name="Google Shape;2502;g3a1716757fe_0_60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03" name="Google Shape;2503;g3a1716757fe_0_60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04" name="Google Shape;2504;g3a1716757fe_0_60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05" name="Google Shape;2505;g3a1716757fe_0_60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06" name="Google Shape;2506;g3a1716757fe_0_60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07" name="Google Shape;2507;g3a1716757fe_0_60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508" name="Google Shape;2508;g3a1716757fe_0_60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09" name="Google Shape;2509;g3a1716757fe_0_60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10" name="Google Shape;2510;g3a1716757fe_0_60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11" name="Google Shape;2511;g3a1716757fe_0_60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12" name="Google Shape;2512;g3a1716757fe_0_60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13" name="Google Shape;2513;g3a1716757fe_0_60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14" name="Google Shape;2514;g3a1716757fe_0_604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15" name="Google Shape;2515;g3a1716757fe_0_604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16" name="Google Shape;2516;g3a1716757fe_0_604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17" name="Google Shape;2517;g3a1716757fe_0_604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18" name="Google Shape;2518;g3a1716757fe_0_604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19" name="Google Shape;2519;g3a1716757fe_0_604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20" name="Google Shape;2520;g3a1716757fe_0_604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21" name="Google Shape;2521;g3a1716757fe_0_604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22" name="Google Shape;2522;g3a1716757fe_0_604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23" name="Google Shape;2523;g3a1716757fe_0_604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24" name="Google Shape;2524;g3a1716757fe_0_604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25" name="Google Shape;2525;g3a1716757fe_0_604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26" name="Google Shape;2526;g3a1716757fe_0_604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27" name="Google Shape;2527;g3a1716757fe_0_604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28" name="Google Shape;2528;g3a1716757fe_0_604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29" name="Google Shape;2529;g3a1716757fe_0_604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30" name="Google Shape;2530;g3a1716757fe_0_604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31" name="Google Shape;2531;g3a1716757fe_0_604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32" name="Google Shape;2532;g3a1716757fe_0_604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33" name="Google Shape;2533;g3a1716757fe_0_604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34" name="Google Shape;2534;g3a1716757fe_0_604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35" name="Google Shape;2535;g3a1716757fe_0_604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36" name="Google Shape;2536;g3a1716757fe_0_604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37" name="Google Shape;2537;g3a1716757fe_0_604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38" name="Google Shape;2538;g3a1716757fe_0_604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539" name="Google Shape;2539;g3a1716757fe_0_604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540" name="Google Shape;2540;g3a1716757fe_0_604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541" name="Google Shape;2541;g3a1716757fe_0_604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42" name="Google Shape;2542;g3a1716757fe_0_604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543" name="Google Shape;2543;g3a1716757fe_0_604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44" name="Google Shape;2544;g3a1716757fe_0_604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545" name="Google Shape;2545;g3a1716757fe_0_604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46" name="Google Shape;2546;g3a1716757fe_0_604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547" name="Google Shape;2547;g3a1716757fe_0_604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548" name="Google Shape;2548;g3a1716757fe_0_604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549" name="Google Shape;2549;g3a1716757fe_0_604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50" name="Google Shape;2550;g3a1716757fe_0_604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551" name="Google Shape;2551;g3a1716757fe_0_604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552" name="Google Shape;2552;g3a1716757fe_0_604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553" name="Google Shape;2553;g3a1716757fe_0_604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554" name="Google Shape;2554;g3a1716757fe_0_604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555" name="Google Shape;2555;g3a1716757fe_0_604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556" name="Google Shape;2556;g3a1716757fe_0_604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557" name="Google Shape;2557;g3a1716757fe_0_604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58" name="Google Shape;2558;g3a1716757fe_0_604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559" name="Google Shape;2559;g3a1716757fe_0_604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560" name="Google Shape;2560;g3a1716757fe_0_604"/>
          <p:cNvSpPr/>
          <p:nvPr/>
        </p:nvSpPr>
        <p:spPr>
          <a:xfrm>
            <a:off x="19386566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561" name="Google Shape;2561;g3a1716757fe_0_604"/>
          <p:cNvSpPr/>
          <p:nvPr/>
        </p:nvSpPr>
        <p:spPr>
          <a:xfrm>
            <a:off x="1961067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562" name="Google Shape;2562;g3a1716757fe_0_604"/>
          <p:cNvSpPr/>
          <p:nvPr/>
        </p:nvSpPr>
        <p:spPr>
          <a:xfrm>
            <a:off x="15449729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67763, 67775, 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63" name="Google Shape;2563;g3a1716757fe_0_604"/>
          <p:cNvSpPr/>
          <p:nvPr/>
        </p:nvSpPr>
        <p:spPr>
          <a:xfrm>
            <a:off x="15593016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68547, 67804, 68130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64" name="Google Shape;2564;g3a1716757fe_0_604"/>
          <p:cNvSpPr/>
          <p:nvPr/>
        </p:nvSpPr>
        <p:spPr>
          <a:xfrm>
            <a:off x="15824854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67775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65" name="Google Shape;2565;g3a1716757fe_0_604"/>
          <p:cNvSpPr/>
          <p:nvPr/>
        </p:nvSpPr>
        <p:spPr>
          <a:xfrm>
            <a:off x="15981229" y="8847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68547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66" name="Google Shape;2566;g3a1716757fe_0_604"/>
          <p:cNvSpPr/>
          <p:nvPr/>
        </p:nvSpPr>
        <p:spPr>
          <a:xfrm>
            <a:off x="16232766" y="90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67" name="Google Shape;2567;g3a1716757fe_0_604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6775, 67286, 68130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68" name="Google Shape;2568;g3a1716757fe_0_604"/>
          <p:cNvSpPr/>
          <p:nvPr/>
        </p:nvSpPr>
        <p:spPr>
          <a:xfrm>
            <a:off x="15680891" y="2471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67775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69" name="Google Shape;2569;g3a1716757fe_0_604"/>
          <p:cNvSpPr/>
          <p:nvPr/>
        </p:nvSpPr>
        <p:spPr>
          <a:xfrm>
            <a:off x="15970816" y="24926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67804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0" name="Google Shape;2570;g3a1716757fe_0_604"/>
          <p:cNvSpPr/>
          <p:nvPr/>
        </p:nvSpPr>
        <p:spPr>
          <a:xfrm>
            <a:off x="16232779" y="2465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67804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1" name="Google Shape;2571;g3a1716757fe_0_604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67763, 67804, 68130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2" name="Google Shape;2572;g3a1716757fe_0_604"/>
          <p:cNvSpPr/>
          <p:nvPr/>
        </p:nvSpPr>
        <p:spPr>
          <a:xfrm>
            <a:off x="15677679" y="40483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3" name="Google Shape;2573;g3a1716757fe_0_604"/>
          <p:cNvSpPr/>
          <p:nvPr/>
        </p:nvSpPr>
        <p:spPr>
          <a:xfrm>
            <a:off x="15841079" y="4046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68130 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4" name="Google Shape;2574;g3a1716757fe_0_604"/>
          <p:cNvSpPr/>
          <p:nvPr/>
        </p:nvSpPr>
        <p:spPr>
          <a:xfrm>
            <a:off x="16094366" y="4046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67286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5" name="Google Shape;2575;g3a1716757fe_0_604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68547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6" name="Google Shape;2576;g3a1716757fe_0_604"/>
          <p:cNvSpPr/>
          <p:nvPr/>
        </p:nvSpPr>
        <p:spPr>
          <a:xfrm>
            <a:off x="15771841" y="5623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68547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7" name="Google Shape;2577;g3a1716757fe_0_604"/>
          <p:cNvSpPr/>
          <p:nvPr/>
        </p:nvSpPr>
        <p:spPr>
          <a:xfrm>
            <a:off x="15967716" y="5604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br>
              <a:rPr lang="en-GB">
                <a:latin typeface="Consolas"/>
                <a:ea typeface="Consolas"/>
                <a:cs typeface="Consolas"/>
                <a:sym typeface="Consolas"/>
              </a:rPr>
            </a:br>
            <a:br>
              <a:rPr lang="en-GB">
                <a:latin typeface="Consolas"/>
                <a:ea typeface="Consolas"/>
                <a:cs typeface="Consolas"/>
                <a:sym typeface="Consolas"/>
              </a:rPr>
            </a:b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67775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8" name="Google Shape;2578;g3a1716757fe_0_604"/>
          <p:cNvSpPr/>
          <p:nvPr/>
        </p:nvSpPr>
        <p:spPr>
          <a:xfrm>
            <a:off x="16149204" y="56227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br>
              <a:rPr lang="en-GB">
                <a:latin typeface="Consolas"/>
                <a:ea typeface="Consolas"/>
                <a:cs typeface="Consolas"/>
                <a:sym typeface="Consolas"/>
              </a:rPr>
            </a:b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9" name="Google Shape;2579;g3a1716757fe_0_604"/>
          <p:cNvSpPr/>
          <p:nvPr/>
        </p:nvSpPr>
        <p:spPr>
          <a:xfrm>
            <a:off x="15652391" y="5632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68547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80" name="Google Shape;2580;g3a1716757fe_0_604"/>
          <p:cNvSpPr/>
          <p:nvPr/>
        </p:nvSpPr>
        <p:spPr>
          <a:xfrm>
            <a:off x="15848266" y="5613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br>
              <a:rPr lang="en-GB">
                <a:latin typeface="Consolas"/>
                <a:ea typeface="Consolas"/>
                <a:cs typeface="Consolas"/>
                <a:sym typeface="Consolas"/>
              </a:rPr>
            </a:br>
            <a:br>
              <a:rPr lang="en-GB">
                <a:latin typeface="Consolas"/>
                <a:ea typeface="Consolas"/>
                <a:cs typeface="Consolas"/>
                <a:sym typeface="Consolas"/>
              </a:rPr>
            </a:b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67775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81" name="Google Shape;2581;g3a1716757fe_0_604"/>
          <p:cNvSpPr/>
          <p:nvPr/>
        </p:nvSpPr>
        <p:spPr>
          <a:xfrm>
            <a:off x="16149204" y="56227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br>
              <a:rPr lang="en-GB">
                <a:latin typeface="Consolas"/>
                <a:ea typeface="Consolas"/>
                <a:cs typeface="Consolas"/>
                <a:sym typeface="Consolas"/>
              </a:rPr>
            </a:b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82" name="Google Shape;2582;g3a1716757fe_0_604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67804, 68547, 67763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83" name="Google Shape;2583;g3a1716757fe_0_604"/>
          <p:cNvSpPr/>
          <p:nvPr/>
        </p:nvSpPr>
        <p:spPr>
          <a:xfrm>
            <a:off x="15708704" y="7199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67286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84" name="Google Shape;2584;g3a1716757fe_0_604"/>
          <p:cNvSpPr/>
          <p:nvPr/>
        </p:nvSpPr>
        <p:spPr>
          <a:xfrm>
            <a:off x="15849929" y="71988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67775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85" name="Google Shape;2585;g3a1716757fe_0_604"/>
          <p:cNvSpPr/>
          <p:nvPr/>
        </p:nvSpPr>
        <p:spPr>
          <a:xfrm>
            <a:off x="16063404" y="7199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67286, 67763, 67775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86" name="Google Shape;2586;g3a1716757fe_0_604"/>
          <p:cNvSpPr/>
          <p:nvPr/>
        </p:nvSpPr>
        <p:spPr>
          <a:xfrm>
            <a:off x="16358766" y="7203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67286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87" name="Google Shape;2587;g3a1716757fe_0_604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67763, 67775, 67804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88" name="Google Shape;2588;g3a1716757fe_0_604"/>
          <p:cNvSpPr/>
          <p:nvPr/>
        </p:nvSpPr>
        <p:spPr>
          <a:xfrm>
            <a:off x="15568854" y="8765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67804, 67286, 68130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89" name="Google Shape;2589;g3a1716757fe_0_604"/>
          <p:cNvSpPr/>
          <p:nvPr/>
        </p:nvSpPr>
        <p:spPr>
          <a:xfrm>
            <a:off x="15771841" y="8765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67804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0" name="Google Shape;2590;g3a1716757fe_0_604"/>
          <p:cNvSpPr/>
          <p:nvPr/>
        </p:nvSpPr>
        <p:spPr>
          <a:xfrm>
            <a:off x="15967729" y="8765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1" name="Google Shape;2591;g3a1716757fe_0_604"/>
          <p:cNvSpPr/>
          <p:nvPr/>
        </p:nvSpPr>
        <p:spPr>
          <a:xfrm>
            <a:off x="16234091" y="8765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5" name="Shape 2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96" name="Google Shape;2596;g3a27631f3e4_0_9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97" name="Google Shape;2597;g3a27631f3e4_0_9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98" name="Google Shape;2598;g3a27631f3e4_0_9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9" name="Google Shape;2599;g3a27631f3e4_0_9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00" name="Google Shape;2600;g3a27631f3e4_0_9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01" name="Google Shape;2601;g3a27631f3e4_0_9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02" name="Google Shape;2602;g3a27631f3e4_0_9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03" name="Google Shape;2603;g3a27631f3e4_0_9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04" name="Google Shape;2604;g3a27631f3e4_0_9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05" name="Google Shape;2605;g3a27631f3e4_0_9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06" name="Google Shape;2606;g3a27631f3e4_0_9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07" name="Google Shape;2607;g3a27631f3e4_0_9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08" name="Google Shape;2608;g3a27631f3e4_0_9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09" name="Google Shape;2609;g3a27631f3e4_0_9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10" name="Google Shape;2610;g3a27631f3e4_0_9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611" name="Google Shape;2611;g3a27631f3e4_0_9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12" name="Google Shape;2612;g3a27631f3e4_0_9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13" name="Google Shape;2613;g3a27631f3e4_0_9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14" name="Google Shape;2614;g3a27631f3e4_0_9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15" name="Google Shape;2615;g3a27631f3e4_0_9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16" name="Google Shape;2616;g3a27631f3e4_0_9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17" name="Google Shape;2617;g3a27631f3e4_0_99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18" name="Google Shape;2618;g3a27631f3e4_0_99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19" name="Google Shape;2619;g3a27631f3e4_0_99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20" name="Google Shape;2620;g3a27631f3e4_0_99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21" name="Google Shape;2621;g3a27631f3e4_0_99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22" name="Google Shape;2622;g3a27631f3e4_0_99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23" name="Google Shape;2623;g3a27631f3e4_0_99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24" name="Google Shape;2624;g3a27631f3e4_0_99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25" name="Google Shape;2625;g3a27631f3e4_0_99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26" name="Google Shape;2626;g3a27631f3e4_0_99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27" name="Google Shape;2627;g3a27631f3e4_0_99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28" name="Google Shape;2628;g3a27631f3e4_0_99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29" name="Google Shape;2629;g3a27631f3e4_0_99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30" name="Google Shape;2630;g3a27631f3e4_0_99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31" name="Google Shape;2631;g3a27631f3e4_0_99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32" name="Google Shape;2632;g3a27631f3e4_0_99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33" name="Google Shape;2633;g3a27631f3e4_0_99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34" name="Google Shape;2634;g3a27631f3e4_0_99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35" name="Google Shape;2635;g3a27631f3e4_0_99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36" name="Google Shape;2636;g3a27631f3e4_0_99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37" name="Google Shape;2637;g3a27631f3e4_0_99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38" name="Google Shape;2638;g3a27631f3e4_0_99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39" name="Google Shape;2639;g3a27631f3e4_0_99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40" name="Google Shape;2640;g3a27631f3e4_0_99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41" name="Google Shape;2641;g3a27631f3e4_0_99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642" name="Google Shape;2642;g3a27631f3e4_0_99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43" name="Google Shape;2643;g3a27631f3e4_0_99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644" name="Google Shape;2644;g3a27631f3e4_0_99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45" name="Google Shape;2645;g3a27631f3e4_0_99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646" name="Google Shape;2646;g3a27631f3e4_0_99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47" name="Google Shape;2647;g3a27631f3e4_0_99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648" name="Google Shape;2648;g3a27631f3e4_0_99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649" name="Google Shape;2649;g3a27631f3e4_0_99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650" name="Google Shape;2650;g3a27631f3e4_0_99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51" name="Google Shape;2651;g3a27631f3e4_0_99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652" name="Google Shape;2652;g3a27631f3e4_0_99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653" name="Google Shape;2653;g3a27631f3e4_0_99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654" name="Google Shape;2654;g3a27631f3e4_0_99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655" name="Google Shape;2655;g3a27631f3e4_0_99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656" name="Google Shape;2656;g3a27631f3e4_0_99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657" name="Google Shape;2657;g3a27631f3e4_0_99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658" name="Google Shape;2658;g3a27631f3e4_0_99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59" name="Google Shape;2659;g3a27631f3e4_0_99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660" name="Google Shape;2660;g3a27631f3e4_0_99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661" name="Google Shape;2661;g3a27631f3e4_0_99"/>
          <p:cNvSpPr/>
          <p:nvPr/>
        </p:nvSpPr>
        <p:spPr>
          <a:xfrm>
            <a:off x="19386566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662" name="Google Shape;2662;g3a27631f3e4_0_99"/>
          <p:cNvSpPr/>
          <p:nvPr/>
        </p:nvSpPr>
        <p:spPr>
          <a:xfrm>
            <a:off x="1961067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663" name="Google Shape;2663;g3a27631f3e4_0_99"/>
          <p:cNvSpPr/>
          <p:nvPr/>
        </p:nvSpPr>
        <p:spPr>
          <a:xfrm>
            <a:off x="15449729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67763, 67775, 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4" name="Google Shape;2664;g3a27631f3e4_0_99"/>
          <p:cNvSpPr/>
          <p:nvPr/>
        </p:nvSpPr>
        <p:spPr>
          <a:xfrm>
            <a:off x="15593016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68547, 67804, 68130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5" name="Google Shape;2665;g3a27631f3e4_0_99"/>
          <p:cNvSpPr/>
          <p:nvPr/>
        </p:nvSpPr>
        <p:spPr>
          <a:xfrm>
            <a:off x="15824854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67775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6" name="Google Shape;2666;g3a27631f3e4_0_99"/>
          <p:cNvSpPr/>
          <p:nvPr/>
        </p:nvSpPr>
        <p:spPr>
          <a:xfrm>
            <a:off x="15981229" y="8847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68547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7" name="Google Shape;2667;g3a27631f3e4_0_99"/>
          <p:cNvSpPr/>
          <p:nvPr/>
        </p:nvSpPr>
        <p:spPr>
          <a:xfrm>
            <a:off x="16232766" y="90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8" name="Google Shape;2668;g3a27631f3e4_0_99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6775, 67286, 68130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9" name="Google Shape;2669;g3a27631f3e4_0_99"/>
          <p:cNvSpPr/>
          <p:nvPr/>
        </p:nvSpPr>
        <p:spPr>
          <a:xfrm>
            <a:off x="15680891" y="2471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67775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70" name="Google Shape;2670;g3a27631f3e4_0_99"/>
          <p:cNvSpPr/>
          <p:nvPr/>
        </p:nvSpPr>
        <p:spPr>
          <a:xfrm>
            <a:off x="15970816" y="24926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67804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71" name="Google Shape;2671;g3a27631f3e4_0_99"/>
          <p:cNvSpPr/>
          <p:nvPr/>
        </p:nvSpPr>
        <p:spPr>
          <a:xfrm>
            <a:off x="16232779" y="2465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67804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72" name="Google Shape;2672;g3a27631f3e4_0_99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67763, 67804, 68130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73" name="Google Shape;2673;g3a27631f3e4_0_99"/>
          <p:cNvSpPr/>
          <p:nvPr/>
        </p:nvSpPr>
        <p:spPr>
          <a:xfrm>
            <a:off x="15677679" y="40483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74" name="Google Shape;2674;g3a27631f3e4_0_99"/>
          <p:cNvSpPr/>
          <p:nvPr/>
        </p:nvSpPr>
        <p:spPr>
          <a:xfrm>
            <a:off x="15841079" y="4046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68130 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75" name="Google Shape;2675;g3a27631f3e4_0_99"/>
          <p:cNvSpPr/>
          <p:nvPr/>
        </p:nvSpPr>
        <p:spPr>
          <a:xfrm>
            <a:off x="16094366" y="4046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67286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76" name="Google Shape;2676;g3a27631f3e4_0_99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68547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77" name="Google Shape;2677;g3a27631f3e4_0_99"/>
          <p:cNvSpPr/>
          <p:nvPr/>
        </p:nvSpPr>
        <p:spPr>
          <a:xfrm>
            <a:off x="15771841" y="5623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68547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78" name="Google Shape;2678;g3a27631f3e4_0_99"/>
          <p:cNvSpPr/>
          <p:nvPr/>
        </p:nvSpPr>
        <p:spPr>
          <a:xfrm>
            <a:off x="15967716" y="5604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br>
              <a:rPr lang="en-GB">
                <a:latin typeface="Consolas"/>
                <a:ea typeface="Consolas"/>
                <a:cs typeface="Consolas"/>
                <a:sym typeface="Consolas"/>
              </a:rPr>
            </a:br>
            <a:br>
              <a:rPr lang="en-GB">
                <a:latin typeface="Consolas"/>
                <a:ea typeface="Consolas"/>
                <a:cs typeface="Consolas"/>
                <a:sym typeface="Consolas"/>
              </a:rPr>
            </a:b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67775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79" name="Google Shape;2679;g3a27631f3e4_0_99"/>
          <p:cNvSpPr/>
          <p:nvPr/>
        </p:nvSpPr>
        <p:spPr>
          <a:xfrm>
            <a:off x="16149204" y="56227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br>
              <a:rPr lang="en-GB">
                <a:latin typeface="Consolas"/>
                <a:ea typeface="Consolas"/>
                <a:cs typeface="Consolas"/>
                <a:sym typeface="Consolas"/>
              </a:rPr>
            </a:b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80" name="Google Shape;2680;g3a27631f3e4_0_99"/>
          <p:cNvSpPr/>
          <p:nvPr/>
        </p:nvSpPr>
        <p:spPr>
          <a:xfrm>
            <a:off x="15652391" y="5632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68547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81" name="Google Shape;2681;g3a27631f3e4_0_99"/>
          <p:cNvSpPr/>
          <p:nvPr/>
        </p:nvSpPr>
        <p:spPr>
          <a:xfrm>
            <a:off x="15848266" y="5613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br>
              <a:rPr lang="en-GB">
                <a:latin typeface="Consolas"/>
                <a:ea typeface="Consolas"/>
                <a:cs typeface="Consolas"/>
                <a:sym typeface="Consolas"/>
              </a:rPr>
            </a:br>
            <a:br>
              <a:rPr lang="en-GB">
                <a:latin typeface="Consolas"/>
                <a:ea typeface="Consolas"/>
                <a:cs typeface="Consolas"/>
                <a:sym typeface="Consolas"/>
              </a:rPr>
            </a:b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67775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82" name="Google Shape;2682;g3a27631f3e4_0_99"/>
          <p:cNvSpPr/>
          <p:nvPr/>
        </p:nvSpPr>
        <p:spPr>
          <a:xfrm>
            <a:off x="16149204" y="56227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br>
              <a:rPr lang="en-GB">
                <a:latin typeface="Consolas"/>
                <a:ea typeface="Consolas"/>
                <a:cs typeface="Consolas"/>
                <a:sym typeface="Consolas"/>
              </a:rPr>
            </a:b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83" name="Google Shape;2683;g3a27631f3e4_0_99"/>
          <p:cNvSpPr/>
          <p:nvPr/>
        </p:nvSpPr>
        <p:spPr>
          <a:xfrm>
            <a:off x="15465666" y="72033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67804, 68547, 67763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84" name="Google Shape;2684;g3a27631f3e4_0_99"/>
          <p:cNvSpPr/>
          <p:nvPr/>
        </p:nvSpPr>
        <p:spPr>
          <a:xfrm>
            <a:off x="15606679" y="7203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67286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85" name="Google Shape;2685;g3a27631f3e4_0_99"/>
          <p:cNvSpPr/>
          <p:nvPr/>
        </p:nvSpPr>
        <p:spPr>
          <a:xfrm>
            <a:off x="15817604" y="7203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67775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86" name="Google Shape;2686;g3a27631f3e4_0_99"/>
          <p:cNvSpPr/>
          <p:nvPr/>
        </p:nvSpPr>
        <p:spPr>
          <a:xfrm>
            <a:off x="16019954" y="7203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67286, 67763, 67775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87" name="Google Shape;2687;g3a27631f3e4_0_99"/>
          <p:cNvSpPr/>
          <p:nvPr/>
        </p:nvSpPr>
        <p:spPr>
          <a:xfrm>
            <a:off x="16230879" y="7203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67286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88" name="Google Shape;2688;g3a27631f3e4_0_99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67763, 67775, 67804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89" name="Google Shape;2689;g3a27631f3e4_0_99"/>
          <p:cNvSpPr/>
          <p:nvPr/>
        </p:nvSpPr>
        <p:spPr>
          <a:xfrm>
            <a:off x="15568854" y="8765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67804, 67286, 68130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90" name="Google Shape;2690;g3a27631f3e4_0_99"/>
          <p:cNvSpPr/>
          <p:nvPr/>
        </p:nvSpPr>
        <p:spPr>
          <a:xfrm>
            <a:off x="15771841" y="8765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67804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91" name="Google Shape;2691;g3a27631f3e4_0_99"/>
          <p:cNvSpPr/>
          <p:nvPr/>
        </p:nvSpPr>
        <p:spPr>
          <a:xfrm>
            <a:off x="15967729" y="8765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92" name="Google Shape;2692;g3a27631f3e4_0_99"/>
          <p:cNvSpPr/>
          <p:nvPr/>
        </p:nvSpPr>
        <p:spPr>
          <a:xfrm>
            <a:off x="160199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93" name="Google Shape;2693;g3a27631f3e4_0_99"/>
          <p:cNvSpPr/>
          <p:nvPr/>
        </p:nvSpPr>
        <p:spPr>
          <a:xfrm>
            <a:off x="16232779" y="8783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67286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94" name="Google Shape;2694;g3a27631f3e4_0_99"/>
          <p:cNvSpPr/>
          <p:nvPr/>
        </p:nvSpPr>
        <p:spPr>
          <a:xfrm>
            <a:off x="16549366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67804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98" name="Shape 2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99" name="Google Shape;2699;g3a27631f3e4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00" name="Google Shape;2700;g3a27631f3e4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01" name="Google Shape;2701;g3a27631f3e4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02" name="Google Shape;2702;g3a27631f3e4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03" name="Google Shape;2703;g3a27631f3e4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04" name="Google Shape;2704;g3a27631f3e4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05" name="Google Shape;2705;g3a27631f3e4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06" name="Google Shape;2706;g3a27631f3e4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07" name="Google Shape;2707;g3a27631f3e4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08" name="Google Shape;2708;g3a27631f3e4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09" name="Google Shape;2709;g3a27631f3e4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10" name="Google Shape;2710;g3a27631f3e4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11" name="Google Shape;2711;g3a27631f3e4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12" name="Google Shape;2712;g3a27631f3e4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13" name="Google Shape;2713;g3a27631f3e4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714" name="Google Shape;2714;g3a27631f3e4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15" name="Google Shape;2715;g3a27631f3e4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16" name="Google Shape;2716;g3a27631f3e4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17" name="Google Shape;2717;g3a27631f3e4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18" name="Google Shape;2718;g3a27631f3e4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19" name="Google Shape;2719;g3a27631f3e4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20" name="Google Shape;2720;g3a27631f3e4_0_0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721" name="Google Shape;2721;g3a27631f3e4_0_0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722" name="Google Shape;2722;g3a27631f3e4_0_0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723" name="Google Shape;2723;g3a27631f3e4_0_0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724" name="Google Shape;2724;g3a27631f3e4_0_0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725" name="Google Shape;2725;g3a27631f3e4_0_0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726" name="Google Shape;2726;g3a27631f3e4_0_0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727" name="Google Shape;2727;g3a27631f3e4_0_0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728" name="Google Shape;2728;g3a27631f3e4_0_0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729" name="Google Shape;2729;g3a27631f3e4_0_0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730" name="Google Shape;2730;g3a27631f3e4_0_0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731" name="Google Shape;2731;g3a27631f3e4_0_0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732" name="Google Shape;2732;g3a27631f3e4_0_0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733" name="Google Shape;2733;g3a27631f3e4_0_0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734" name="Google Shape;2734;g3a27631f3e4_0_0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735" name="Google Shape;2735;g3a27631f3e4_0_0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736" name="Google Shape;2736;g3a27631f3e4_0_0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737" name="Google Shape;2737;g3a27631f3e4_0_0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738" name="Google Shape;2738;g3a27631f3e4_0_0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739" name="Google Shape;2739;g3a27631f3e4_0_0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740" name="Google Shape;2740;g3a27631f3e4_0_0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741" name="Google Shape;2741;g3a27631f3e4_0_0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742" name="Google Shape;2742;g3a27631f3e4_0_0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743" name="Google Shape;2743;g3a27631f3e4_0_0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744" name="Google Shape;2744;g3a27631f3e4_0_0"/>
          <p:cNvSpPr/>
          <p:nvPr/>
        </p:nvSpPr>
        <p:spPr>
          <a:xfrm>
            <a:off x="180092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745" name="Google Shape;2745;g3a27631f3e4_0_0"/>
          <p:cNvSpPr/>
          <p:nvPr/>
        </p:nvSpPr>
        <p:spPr>
          <a:xfrm>
            <a:off x="18276679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46" name="Google Shape;2746;g3a27631f3e4_0_0"/>
          <p:cNvSpPr/>
          <p:nvPr/>
        </p:nvSpPr>
        <p:spPr>
          <a:xfrm>
            <a:off x="17964454" y="2602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747" name="Google Shape;2747;g3a27631f3e4_0_0"/>
          <p:cNvSpPr/>
          <p:nvPr/>
        </p:nvSpPr>
        <p:spPr>
          <a:xfrm>
            <a:off x="18327729" y="2602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48" name="Google Shape;2748;g3a27631f3e4_0_0"/>
          <p:cNvSpPr/>
          <p:nvPr/>
        </p:nvSpPr>
        <p:spPr>
          <a:xfrm>
            <a:off x="17964454" y="4217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749" name="Google Shape;2749;g3a27631f3e4_0_0"/>
          <p:cNvSpPr/>
          <p:nvPr/>
        </p:nvSpPr>
        <p:spPr>
          <a:xfrm>
            <a:off x="18282929" y="41880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50" name="Google Shape;2750;g3a27631f3e4_0_0"/>
          <p:cNvSpPr/>
          <p:nvPr/>
        </p:nvSpPr>
        <p:spPr>
          <a:xfrm>
            <a:off x="18283454" y="5729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751" name="Google Shape;2751;g3a27631f3e4_0_0"/>
          <p:cNvSpPr/>
          <p:nvPr/>
        </p:nvSpPr>
        <p:spPr>
          <a:xfrm>
            <a:off x="18454566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752" name="Google Shape;2752;g3a27631f3e4_0_0"/>
          <p:cNvSpPr/>
          <p:nvPr/>
        </p:nvSpPr>
        <p:spPr>
          <a:xfrm>
            <a:off x="17920641" y="8771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753" name="Google Shape;2753;g3a27631f3e4_0_0"/>
          <p:cNvSpPr/>
          <p:nvPr/>
        </p:nvSpPr>
        <p:spPr>
          <a:xfrm>
            <a:off x="18494341" y="5729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54" name="Google Shape;2754;g3a27631f3e4_0_0"/>
          <p:cNvSpPr/>
          <p:nvPr/>
        </p:nvSpPr>
        <p:spPr>
          <a:xfrm>
            <a:off x="18199566" y="72306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755" name="Google Shape;2755;g3a27631f3e4_0_0"/>
          <p:cNvSpPr/>
          <p:nvPr/>
        </p:nvSpPr>
        <p:spPr>
          <a:xfrm>
            <a:off x="18557466" y="4188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756" name="Google Shape;2756;g3a27631f3e4_0_0"/>
          <p:cNvSpPr/>
          <p:nvPr/>
        </p:nvSpPr>
        <p:spPr>
          <a:xfrm>
            <a:off x="18602829" y="2628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757" name="Google Shape;2757;g3a27631f3e4_0_0"/>
          <p:cNvSpPr/>
          <p:nvPr/>
        </p:nvSpPr>
        <p:spPr>
          <a:xfrm>
            <a:off x="18728029" y="5729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758" name="Google Shape;2758;g3a27631f3e4_0_0"/>
          <p:cNvSpPr/>
          <p:nvPr/>
        </p:nvSpPr>
        <p:spPr>
          <a:xfrm>
            <a:off x="18916216" y="5729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759" name="Google Shape;2759;g3a27631f3e4_0_0"/>
          <p:cNvSpPr/>
          <p:nvPr/>
        </p:nvSpPr>
        <p:spPr>
          <a:xfrm>
            <a:off x="18708304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760" name="Google Shape;2760;g3a27631f3e4_0_0"/>
          <p:cNvSpPr/>
          <p:nvPr/>
        </p:nvSpPr>
        <p:spPr>
          <a:xfrm>
            <a:off x="18885254" y="4200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761" name="Google Shape;2761;g3a27631f3e4_0_0"/>
          <p:cNvSpPr/>
          <p:nvPr/>
        </p:nvSpPr>
        <p:spPr>
          <a:xfrm>
            <a:off x="18885241" y="2628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2" name="Google Shape;2762;g3a27631f3e4_0_0"/>
          <p:cNvSpPr/>
          <p:nvPr/>
        </p:nvSpPr>
        <p:spPr>
          <a:xfrm>
            <a:off x="18406266" y="7230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763" name="Google Shape;2763;g3a27631f3e4_0_0"/>
          <p:cNvSpPr/>
          <p:nvPr/>
        </p:nvSpPr>
        <p:spPr>
          <a:xfrm>
            <a:off x="18166466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764" name="Google Shape;2764;g3a27631f3e4_0_0"/>
          <p:cNvSpPr/>
          <p:nvPr/>
        </p:nvSpPr>
        <p:spPr>
          <a:xfrm>
            <a:off x="18930054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765" name="Google Shape;2765;g3a27631f3e4_0_0"/>
          <p:cNvSpPr/>
          <p:nvPr/>
        </p:nvSpPr>
        <p:spPr>
          <a:xfrm>
            <a:off x="19128341" y="2628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766" name="Google Shape;2766;g3a27631f3e4_0_0"/>
          <p:cNvSpPr/>
          <p:nvPr/>
        </p:nvSpPr>
        <p:spPr>
          <a:xfrm>
            <a:off x="19140329" y="5761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767" name="Google Shape;2767;g3a27631f3e4_0_0"/>
          <p:cNvSpPr/>
          <p:nvPr/>
        </p:nvSpPr>
        <p:spPr>
          <a:xfrm>
            <a:off x="18639804" y="7230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768" name="Google Shape;2768;g3a27631f3e4_0_0"/>
          <p:cNvSpPr/>
          <p:nvPr/>
        </p:nvSpPr>
        <p:spPr>
          <a:xfrm>
            <a:off x="18863916" y="7230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769" name="Google Shape;2769;g3a27631f3e4_0_0"/>
          <p:cNvSpPr/>
          <p:nvPr/>
        </p:nvSpPr>
        <p:spPr>
          <a:xfrm>
            <a:off x="19126516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770" name="Google Shape;2770;g3a27631f3e4_0_0"/>
          <p:cNvSpPr/>
          <p:nvPr/>
        </p:nvSpPr>
        <p:spPr>
          <a:xfrm>
            <a:off x="19307666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771" name="Google Shape;2771;g3a27631f3e4_0_0"/>
          <p:cNvSpPr/>
          <p:nvPr/>
        </p:nvSpPr>
        <p:spPr>
          <a:xfrm>
            <a:off x="19539179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772" name="Google Shape;2772;g3a27631f3e4_0_0"/>
          <p:cNvSpPr/>
          <p:nvPr/>
        </p:nvSpPr>
        <p:spPr>
          <a:xfrm>
            <a:off x="19812291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73" name="Google Shape;2773;g3a27631f3e4_0_0"/>
          <p:cNvSpPr/>
          <p:nvPr/>
        </p:nvSpPr>
        <p:spPr>
          <a:xfrm>
            <a:off x="19424816" y="5761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774" name="Google Shape;2774;g3a27631f3e4_0_0"/>
          <p:cNvSpPr/>
          <p:nvPr/>
        </p:nvSpPr>
        <p:spPr>
          <a:xfrm>
            <a:off x="19723891" y="5761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775" name="Google Shape;2775;g3a27631f3e4_0_0"/>
          <p:cNvSpPr/>
          <p:nvPr/>
        </p:nvSpPr>
        <p:spPr>
          <a:xfrm>
            <a:off x="15205766" y="5622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76" name="Google Shape;2776;g3a27631f3e4_0_0"/>
          <p:cNvSpPr/>
          <p:nvPr/>
        </p:nvSpPr>
        <p:spPr>
          <a:xfrm>
            <a:off x="19348479" y="264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777" name="Google Shape;2777;g3a27631f3e4_0_0"/>
          <p:cNvSpPr/>
          <p:nvPr/>
        </p:nvSpPr>
        <p:spPr>
          <a:xfrm>
            <a:off x="19533491" y="2628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778" name="Google Shape;2778;g3a27631f3e4_0_0"/>
          <p:cNvSpPr/>
          <p:nvPr/>
        </p:nvSpPr>
        <p:spPr>
          <a:xfrm>
            <a:off x="19792504" y="2628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2779" name="Google Shape;2779;g3a27631f3e4_0_0"/>
          <p:cNvSpPr/>
          <p:nvPr/>
        </p:nvSpPr>
        <p:spPr>
          <a:xfrm>
            <a:off x="19128354" y="4187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780" name="Google Shape;2780;g3a27631f3e4_0_0"/>
          <p:cNvSpPr/>
          <p:nvPr/>
        </p:nvSpPr>
        <p:spPr>
          <a:xfrm>
            <a:off x="19332029" y="4187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781" name="Google Shape;2781;g3a27631f3e4_0_0"/>
          <p:cNvSpPr/>
          <p:nvPr/>
        </p:nvSpPr>
        <p:spPr>
          <a:xfrm>
            <a:off x="19641579" y="4187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782" name="Google Shape;2782;g3a27631f3e4_0_0"/>
          <p:cNvSpPr/>
          <p:nvPr/>
        </p:nvSpPr>
        <p:spPr>
          <a:xfrm>
            <a:off x="19812291" y="4185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83" name="Google Shape;2783;g3a27631f3e4_0_0"/>
          <p:cNvSpPr/>
          <p:nvPr/>
        </p:nvSpPr>
        <p:spPr>
          <a:xfrm>
            <a:off x="19065541" y="7238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784" name="Google Shape;2784;g3a27631f3e4_0_0"/>
          <p:cNvSpPr/>
          <p:nvPr/>
        </p:nvSpPr>
        <p:spPr>
          <a:xfrm>
            <a:off x="19400341" y="7254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85" name="Google Shape;2785;g3a27631f3e4_0_0"/>
          <p:cNvSpPr/>
          <p:nvPr/>
        </p:nvSpPr>
        <p:spPr>
          <a:xfrm>
            <a:off x="19668479" y="7258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86" name="Google Shape;2786;g3a27631f3e4_0_0"/>
          <p:cNvSpPr/>
          <p:nvPr/>
        </p:nvSpPr>
        <p:spPr>
          <a:xfrm>
            <a:off x="19907516" y="7258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787" name="Google Shape;2787;g3a27631f3e4_0_0"/>
          <p:cNvSpPr/>
          <p:nvPr/>
        </p:nvSpPr>
        <p:spPr>
          <a:xfrm>
            <a:off x="15205779" y="7198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788" name="Google Shape;2788;g3a27631f3e4_0_0"/>
          <p:cNvSpPr/>
          <p:nvPr/>
        </p:nvSpPr>
        <p:spPr>
          <a:xfrm>
            <a:off x="18403754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789" name="Google Shape;2789;g3a27631f3e4_0_0"/>
          <p:cNvSpPr/>
          <p:nvPr/>
        </p:nvSpPr>
        <p:spPr>
          <a:xfrm>
            <a:off x="18702829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790" name="Google Shape;2790;g3a27631f3e4_0_0"/>
          <p:cNvSpPr/>
          <p:nvPr/>
        </p:nvSpPr>
        <p:spPr>
          <a:xfrm>
            <a:off x="19023254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791" name="Google Shape;2791;g3a27631f3e4_0_0"/>
          <p:cNvSpPr/>
          <p:nvPr/>
        </p:nvSpPr>
        <p:spPr>
          <a:xfrm>
            <a:off x="19289216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792" name="Google Shape;2792;g3a27631f3e4_0_0"/>
          <p:cNvSpPr/>
          <p:nvPr/>
        </p:nvSpPr>
        <p:spPr>
          <a:xfrm>
            <a:off x="19663054" y="8754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93" name="Google Shape;2793;g3a27631f3e4_0_0"/>
          <p:cNvSpPr/>
          <p:nvPr/>
        </p:nvSpPr>
        <p:spPr>
          <a:xfrm>
            <a:off x="19945141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94" name="Google Shape;2794;g3a27631f3e4_0_0"/>
          <p:cNvSpPr/>
          <p:nvPr/>
        </p:nvSpPr>
        <p:spPr>
          <a:xfrm>
            <a:off x="20210454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98" name="Shape 27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99" name="Google Shape;2799;g3700fe3197f_0_0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00" name="Google Shape;2800;g3700fe3197f_0_0"/>
          <p:cNvSpPr/>
          <p:nvPr/>
        </p:nvSpPr>
        <p:spPr>
          <a:xfrm>
            <a:off x="814250" y="3300663"/>
            <a:ext cx="19938980" cy="4203324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04" name="Shape 2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05" name="Google Shape;2805;g3700fe3197f_0_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06" name="Google Shape;2806;g3700fe3197f_0_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07" name="Google Shape;2807;g3700fe3197f_0_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08" name="Google Shape;2808;g3700fe3197f_0_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09" name="Google Shape;2809;g3700fe3197f_0_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0" name="Google Shape;2810;g3700fe3197f_0_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1" name="Google Shape;2811;g3700fe3197f_0_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2" name="Google Shape;2812;g3700fe3197f_0_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3" name="Google Shape;2813;g3700fe3197f_0_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4" name="Google Shape;2814;g3700fe3197f_0_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5" name="Google Shape;2815;g3700fe3197f_0_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6" name="Google Shape;2816;g3700fe3197f_0_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7" name="Google Shape;2817;g3700fe3197f_0_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8" name="Google Shape;2818;g3700fe3197f_0_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9" name="Google Shape;2819;g3700fe3197f_0_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820" name="Google Shape;2820;g3700fe3197f_0_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21" name="Google Shape;2821;g3700fe3197f_0_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22" name="Google Shape;2822;g3700fe3197f_0_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23" name="Google Shape;2823;g3700fe3197f_0_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24" name="Google Shape;2824;g3700fe3197f_0_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25" name="Google Shape;2825;g3700fe3197f_0_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26" name="Google Shape;2826;g3700fe3197f_0_5"/>
          <p:cNvSpPr/>
          <p:nvPr/>
        </p:nvSpPr>
        <p:spPr>
          <a:xfrm>
            <a:off x="329288" y="703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27" name="Google Shape;2827;g3700fe3197f_0_5"/>
          <p:cNvSpPr/>
          <p:nvPr/>
        </p:nvSpPr>
        <p:spPr>
          <a:xfrm>
            <a:off x="329288" y="18695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28" name="Google Shape;2828;g3700fe3197f_0_5"/>
          <p:cNvSpPr/>
          <p:nvPr/>
        </p:nvSpPr>
        <p:spPr>
          <a:xfrm>
            <a:off x="112850" y="5018302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2829" name="Google Shape;2829;g3700fe3197f_0_5"/>
          <p:cNvSpPr/>
          <p:nvPr/>
        </p:nvSpPr>
        <p:spPr>
          <a:xfrm>
            <a:off x="112850" y="61855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2830" name="Google Shape;2830;g3700fe3197f_0_5"/>
          <p:cNvSpPr/>
          <p:nvPr/>
        </p:nvSpPr>
        <p:spPr>
          <a:xfrm>
            <a:off x="112850" y="726416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1" name="Google Shape;2831;g3700fe3197f_0_5"/>
          <p:cNvSpPr/>
          <p:nvPr/>
        </p:nvSpPr>
        <p:spPr>
          <a:xfrm>
            <a:off x="112850" y="848895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endParaRPr/>
          </a:p>
        </p:txBody>
      </p:sp>
      <p:sp>
        <p:nvSpPr>
          <p:cNvPr id="2832" name="Google Shape;2832;g3700fe3197f_0_5"/>
          <p:cNvSpPr/>
          <p:nvPr/>
        </p:nvSpPr>
        <p:spPr>
          <a:xfrm>
            <a:off x="210950" y="3201950"/>
            <a:ext cx="23235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33" name="Google Shape;2833;g3700fe3197f_0_5"/>
          <p:cNvSpPr/>
          <p:nvPr/>
        </p:nvSpPr>
        <p:spPr>
          <a:xfrm>
            <a:off x="112838" y="9297138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2834" name="Google Shape;2834;g3700fe3197f_0_5"/>
          <p:cNvSpPr/>
          <p:nvPr/>
        </p:nvSpPr>
        <p:spPr>
          <a:xfrm>
            <a:off x="112850" y="9978900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US2 (Leaks).</a:t>
            </a:r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8" name="Shape 28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39" name="Google Shape;2839;g3700fe3197f_0_10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40" name="Google Shape;2840;g3700fe3197f_0_10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41" name="Google Shape;2841;g3700fe3197f_0_10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42" name="Google Shape;2842;g3700fe3197f_0_10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43" name="Google Shape;2843;g3700fe3197f_0_10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44" name="Google Shape;2844;g3700fe3197f_0_10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45" name="Google Shape;2845;g3700fe3197f_0_10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46" name="Google Shape;2846;g3700fe3197f_0_10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47" name="Google Shape;2847;g3700fe3197f_0_10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48" name="Google Shape;2848;g3700fe3197f_0_10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49" name="Google Shape;2849;g3700fe3197f_0_10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50" name="Google Shape;2850;g3700fe3197f_0_10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51" name="Google Shape;2851;g3700fe3197f_0_10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52" name="Google Shape;2852;g3700fe3197f_0_10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53" name="Google Shape;2853;g3700fe3197f_0_10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854" name="Google Shape;2854;g3700fe3197f_0_10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55" name="Google Shape;2855;g3700fe3197f_0_10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56" name="Google Shape;2856;g3700fe3197f_0_10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57" name="Google Shape;2857;g3700fe3197f_0_10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58" name="Google Shape;2858;g3700fe3197f_0_10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59" name="Google Shape;2859;g3700fe3197f_0_10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60" name="Google Shape;2860;g3700fe3197f_0_104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61" name="Google Shape;2861;g3700fe3197f_0_104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62" name="Google Shape;2862;g3700fe3197f_0_104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63" name="Google Shape;2863;g3700fe3197f_0_104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64" name="Google Shape;2864;g3700fe3197f_0_104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65" name="Google Shape;2865;g3700fe3197f_0_104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66" name="Google Shape;2866;g3700fe3197f_0_104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67" name="Google Shape;2867;g3700fe3197f_0_104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68" name="Google Shape;2868;g3700fe3197f_0_104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69" name="Google Shape;2869;g3700fe3197f_0_104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70" name="Google Shape;2870;g3700fe3197f_0_104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71" name="Google Shape;2871;g3700fe3197f_0_104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72" name="Google Shape;2872;g3700fe3197f_0_104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73" name="Google Shape;2873;g3700fe3197f_0_104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74" name="Google Shape;2874;g3700fe3197f_0_104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75" name="Google Shape;2875;g3700fe3197f_0_104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76" name="Google Shape;2876;g3700fe3197f_0_104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77" name="Google Shape;2877;g3700fe3197f_0_104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78" name="Google Shape;2878;g3700fe3197f_0_104"/>
          <p:cNvSpPr/>
          <p:nvPr/>
        </p:nvSpPr>
        <p:spPr>
          <a:xfrm>
            <a:off x="9460100" y="58386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2879" name="Google Shape;2879;g3700fe3197f_0_104"/>
          <p:cNvSpPr/>
          <p:nvPr/>
        </p:nvSpPr>
        <p:spPr>
          <a:xfrm>
            <a:off x="9460100" y="91157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2880" name="Google Shape;2880;g3700fe3197f_0_104"/>
          <p:cNvSpPr/>
          <p:nvPr/>
        </p:nvSpPr>
        <p:spPr>
          <a:xfrm>
            <a:off x="12296825" y="26868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81" name="Google Shape;2881;g3700fe3197f_0_104"/>
          <p:cNvSpPr/>
          <p:nvPr/>
        </p:nvSpPr>
        <p:spPr>
          <a:xfrm>
            <a:off x="13012700" y="26869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endParaRPr/>
          </a:p>
        </p:txBody>
      </p:sp>
      <p:sp>
        <p:nvSpPr>
          <p:cNvPr id="2882" name="Google Shape;2882;g3700fe3197f_0_104"/>
          <p:cNvSpPr/>
          <p:nvPr/>
        </p:nvSpPr>
        <p:spPr>
          <a:xfrm>
            <a:off x="9356625" y="7038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83" name="Google Shape;2883;g3700fe3197f_0_104"/>
          <p:cNvSpPr/>
          <p:nvPr/>
        </p:nvSpPr>
        <p:spPr>
          <a:xfrm>
            <a:off x="9460100" y="4316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84" name="Google Shape;2884;g3700fe3197f_0_104"/>
          <p:cNvSpPr/>
          <p:nvPr/>
        </p:nvSpPr>
        <p:spPr>
          <a:xfrm>
            <a:off x="12531588" y="4442738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2885" name="Google Shape;2885;g3700fe3197f_0_104"/>
          <p:cNvSpPr/>
          <p:nvPr/>
        </p:nvSpPr>
        <p:spPr>
          <a:xfrm>
            <a:off x="9876250" y="590131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86" name="Google Shape;2886;g3700fe3197f_0_104"/>
          <p:cNvSpPr/>
          <p:nvPr/>
        </p:nvSpPr>
        <p:spPr>
          <a:xfrm>
            <a:off x="9460100" y="73606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87" name="Google Shape;2887;g3700fe3197f_0_104"/>
          <p:cNvSpPr/>
          <p:nvPr/>
        </p:nvSpPr>
        <p:spPr>
          <a:xfrm>
            <a:off x="9876250" y="9115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88" name="Google Shape;2888;g3700fe3197f_0_104"/>
          <p:cNvSpPr/>
          <p:nvPr/>
        </p:nvSpPr>
        <p:spPr>
          <a:xfrm>
            <a:off x="9463150" y="2942750"/>
            <a:ext cx="27366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endParaRPr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92" name="Shape 28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93" name="Google Shape;2893;g3a2d1a72bb1_0_25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94" name="Google Shape;2894;g3a2d1a72bb1_0_25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95" name="Google Shape;2895;g3a2d1a72bb1_0_25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96" name="Google Shape;2896;g3a2d1a72bb1_0_25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97" name="Google Shape;2897;g3a2d1a72bb1_0_25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98" name="Google Shape;2898;g3a2d1a72bb1_0_25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99" name="Google Shape;2899;g3a2d1a72bb1_0_25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00" name="Google Shape;2900;g3a2d1a72bb1_0_25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01" name="Google Shape;2901;g3a2d1a72bb1_0_25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02" name="Google Shape;2902;g3a2d1a72bb1_0_25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03" name="Google Shape;2903;g3a2d1a72bb1_0_25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04" name="Google Shape;2904;g3a2d1a72bb1_0_25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05" name="Google Shape;2905;g3a2d1a72bb1_0_25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06" name="Google Shape;2906;g3a2d1a72bb1_0_25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07" name="Google Shape;2907;g3a2d1a72bb1_0_25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908" name="Google Shape;2908;g3a2d1a72bb1_0_25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09" name="Google Shape;2909;g3a2d1a72bb1_0_25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10" name="Google Shape;2910;g3a2d1a72bb1_0_25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11" name="Google Shape;2911;g3a2d1a72bb1_0_25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12" name="Google Shape;2912;g3a2d1a72bb1_0_25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13" name="Google Shape;2913;g3a2d1a72bb1_0_25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14" name="Google Shape;2914;g3a2d1a72bb1_0_250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15" name="Google Shape;2915;g3a2d1a72bb1_0_250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16" name="Google Shape;2916;g3a2d1a72bb1_0_250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17" name="Google Shape;2917;g3a2d1a72bb1_0_250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18" name="Google Shape;2918;g3a2d1a72bb1_0_250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19" name="Google Shape;2919;g3a2d1a72bb1_0_250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20" name="Google Shape;2920;g3a2d1a72bb1_0_250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21" name="Google Shape;2921;g3a2d1a72bb1_0_250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22" name="Google Shape;2922;g3a2d1a72bb1_0_250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23" name="Google Shape;2923;g3a2d1a72bb1_0_250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24" name="Google Shape;2924;g3a2d1a72bb1_0_250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25" name="Google Shape;2925;g3a2d1a72bb1_0_250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26" name="Google Shape;2926;g3a2d1a72bb1_0_250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27" name="Google Shape;2927;g3a2d1a72bb1_0_250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28" name="Google Shape;2928;g3a2d1a72bb1_0_250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29" name="Google Shape;2929;g3a2d1a72bb1_0_250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30" name="Google Shape;2930;g3a2d1a72bb1_0_250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31" name="Google Shape;2931;g3a2d1a72bb1_0_250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32" name="Google Shape;2932;g3a2d1a72bb1_0_250"/>
          <p:cNvSpPr/>
          <p:nvPr/>
        </p:nvSpPr>
        <p:spPr>
          <a:xfrm>
            <a:off x="9460100" y="58386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2933" name="Google Shape;2933;g3a2d1a72bb1_0_250"/>
          <p:cNvSpPr/>
          <p:nvPr/>
        </p:nvSpPr>
        <p:spPr>
          <a:xfrm>
            <a:off x="9460100" y="91157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2934" name="Google Shape;2934;g3a2d1a72bb1_0_250"/>
          <p:cNvSpPr/>
          <p:nvPr/>
        </p:nvSpPr>
        <p:spPr>
          <a:xfrm>
            <a:off x="12296825" y="26868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35" name="Google Shape;2935;g3a2d1a72bb1_0_250"/>
          <p:cNvSpPr/>
          <p:nvPr/>
        </p:nvSpPr>
        <p:spPr>
          <a:xfrm>
            <a:off x="15477950" y="27932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/>
              <a:t>Review: 68130, 67286</a:t>
            </a:r>
            <a:endParaRPr/>
          </a:p>
        </p:txBody>
      </p:sp>
      <p:sp>
        <p:nvSpPr>
          <p:cNvPr id="2936" name="Google Shape;2936;g3a2d1a72bb1_0_250"/>
          <p:cNvSpPr/>
          <p:nvPr/>
        </p:nvSpPr>
        <p:spPr>
          <a:xfrm>
            <a:off x="9356625" y="7038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37" name="Google Shape;2937;g3a2d1a72bb1_0_250"/>
          <p:cNvSpPr/>
          <p:nvPr/>
        </p:nvSpPr>
        <p:spPr>
          <a:xfrm>
            <a:off x="9460100" y="4316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38" name="Google Shape;2938;g3a2d1a72bb1_0_250"/>
          <p:cNvSpPr/>
          <p:nvPr/>
        </p:nvSpPr>
        <p:spPr>
          <a:xfrm>
            <a:off x="12531588" y="4442738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2939" name="Google Shape;2939;g3a2d1a72bb1_0_250"/>
          <p:cNvSpPr/>
          <p:nvPr/>
        </p:nvSpPr>
        <p:spPr>
          <a:xfrm>
            <a:off x="9876250" y="590131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40" name="Google Shape;2940;g3a2d1a72bb1_0_250"/>
          <p:cNvSpPr/>
          <p:nvPr/>
        </p:nvSpPr>
        <p:spPr>
          <a:xfrm>
            <a:off x="9460100" y="73606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41" name="Google Shape;2941;g3a2d1a72bb1_0_250"/>
          <p:cNvSpPr/>
          <p:nvPr/>
        </p:nvSpPr>
        <p:spPr>
          <a:xfrm>
            <a:off x="9876250" y="9115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42" name="Google Shape;2942;g3a2d1a72bb1_0_250"/>
          <p:cNvSpPr/>
          <p:nvPr/>
        </p:nvSpPr>
        <p:spPr>
          <a:xfrm>
            <a:off x="12423150" y="3050725"/>
            <a:ext cx="27366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endParaRPr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46" name="Shape 29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47" name="Google Shape;2947;g390f6613fc7_2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48" name="Google Shape;2948;g390f6613fc7_2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49" name="Google Shape;2949;g390f6613fc7_2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50" name="Google Shape;2950;g390f6613fc7_2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51" name="Google Shape;2951;g390f6613fc7_2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52" name="Google Shape;2952;g390f6613fc7_2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53" name="Google Shape;2953;g390f6613fc7_2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54" name="Google Shape;2954;g390f6613fc7_2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55" name="Google Shape;2955;g390f6613fc7_2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56" name="Google Shape;2956;g390f6613fc7_2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57" name="Google Shape;2957;g390f6613fc7_2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58" name="Google Shape;2958;g390f6613fc7_2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59" name="Google Shape;2959;g390f6613fc7_2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60" name="Google Shape;2960;g390f6613fc7_2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61" name="Google Shape;2961;g390f6613fc7_2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962" name="Google Shape;2962;g390f6613fc7_2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63" name="Google Shape;2963;g390f6613fc7_2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64" name="Google Shape;2964;g390f6613fc7_2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65" name="Google Shape;2965;g390f6613fc7_2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66" name="Google Shape;2966;g390f6613fc7_2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67" name="Google Shape;2967;g390f6613fc7_2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68" name="Google Shape;2968;g390f6613fc7_2_0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69" name="Google Shape;2969;g390f6613fc7_2_0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70" name="Google Shape;2970;g390f6613fc7_2_0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71" name="Google Shape;2971;g390f6613fc7_2_0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72" name="Google Shape;2972;g390f6613fc7_2_0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73" name="Google Shape;2973;g390f6613fc7_2_0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74" name="Google Shape;2974;g390f6613fc7_2_0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75" name="Google Shape;2975;g390f6613fc7_2_0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76" name="Google Shape;2976;g390f6613fc7_2_0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77" name="Google Shape;2977;g390f6613fc7_2_0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78" name="Google Shape;2978;g390f6613fc7_2_0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79" name="Google Shape;2979;g390f6613fc7_2_0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80" name="Google Shape;2980;g390f6613fc7_2_0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81" name="Google Shape;2981;g390f6613fc7_2_0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82" name="Google Shape;2982;g390f6613fc7_2_0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83" name="Google Shape;2983;g390f6613fc7_2_0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84" name="Google Shape;2984;g390f6613fc7_2_0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85" name="Google Shape;2985;g390f6613fc7_2_0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86" name="Google Shape;2986;g390f6613fc7_2_0"/>
          <p:cNvSpPr/>
          <p:nvPr/>
        </p:nvSpPr>
        <p:spPr>
          <a:xfrm>
            <a:off x="9460100" y="58386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2987" name="Google Shape;2987;g390f6613fc7_2_0"/>
          <p:cNvSpPr/>
          <p:nvPr/>
        </p:nvSpPr>
        <p:spPr>
          <a:xfrm>
            <a:off x="9460100" y="91157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2988" name="Google Shape;2988;g390f6613fc7_2_0"/>
          <p:cNvSpPr/>
          <p:nvPr/>
        </p:nvSpPr>
        <p:spPr>
          <a:xfrm>
            <a:off x="12296825" y="26868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89" name="Google Shape;2989;g390f6613fc7_2_0"/>
          <p:cNvSpPr/>
          <p:nvPr/>
        </p:nvSpPr>
        <p:spPr>
          <a:xfrm>
            <a:off x="18614450" y="26869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2990" name="Google Shape;2990;g390f6613fc7_2_0"/>
          <p:cNvSpPr/>
          <p:nvPr/>
        </p:nvSpPr>
        <p:spPr>
          <a:xfrm>
            <a:off x="9356625" y="7038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91" name="Google Shape;2991;g390f6613fc7_2_0"/>
          <p:cNvSpPr/>
          <p:nvPr/>
        </p:nvSpPr>
        <p:spPr>
          <a:xfrm>
            <a:off x="9460100" y="4316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92" name="Google Shape;2992;g390f6613fc7_2_0"/>
          <p:cNvSpPr/>
          <p:nvPr/>
        </p:nvSpPr>
        <p:spPr>
          <a:xfrm>
            <a:off x="12531588" y="4442738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2993" name="Google Shape;2993;g390f6613fc7_2_0"/>
          <p:cNvSpPr/>
          <p:nvPr/>
        </p:nvSpPr>
        <p:spPr>
          <a:xfrm>
            <a:off x="9876250" y="590131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94" name="Google Shape;2994;g390f6613fc7_2_0"/>
          <p:cNvSpPr/>
          <p:nvPr/>
        </p:nvSpPr>
        <p:spPr>
          <a:xfrm>
            <a:off x="9460100" y="73606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95" name="Google Shape;2995;g390f6613fc7_2_0"/>
          <p:cNvSpPr/>
          <p:nvPr/>
        </p:nvSpPr>
        <p:spPr>
          <a:xfrm>
            <a:off x="9876250" y="9115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96" name="Google Shape;2996;g390f6613fc7_2_0"/>
          <p:cNvSpPr/>
          <p:nvPr/>
        </p:nvSpPr>
        <p:spPr>
          <a:xfrm>
            <a:off x="12423150" y="3050725"/>
            <a:ext cx="27366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endParaRPr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00" name="Shape 30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001" name="Google Shape;3001;g390f6613fc7_2_578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02" name="Google Shape;3002;g390f6613fc7_2_578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003" name="Google Shape;3003;g390f6613fc7_2_578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04" name="Google Shape;3004;g390f6613fc7_2_578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05" name="Google Shape;3005;g390f6613fc7_2_578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06" name="Google Shape;3006;g390f6613fc7_2_578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07" name="Google Shape;3007;g390f6613fc7_2_578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08" name="Google Shape;3008;g390f6613fc7_2_578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09" name="Google Shape;3009;g390f6613fc7_2_578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10" name="Google Shape;3010;g390f6613fc7_2_578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11" name="Google Shape;3011;g390f6613fc7_2_578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12" name="Google Shape;3012;g390f6613fc7_2_578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13" name="Google Shape;3013;g390f6613fc7_2_578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14" name="Google Shape;3014;g390f6613fc7_2_578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15" name="Google Shape;3015;g390f6613fc7_2_578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016" name="Google Shape;3016;g390f6613fc7_2_578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17" name="Google Shape;3017;g390f6613fc7_2_578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18" name="Google Shape;3018;g390f6613fc7_2_578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19" name="Google Shape;3019;g390f6613fc7_2_578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20" name="Google Shape;3020;g390f6613fc7_2_578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21" name="Google Shape;3021;g390f6613fc7_2_578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022" name="Google Shape;3022;g390f6613fc7_2_578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23" name="Google Shape;3023;g390f6613fc7_2_578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24" name="Google Shape;3024;g390f6613fc7_2_578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25" name="Google Shape;3025;g390f6613fc7_2_578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26" name="Google Shape;3026;g390f6613fc7_2_578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27" name="Google Shape;3027;g390f6613fc7_2_578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28" name="Google Shape;3028;g390f6613fc7_2_578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29" name="Google Shape;3029;g390f6613fc7_2_578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30" name="Google Shape;3030;g390f6613fc7_2_578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31" name="Google Shape;3031;g390f6613fc7_2_578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32" name="Google Shape;3032;g390f6613fc7_2_578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33" name="Google Shape;3033;g390f6613fc7_2_578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34" name="Google Shape;3034;g390f6613fc7_2_578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35" name="Google Shape;3035;g390f6613fc7_2_578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36" name="Google Shape;3036;g390f6613fc7_2_578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37" name="Google Shape;3037;g390f6613fc7_2_578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38" name="Google Shape;3038;g390f6613fc7_2_578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39" name="Google Shape;3039;g390f6613fc7_2_578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40" name="Google Shape;3040;g390f6613fc7_2_578"/>
          <p:cNvSpPr/>
          <p:nvPr/>
        </p:nvSpPr>
        <p:spPr>
          <a:xfrm>
            <a:off x="9460100" y="58386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3041" name="Google Shape;3041;g390f6613fc7_2_578"/>
          <p:cNvSpPr/>
          <p:nvPr/>
        </p:nvSpPr>
        <p:spPr>
          <a:xfrm>
            <a:off x="9460100" y="91157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3042" name="Google Shape;3042;g390f6613fc7_2_578"/>
          <p:cNvSpPr/>
          <p:nvPr/>
        </p:nvSpPr>
        <p:spPr>
          <a:xfrm>
            <a:off x="12296825" y="26868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43" name="Google Shape;3043;g390f6613fc7_2_578"/>
          <p:cNvSpPr/>
          <p:nvPr/>
        </p:nvSpPr>
        <p:spPr>
          <a:xfrm>
            <a:off x="18614450" y="26869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044" name="Google Shape;3044;g390f6613fc7_2_578"/>
          <p:cNvSpPr/>
          <p:nvPr/>
        </p:nvSpPr>
        <p:spPr>
          <a:xfrm>
            <a:off x="12328425" y="7038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45" name="Google Shape;3045;g390f6613fc7_2_578"/>
          <p:cNvSpPr/>
          <p:nvPr/>
        </p:nvSpPr>
        <p:spPr>
          <a:xfrm>
            <a:off x="12431900" y="4316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46" name="Google Shape;3046;g390f6613fc7_2_578"/>
          <p:cNvSpPr/>
          <p:nvPr/>
        </p:nvSpPr>
        <p:spPr>
          <a:xfrm>
            <a:off x="12531588" y="4442738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3047" name="Google Shape;3047;g390f6613fc7_2_578"/>
          <p:cNvSpPr/>
          <p:nvPr/>
        </p:nvSpPr>
        <p:spPr>
          <a:xfrm>
            <a:off x="12848050" y="590131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48" name="Google Shape;3048;g390f6613fc7_2_578"/>
          <p:cNvSpPr/>
          <p:nvPr/>
        </p:nvSpPr>
        <p:spPr>
          <a:xfrm>
            <a:off x="9460100" y="73606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49" name="Google Shape;3049;g390f6613fc7_2_578"/>
          <p:cNvSpPr/>
          <p:nvPr/>
        </p:nvSpPr>
        <p:spPr>
          <a:xfrm>
            <a:off x="9876250" y="9115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50" name="Google Shape;3050;g390f6613fc7_2_578"/>
          <p:cNvSpPr/>
          <p:nvPr/>
        </p:nvSpPr>
        <p:spPr>
          <a:xfrm>
            <a:off x="12423150" y="3050725"/>
            <a:ext cx="27366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endParaRPr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54" name="Shape 30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055" name="Google Shape;3055;g3a2d1a72bb1_0_303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56" name="Google Shape;3056;g3a2d1a72bb1_0_303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057" name="Google Shape;3057;g3a2d1a72bb1_0_303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58" name="Google Shape;3058;g3a2d1a72bb1_0_303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59" name="Google Shape;3059;g3a2d1a72bb1_0_303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60" name="Google Shape;3060;g3a2d1a72bb1_0_303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61" name="Google Shape;3061;g3a2d1a72bb1_0_303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62" name="Google Shape;3062;g3a2d1a72bb1_0_303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63" name="Google Shape;3063;g3a2d1a72bb1_0_303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64" name="Google Shape;3064;g3a2d1a72bb1_0_303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65" name="Google Shape;3065;g3a2d1a72bb1_0_303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66" name="Google Shape;3066;g3a2d1a72bb1_0_303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67" name="Google Shape;3067;g3a2d1a72bb1_0_303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68" name="Google Shape;3068;g3a2d1a72bb1_0_303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69" name="Google Shape;3069;g3a2d1a72bb1_0_303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070" name="Google Shape;3070;g3a2d1a72bb1_0_303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71" name="Google Shape;3071;g3a2d1a72bb1_0_303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72" name="Google Shape;3072;g3a2d1a72bb1_0_303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73" name="Google Shape;3073;g3a2d1a72bb1_0_303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74" name="Google Shape;3074;g3a2d1a72bb1_0_303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75" name="Google Shape;3075;g3a2d1a72bb1_0_303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076" name="Google Shape;3076;g3a2d1a72bb1_0_303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77" name="Google Shape;3077;g3a2d1a72bb1_0_303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78" name="Google Shape;3078;g3a2d1a72bb1_0_303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79" name="Google Shape;3079;g3a2d1a72bb1_0_303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80" name="Google Shape;3080;g3a2d1a72bb1_0_303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81" name="Google Shape;3081;g3a2d1a72bb1_0_303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82" name="Google Shape;3082;g3a2d1a72bb1_0_303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83" name="Google Shape;3083;g3a2d1a72bb1_0_303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84" name="Google Shape;3084;g3a2d1a72bb1_0_303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85" name="Google Shape;3085;g3a2d1a72bb1_0_303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86" name="Google Shape;3086;g3a2d1a72bb1_0_303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87" name="Google Shape;3087;g3a2d1a72bb1_0_303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88" name="Google Shape;3088;g3a2d1a72bb1_0_303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89" name="Google Shape;3089;g3a2d1a72bb1_0_303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90" name="Google Shape;3090;g3a2d1a72bb1_0_303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91" name="Google Shape;3091;g3a2d1a72bb1_0_303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92" name="Google Shape;3092;g3a2d1a72bb1_0_303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93" name="Google Shape;3093;g3a2d1a72bb1_0_303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94" name="Google Shape;3094;g3a2d1a72bb1_0_303"/>
          <p:cNvSpPr/>
          <p:nvPr/>
        </p:nvSpPr>
        <p:spPr>
          <a:xfrm>
            <a:off x="15495175" y="2686901"/>
            <a:ext cx="2519700" cy="13818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br>
              <a:rPr lang="en-GB"/>
            </a:br>
            <a:r>
              <a:rPr lang="en-GB"/>
              <a:t>Review: 68547</a:t>
            </a:r>
            <a:endParaRPr/>
          </a:p>
        </p:txBody>
      </p:sp>
      <p:sp>
        <p:nvSpPr>
          <p:cNvPr id="3095" name="Google Shape;3095;g3a2d1a72bb1_0_303"/>
          <p:cNvSpPr/>
          <p:nvPr/>
        </p:nvSpPr>
        <p:spPr>
          <a:xfrm>
            <a:off x="18614450" y="26869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096" name="Google Shape;3096;g3a2d1a72bb1_0_303"/>
          <p:cNvSpPr/>
          <p:nvPr/>
        </p:nvSpPr>
        <p:spPr>
          <a:xfrm>
            <a:off x="15932300" y="2613250"/>
            <a:ext cx="2736600" cy="10317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097" name="Google Shape;3097;g3a2d1a72bb1_0_303"/>
          <p:cNvSpPr/>
          <p:nvPr/>
        </p:nvSpPr>
        <p:spPr>
          <a:xfrm>
            <a:off x="15477950" y="75786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</a:t>
            </a:r>
            <a:br>
              <a:rPr lang="en-GB"/>
            </a:b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8" name="Google Shape;3098;g3a2d1a72bb1_0_303"/>
          <p:cNvSpPr/>
          <p:nvPr/>
        </p:nvSpPr>
        <p:spPr>
          <a:xfrm>
            <a:off x="15495175" y="4424725"/>
            <a:ext cx="2519700" cy="12786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Review: 67804</a:t>
            </a:r>
            <a:endParaRPr/>
          </a:p>
        </p:txBody>
      </p:sp>
      <p:sp>
        <p:nvSpPr>
          <p:cNvPr id="3099" name="Google Shape;3099;g3a2d1a72bb1_0_303"/>
          <p:cNvSpPr/>
          <p:nvPr/>
        </p:nvSpPr>
        <p:spPr>
          <a:xfrm>
            <a:off x="16040750" y="4442750"/>
            <a:ext cx="2519700" cy="957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br>
              <a:rPr lang="en-GB"/>
            </a:br>
            <a:r>
              <a:rPr lang="en-GB"/>
              <a:t>Review</a:t>
            </a:r>
            <a:r>
              <a:rPr lang="en-GB"/>
              <a:t>: 67763, 68130</a:t>
            </a:r>
            <a:endParaRPr/>
          </a:p>
        </p:txBody>
      </p:sp>
      <p:sp>
        <p:nvSpPr>
          <p:cNvPr id="3100" name="Google Shape;3100;g3a2d1a72bb1_0_303"/>
          <p:cNvSpPr/>
          <p:nvPr/>
        </p:nvSpPr>
        <p:spPr>
          <a:xfrm>
            <a:off x="15495175" y="5910650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01" name="Google Shape;3101;g3a2d1a72bb1_0_303"/>
          <p:cNvSpPr/>
          <p:nvPr/>
        </p:nvSpPr>
        <p:spPr>
          <a:xfrm>
            <a:off x="12369225" y="742401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02" name="Google Shape;3102;g3a2d1a72bb1_0_303"/>
          <p:cNvSpPr/>
          <p:nvPr/>
        </p:nvSpPr>
        <p:spPr>
          <a:xfrm>
            <a:off x="12395950" y="90866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03" name="Google Shape;3103;g3a2d1a72bb1_0_303"/>
          <p:cNvSpPr/>
          <p:nvPr/>
        </p:nvSpPr>
        <p:spPr>
          <a:xfrm>
            <a:off x="12642325" y="4280577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3104" name="Google Shape;3104;g3a2d1a72bb1_0_303"/>
          <p:cNvSpPr/>
          <p:nvPr/>
        </p:nvSpPr>
        <p:spPr>
          <a:xfrm>
            <a:off x="12730413" y="27424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08" name="Shape 3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109" name="Google Shape;3109;g390f6613fc7_2_53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110" name="Google Shape;3110;g390f6613fc7_2_53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111" name="Google Shape;3111;g390f6613fc7_2_53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12" name="Google Shape;3112;g390f6613fc7_2_53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13" name="Google Shape;3113;g390f6613fc7_2_53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14" name="Google Shape;3114;g390f6613fc7_2_53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15" name="Google Shape;3115;g390f6613fc7_2_53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16" name="Google Shape;3116;g390f6613fc7_2_53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17" name="Google Shape;3117;g390f6613fc7_2_53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18" name="Google Shape;3118;g390f6613fc7_2_53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19" name="Google Shape;3119;g390f6613fc7_2_53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20" name="Google Shape;3120;g390f6613fc7_2_53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21" name="Google Shape;3121;g390f6613fc7_2_53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22" name="Google Shape;3122;g390f6613fc7_2_53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23" name="Google Shape;3123;g390f6613fc7_2_53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124" name="Google Shape;3124;g390f6613fc7_2_53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125" name="Google Shape;3125;g390f6613fc7_2_53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126" name="Google Shape;3126;g390f6613fc7_2_53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127" name="Google Shape;3127;g390f6613fc7_2_53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128" name="Google Shape;3128;g390f6613fc7_2_53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129" name="Google Shape;3129;g390f6613fc7_2_53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130" name="Google Shape;3130;g390f6613fc7_2_53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31" name="Google Shape;3131;g390f6613fc7_2_53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32" name="Google Shape;3132;g390f6613fc7_2_53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33" name="Google Shape;3133;g390f6613fc7_2_53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34" name="Google Shape;3134;g390f6613fc7_2_53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35" name="Google Shape;3135;g390f6613fc7_2_53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36" name="Google Shape;3136;g390f6613fc7_2_53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37" name="Google Shape;3137;g390f6613fc7_2_53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38" name="Google Shape;3138;g390f6613fc7_2_53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39" name="Google Shape;3139;g390f6613fc7_2_53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40" name="Google Shape;3140;g390f6613fc7_2_53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41" name="Google Shape;3141;g390f6613fc7_2_53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42" name="Google Shape;3142;g390f6613fc7_2_53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43" name="Google Shape;3143;g390f6613fc7_2_53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44" name="Google Shape;3144;g390f6613fc7_2_53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45" name="Google Shape;3145;g390f6613fc7_2_53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46" name="Google Shape;3146;g390f6613fc7_2_53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47" name="Google Shape;3147;g390f6613fc7_2_53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48" name="Google Shape;3148;g390f6613fc7_2_53"/>
          <p:cNvSpPr/>
          <p:nvPr/>
        </p:nvSpPr>
        <p:spPr>
          <a:xfrm>
            <a:off x="15495175" y="2686901"/>
            <a:ext cx="2519700" cy="1380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149" name="Google Shape;3149;g390f6613fc7_2_53"/>
          <p:cNvSpPr/>
          <p:nvPr/>
        </p:nvSpPr>
        <p:spPr>
          <a:xfrm>
            <a:off x="18614450" y="26869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150" name="Google Shape;3150;g390f6613fc7_2_53"/>
          <p:cNvSpPr/>
          <p:nvPr/>
        </p:nvSpPr>
        <p:spPr>
          <a:xfrm>
            <a:off x="15932300" y="2613250"/>
            <a:ext cx="2736600" cy="104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151" name="Google Shape;3151;g390f6613fc7_2_53"/>
          <p:cNvSpPr/>
          <p:nvPr/>
        </p:nvSpPr>
        <p:spPr>
          <a:xfrm>
            <a:off x="18614450" y="8089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52" name="Google Shape;3152;g390f6613fc7_2_53"/>
          <p:cNvSpPr/>
          <p:nvPr/>
        </p:nvSpPr>
        <p:spPr>
          <a:xfrm>
            <a:off x="15495175" y="4424725"/>
            <a:ext cx="2519700" cy="1278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Review: 67804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53" name="Google Shape;3153;g390f6613fc7_2_53"/>
          <p:cNvSpPr/>
          <p:nvPr/>
        </p:nvSpPr>
        <p:spPr>
          <a:xfrm>
            <a:off x="16040750" y="4442754"/>
            <a:ext cx="2519700" cy="888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67763, 68130</a:t>
            </a:r>
            <a:endParaRPr/>
          </a:p>
        </p:txBody>
      </p:sp>
      <p:sp>
        <p:nvSpPr>
          <p:cNvPr id="3154" name="Google Shape;3154;g390f6613fc7_2_53"/>
          <p:cNvSpPr/>
          <p:nvPr/>
        </p:nvSpPr>
        <p:spPr>
          <a:xfrm>
            <a:off x="18614450" y="5894326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55" name="Google Shape;3155;g390f6613fc7_2_53"/>
          <p:cNvSpPr/>
          <p:nvPr/>
        </p:nvSpPr>
        <p:spPr>
          <a:xfrm>
            <a:off x="12369225" y="742401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56" name="Google Shape;3156;g390f6613fc7_2_53"/>
          <p:cNvSpPr/>
          <p:nvPr/>
        </p:nvSpPr>
        <p:spPr>
          <a:xfrm>
            <a:off x="12395950" y="90866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57" name="Google Shape;3157;g390f6613fc7_2_53"/>
          <p:cNvSpPr/>
          <p:nvPr/>
        </p:nvSpPr>
        <p:spPr>
          <a:xfrm>
            <a:off x="12642325" y="4280577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3158" name="Google Shape;3158;g390f6613fc7_2_53"/>
          <p:cNvSpPr/>
          <p:nvPr/>
        </p:nvSpPr>
        <p:spPr>
          <a:xfrm>
            <a:off x="12730413" y="27424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62" name="Shape 3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163" name="Google Shape;3163;g3a34e3416ec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164" name="Google Shape;3164;g3a34e3416ec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165" name="Google Shape;3165;g3a34e3416ec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66" name="Google Shape;3166;g3a34e3416ec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67" name="Google Shape;3167;g3a34e3416ec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68" name="Google Shape;3168;g3a34e3416ec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69" name="Google Shape;3169;g3a34e3416ec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70" name="Google Shape;3170;g3a34e3416ec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71" name="Google Shape;3171;g3a34e3416ec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72" name="Google Shape;3172;g3a34e3416ec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73" name="Google Shape;3173;g3a34e3416ec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74" name="Google Shape;3174;g3a34e3416ec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75" name="Google Shape;3175;g3a34e3416ec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76" name="Google Shape;3176;g3a34e3416ec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77" name="Google Shape;3177;g3a34e3416ec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178" name="Google Shape;3178;g3a34e3416ec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179" name="Google Shape;3179;g3a34e3416ec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180" name="Google Shape;3180;g3a34e3416ec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181" name="Google Shape;3181;g3a34e3416ec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182" name="Google Shape;3182;g3a34e3416ec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183" name="Google Shape;3183;g3a34e3416ec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184" name="Google Shape;3184;g3a34e3416ec_0_0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85" name="Google Shape;3185;g3a34e3416ec_0_0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86" name="Google Shape;3186;g3a34e3416ec_0_0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87" name="Google Shape;3187;g3a34e3416ec_0_0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88" name="Google Shape;3188;g3a34e3416ec_0_0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89" name="Google Shape;3189;g3a34e3416ec_0_0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90" name="Google Shape;3190;g3a34e3416ec_0_0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91" name="Google Shape;3191;g3a34e3416ec_0_0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92" name="Google Shape;3192;g3a34e3416ec_0_0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93" name="Google Shape;3193;g3a34e3416ec_0_0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94" name="Google Shape;3194;g3a34e3416ec_0_0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95" name="Google Shape;3195;g3a34e3416ec_0_0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96" name="Google Shape;3196;g3a34e3416ec_0_0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97" name="Google Shape;3197;g3a34e3416ec_0_0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98" name="Google Shape;3198;g3a34e3416ec_0_0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99" name="Google Shape;3199;g3a34e3416ec_0_0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200" name="Google Shape;3200;g3a34e3416ec_0_0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201" name="Google Shape;3201;g3a34e3416ec_0_0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202" name="Google Shape;3202;g3a34e3416ec_0_0"/>
          <p:cNvSpPr/>
          <p:nvPr/>
        </p:nvSpPr>
        <p:spPr>
          <a:xfrm>
            <a:off x="12369225" y="742401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3" name="Google Shape;3203;g3a34e3416ec_0_0"/>
          <p:cNvSpPr/>
          <p:nvPr/>
        </p:nvSpPr>
        <p:spPr>
          <a:xfrm>
            <a:off x="15477950" y="915356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4" name="Google Shape;3204;g3a34e3416ec_0_0"/>
          <p:cNvSpPr/>
          <p:nvPr/>
        </p:nvSpPr>
        <p:spPr>
          <a:xfrm>
            <a:off x="12642325" y="4280577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3205" name="Google Shape;3205;g3a34e3416ec_0_0"/>
          <p:cNvSpPr/>
          <p:nvPr/>
        </p:nvSpPr>
        <p:spPr>
          <a:xfrm>
            <a:off x="12730413" y="27424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3206" name="Google Shape;3206;g3a34e3416ec_0_0"/>
          <p:cNvSpPr/>
          <p:nvPr/>
        </p:nvSpPr>
        <p:spPr>
          <a:xfrm>
            <a:off x="112838" y="16260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3207" name="Google Shape;3207;g3a34e3416ec_0_0"/>
          <p:cNvSpPr/>
          <p:nvPr/>
        </p:nvSpPr>
        <p:spPr>
          <a:xfrm>
            <a:off x="112838" y="37972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endParaRPr/>
          </a:p>
        </p:txBody>
      </p:sp>
      <p:sp>
        <p:nvSpPr>
          <p:cNvPr id="3208" name="Google Shape;3208;g3a34e3416ec_0_0"/>
          <p:cNvSpPr/>
          <p:nvPr/>
        </p:nvSpPr>
        <p:spPr>
          <a:xfrm>
            <a:off x="15495175" y="2686901"/>
            <a:ext cx="2519700" cy="1380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209" name="Google Shape;3209;g3a34e3416ec_0_0"/>
          <p:cNvSpPr/>
          <p:nvPr/>
        </p:nvSpPr>
        <p:spPr>
          <a:xfrm>
            <a:off x="18614450" y="26869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210" name="Google Shape;3210;g3a34e3416ec_0_0"/>
          <p:cNvSpPr/>
          <p:nvPr/>
        </p:nvSpPr>
        <p:spPr>
          <a:xfrm>
            <a:off x="15932300" y="2613250"/>
            <a:ext cx="2736600" cy="104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211" name="Google Shape;3211;g3a34e3416ec_0_0"/>
          <p:cNvSpPr/>
          <p:nvPr/>
        </p:nvSpPr>
        <p:spPr>
          <a:xfrm>
            <a:off x="18614450" y="8089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12" name="Google Shape;3212;g3a34e3416ec_0_0"/>
          <p:cNvSpPr/>
          <p:nvPr/>
        </p:nvSpPr>
        <p:spPr>
          <a:xfrm>
            <a:off x="15495175" y="4424725"/>
            <a:ext cx="2519700" cy="1278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Review: 67804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13" name="Google Shape;3213;g3a34e3416ec_0_0"/>
          <p:cNvSpPr/>
          <p:nvPr/>
        </p:nvSpPr>
        <p:spPr>
          <a:xfrm>
            <a:off x="16040750" y="4442754"/>
            <a:ext cx="2519700" cy="888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67763, 68130</a:t>
            </a:r>
            <a:endParaRPr/>
          </a:p>
        </p:txBody>
      </p:sp>
      <p:sp>
        <p:nvSpPr>
          <p:cNvPr id="3214" name="Google Shape;3214;g3a34e3416ec_0_0"/>
          <p:cNvSpPr/>
          <p:nvPr/>
        </p:nvSpPr>
        <p:spPr>
          <a:xfrm>
            <a:off x="18614450" y="5894326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8" name="Shape 3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19" name="Google Shape;3219;g390f6613fc7_2_16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220" name="Google Shape;3220;g390f6613fc7_2_16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221" name="Google Shape;3221;g390f6613fc7_2_16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22" name="Google Shape;3222;g390f6613fc7_2_16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23" name="Google Shape;3223;g390f6613fc7_2_16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24" name="Google Shape;3224;g390f6613fc7_2_16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25" name="Google Shape;3225;g390f6613fc7_2_16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26" name="Google Shape;3226;g390f6613fc7_2_16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27" name="Google Shape;3227;g390f6613fc7_2_16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28" name="Google Shape;3228;g390f6613fc7_2_16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29" name="Google Shape;3229;g390f6613fc7_2_16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30" name="Google Shape;3230;g390f6613fc7_2_16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31" name="Google Shape;3231;g390f6613fc7_2_16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32" name="Google Shape;3232;g390f6613fc7_2_16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33" name="Google Shape;3233;g390f6613fc7_2_16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234" name="Google Shape;3234;g390f6613fc7_2_16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235" name="Google Shape;3235;g390f6613fc7_2_16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236" name="Google Shape;3236;g390f6613fc7_2_16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237" name="Google Shape;3237;g390f6613fc7_2_16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238" name="Google Shape;3238;g390f6613fc7_2_16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239" name="Google Shape;3239;g390f6613fc7_2_16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240" name="Google Shape;3240;g390f6613fc7_2_166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241" name="Google Shape;3241;g390f6613fc7_2_166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242" name="Google Shape;3242;g390f6613fc7_2_166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243" name="Google Shape;3243;g390f6613fc7_2_166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244" name="Google Shape;3244;g390f6613fc7_2_166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245" name="Google Shape;3245;g390f6613fc7_2_166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246" name="Google Shape;3246;g390f6613fc7_2_166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247" name="Google Shape;3247;g390f6613fc7_2_166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248" name="Google Shape;3248;g390f6613fc7_2_166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249" name="Google Shape;3249;g390f6613fc7_2_166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250" name="Google Shape;3250;g390f6613fc7_2_166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251" name="Google Shape;3251;g390f6613fc7_2_166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252" name="Google Shape;3252;g390f6613fc7_2_166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253" name="Google Shape;3253;g390f6613fc7_2_166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254" name="Google Shape;3254;g390f6613fc7_2_166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255" name="Google Shape;3255;g390f6613fc7_2_166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256" name="Google Shape;3256;g390f6613fc7_2_166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257" name="Google Shape;3257;g390f6613fc7_2_166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258" name="Google Shape;3258;g390f6613fc7_2_166"/>
          <p:cNvSpPr/>
          <p:nvPr/>
        </p:nvSpPr>
        <p:spPr>
          <a:xfrm>
            <a:off x="15477950" y="915356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59" name="Google Shape;3259;g390f6613fc7_2_166"/>
          <p:cNvSpPr/>
          <p:nvPr/>
        </p:nvSpPr>
        <p:spPr>
          <a:xfrm>
            <a:off x="12642325" y="4280577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3260" name="Google Shape;3260;g390f6613fc7_2_166"/>
          <p:cNvSpPr/>
          <p:nvPr/>
        </p:nvSpPr>
        <p:spPr>
          <a:xfrm>
            <a:off x="12730413" y="27424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3261" name="Google Shape;3261;g390f6613fc7_2_166"/>
          <p:cNvSpPr/>
          <p:nvPr/>
        </p:nvSpPr>
        <p:spPr>
          <a:xfrm>
            <a:off x="112838" y="16260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3262" name="Google Shape;3262;g390f6613fc7_2_166"/>
          <p:cNvSpPr/>
          <p:nvPr/>
        </p:nvSpPr>
        <p:spPr>
          <a:xfrm>
            <a:off x="112838" y="37972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endParaRPr/>
          </a:p>
        </p:txBody>
      </p:sp>
      <p:sp>
        <p:nvSpPr>
          <p:cNvPr id="3263" name="Google Shape;3263;g390f6613fc7_2_166"/>
          <p:cNvSpPr/>
          <p:nvPr/>
        </p:nvSpPr>
        <p:spPr>
          <a:xfrm>
            <a:off x="15495175" y="2686901"/>
            <a:ext cx="2519700" cy="1380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264" name="Google Shape;3264;g390f6613fc7_2_166"/>
          <p:cNvSpPr/>
          <p:nvPr/>
        </p:nvSpPr>
        <p:spPr>
          <a:xfrm>
            <a:off x="18614450" y="26869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265" name="Google Shape;3265;g390f6613fc7_2_166"/>
          <p:cNvSpPr/>
          <p:nvPr/>
        </p:nvSpPr>
        <p:spPr>
          <a:xfrm>
            <a:off x="15932300" y="2613250"/>
            <a:ext cx="2736600" cy="104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266" name="Google Shape;3266;g390f6613fc7_2_166"/>
          <p:cNvSpPr/>
          <p:nvPr/>
        </p:nvSpPr>
        <p:spPr>
          <a:xfrm>
            <a:off x="18614450" y="8089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7" name="Google Shape;3267;g390f6613fc7_2_166"/>
          <p:cNvSpPr/>
          <p:nvPr/>
        </p:nvSpPr>
        <p:spPr>
          <a:xfrm>
            <a:off x="18614450" y="4368450"/>
            <a:ext cx="2519700" cy="1278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Review: 67804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8" name="Google Shape;3268;g390f6613fc7_2_166"/>
          <p:cNvSpPr/>
          <p:nvPr/>
        </p:nvSpPr>
        <p:spPr>
          <a:xfrm>
            <a:off x="16040750" y="4442754"/>
            <a:ext cx="2519700" cy="888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67763, 68130</a:t>
            </a:r>
            <a:endParaRPr/>
          </a:p>
        </p:txBody>
      </p:sp>
      <p:sp>
        <p:nvSpPr>
          <p:cNvPr id="3269" name="Google Shape;3269;g390f6613fc7_2_166"/>
          <p:cNvSpPr/>
          <p:nvPr/>
        </p:nvSpPr>
        <p:spPr>
          <a:xfrm>
            <a:off x="18614450" y="5894326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70" name="Google Shape;3270;g390f6613fc7_2_166"/>
          <p:cNvSpPr/>
          <p:nvPr/>
        </p:nvSpPr>
        <p:spPr>
          <a:xfrm>
            <a:off x="15477950" y="73758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4" name="Shape 3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75" name="Google Shape;3275;g3a3b8b61372_1_5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276" name="Google Shape;3276;g3a3b8b61372_1_5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277" name="Google Shape;3277;g3a3b8b61372_1_5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78" name="Google Shape;3278;g3a3b8b61372_1_5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79" name="Google Shape;3279;g3a3b8b61372_1_5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80" name="Google Shape;3280;g3a3b8b61372_1_5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81" name="Google Shape;3281;g3a3b8b61372_1_5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82" name="Google Shape;3282;g3a3b8b61372_1_5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83" name="Google Shape;3283;g3a3b8b61372_1_5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84" name="Google Shape;3284;g3a3b8b61372_1_5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85" name="Google Shape;3285;g3a3b8b61372_1_5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86" name="Google Shape;3286;g3a3b8b61372_1_5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87" name="Google Shape;3287;g3a3b8b61372_1_5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88" name="Google Shape;3288;g3a3b8b61372_1_5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89" name="Google Shape;3289;g3a3b8b61372_1_5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290" name="Google Shape;3290;g3a3b8b61372_1_5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291" name="Google Shape;3291;g3a3b8b61372_1_5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292" name="Google Shape;3292;g3a3b8b61372_1_5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293" name="Google Shape;3293;g3a3b8b61372_1_5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294" name="Google Shape;3294;g3a3b8b61372_1_5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295" name="Google Shape;3295;g3a3b8b61372_1_5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296" name="Google Shape;3296;g3a3b8b61372_1_55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297" name="Google Shape;3297;g3a3b8b61372_1_55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298" name="Google Shape;3298;g3a3b8b61372_1_55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299" name="Google Shape;3299;g3a3b8b61372_1_55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300" name="Google Shape;3300;g3a3b8b61372_1_55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301" name="Google Shape;3301;g3a3b8b61372_1_55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302" name="Google Shape;3302;g3a3b8b61372_1_55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303" name="Google Shape;3303;g3a3b8b61372_1_55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304" name="Google Shape;3304;g3a3b8b61372_1_55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305" name="Google Shape;3305;g3a3b8b61372_1_55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306" name="Google Shape;3306;g3a3b8b61372_1_55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307" name="Google Shape;3307;g3a3b8b61372_1_55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308" name="Google Shape;3308;g3a3b8b61372_1_55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309" name="Google Shape;3309;g3a3b8b61372_1_55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310" name="Google Shape;3310;g3a3b8b61372_1_55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311" name="Google Shape;3311;g3a3b8b61372_1_55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312" name="Google Shape;3312;g3a3b8b61372_1_55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313" name="Google Shape;3313;g3a3b8b61372_1_55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314" name="Google Shape;3314;g3a3b8b61372_1_55"/>
          <p:cNvSpPr/>
          <p:nvPr/>
        </p:nvSpPr>
        <p:spPr>
          <a:xfrm>
            <a:off x="12642325" y="4280577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3315" name="Google Shape;3315;g3a3b8b61372_1_55"/>
          <p:cNvSpPr/>
          <p:nvPr/>
        </p:nvSpPr>
        <p:spPr>
          <a:xfrm>
            <a:off x="12730413" y="27424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3316" name="Google Shape;3316;g3a3b8b61372_1_55"/>
          <p:cNvSpPr/>
          <p:nvPr/>
        </p:nvSpPr>
        <p:spPr>
          <a:xfrm>
            <a:off x="9472900" y="76892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3317" name="Google Shape;3317;g3a3b8b61372_1_55"/>
          <p:cNvSpPr/>
          <p:nvPr/>
        </p:nvSpPr>
        <p:spPr>
          <a:xfrm>
            <a:off x="9440300" y="92651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endParaRPr/>
          </a:p>
        </p:txBody>
      </p:sp>
      <p:sp>
        <p:nvSpPr>
          <p:cNvPr id="3318" name="Google Shape;3318;g3a3b8b61372_1_55"/>
          <p:cNvSpPr/>
          <p:nvPr/>
        </p:nvSpPr>
        <p:spPr>
          <a:xfrm>
            <a:off x="15495175" y="2686901"/>
            <a:ext cx="2519700" cy="1380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319" name="Google Shape;3319;g3a3b8b61372_1_55"/>
          <p:cNvSpPr/>
          <p:nvPr/>
        </p:nvSpPr>
        <p:spPr>
          <a:xfrm>
            <a:off x="15932300" y="2613250"/>
            <a:ext cx="2736600" cy="104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320" name="Google Shape;3320;g3a3b8b61372_1_55"/>
          <p:cNvSpPr/>
          <p:nvPr/>
        </p:nvSpPr>
        <p:spPr>
          <a:xfrm>
            <a:off x="16040750" y="4442754"/>
            <a:ext cx="2519700" cy="888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67763, 68130</a:t>
            </a:r>
            <a:endParaRPr/>
          </a:p>
        </p:txBody>
      </p:sp>
      <p:sp>
        <p:nvSpPr>
          <p:cNvPr id="3321" name="Google Shape;3321;g3a3b8b61372_1_5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22" name="Google Shape;3322;g3a3b8b61372_1_55"/>
          <p:cNvSpPr/>
          <p:nvPr/>
        </p:nvSpPr>
        <p:spPr>
          <a:xfrm>
            <a:off x="18614450" y="26869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323" name="Google Shape;3323;g3a3b8b61372_1_55"/>
          <p:cNvSpPr/>
          <p:nvPr/>
        </p:nvSpPr>
        <p:spPr>
          <a:xfrm>
            <a:off x="18614450" y="8089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4" name="Google Shape;3324;g3a3b8b61372_1_55"/>
          <p:cNvSpPr/>
          <p:nvPr/>
        </p:nvSpPr>
        <p:spPr>
          <a:xfrm>
            <a:off x="18614450" y="4368450"/>
            <a:ext cx="2519700" cy="1278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Review: 67804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5" name="Google Shape;3325;g3a3b8b61372_1_55"/>
          <p:cNvSpPr/>
          <p:nvPr/>
        </p:nvSpPr>
        <p:spPr>
          <a:xfrm>
            <a:off x="18614450" y="5894326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6" name="Google Shape;3326;g3a3b8b61372_1_55"/>
          <p:cNvSpPr/>
          <p:nvPr/>
        </p:nvSpPr>
        <p:spPr>
          <a:xfrm>
            <a:off x="18591154" y="73758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7" name="Google Shape;3327;g3a3b8b61372_1_55"/>
          <p:cNvSpPr/>
          <p:nvPr/>
        </p:nvSpPr>
        <p:spPr>
          <a:xfrm>
            <a:off x="18525950" y="915356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8" name="Google Shape;3328;g3a3b8b61372_1_55"/>
          <p:cNvSpPr/>
          <p:nvPr/>
        </p:nvSpPr>
        <p:spPr>
          <a:xfrm>
            <a:off x="9484550" y="1328427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3329" name="Google Shape;3329;g3a3b8b61372_1_55"/>
          <p:cNvSpPr/>
          <p:nvPr/>
        </p:nvSpPr>
        <p:spPr>
          <a:xfrm>
            <a:off x="9467474" y="61133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endParaRPr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3" name="Shape 3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34" name="Google Shape;3334;g390f6613fc7_2_29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335" name="Google Shape;3335;g390f6613fc7_2_29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36" name="Google Shape;3336;g390f6613fc7_2_29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37" name="Google Shape;3337;g390f6613fc7_2_29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38" name="Google Shape;3338;g390f6613fc7_2_29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39" name="Google Shape;3339;g390f6613fc7_2_29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40" name="Google Shape;3340;g390f6613fc7_2_29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41" name="Google Shape;3341;g390f6613fc7_2_29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42" name="Google Shape;3342;g390f6613fc7_2_29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43" name="Google Shape;3343;g390f6613fc7_2_29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44" name="Google Shape;3344;g390f6613fc7_2_29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45" name="Google Shape;3345;g390f6613fc7_2_29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46" name="Google Shape;3346;g390f6613fc7_2_29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47" name="Google Shape;3347;g390f6613fc7_2_29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48" name="Google Shape;3348;g390f6613fc7_2_29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349" name="Google Shape;3349;g390f6613fc7_2_29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350" name="Google Shape;3350;g390f6613fc7_2_29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351" name="Google Shape;3351;g390f6613fc7_2_29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352" name="Google Shape;3352;g390f6613fc7_2_29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353" name="Google Shape;3353;g390f6613fc7_2_29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354" name="Google Shape;3354;g390f6613fc7_2_29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55" name="Google Shape;3355;g390f6613fc7_2_297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356" name="Google Shape;3356;g390f6613fc7_2_297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357" name="Google Shape;3357;g390f6613fc7_2_297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358" name="Google Shape;3358;g390f6613fc7_2_297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359" name="Google Shape;3359;g390f6613fc7_2_297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360" name="Google Shape;3360;g390f6613fc7_2_297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361" name="Google Shape;3361;g390f6613fc7_2_297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362" name="Google Shape;3362;g390f6613fc7_2_297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363" name="Google Shape;3363;g390f6613fc7_2_297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364" name="Google Shape;3364;g390f6613fc7_2_297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365" name="Google Shape;3365;g390f6613fc7_2_297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366" name="Google Shape;3366;g390f6613fc7_2_297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367" name="Google Shape;3367;g390f6613fc7_2_297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368" name="Google Shape;3368;g390f6613fc7_2_297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369" name="Google Shape;3369;g390f6613fc7_2_297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370" name="Google Shape;3370;g390f6613fc7_2_297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371" name="Google Shape;3371;g390f6613fc7_2_297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372" name="Google Shape;3372;g390f6613fc7_2_297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373" name="Google Shape;3373;g390f6613fc7_2_297"/>
          <p:cNvSpPr/>
          <p:nvPr/>
        </p:nvSpPr>
        <p:spPr>
          <a:xfrm>
            <a:off x="9466263" y="91157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endParaRPr/>
          </a:p>
        </p:txBody>
      </p:sp>
      <p:sp>
        <p:nvSpPr>
          <p:cNvPr id="3374" name="Google Shape;3374;g390f6613fc7_2_297"/>
          <p:cNvSpPr/>
          <p:nvPr/>
        </p:nvSpPr>
        <p:spPr>
          <a:xfrm>
            <a:off x="18614450" y="2464757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375" name="Google Shape;3375;g390f6613fc7_2_297"/>
          <p:cNvSpPr/>
          <p:nvPr/>
        </p:nvSpPr>
        <p:spPr>
          <a:xfrm>
            <a:off x="18614450" y="8089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76" name="Google Shape;3376;g390f6613fc7_2_297"/>
          <p:cNvSpPr/>
          <p:nvPr/>
        </p:nvSpPr>
        <p:spPr>
          <a:xfrm>
            <a:off x="18614450" y="4368450"/>
            <a:ext cx="2519700" cy="1278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Review: 67804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77" name="Google Shape;3377;g390f6613fc7_2_297"/>
          <p:cNvSpPr/>
          <p:nvPr/>
        </p:nvSpPr>
        <p:spPr>
          <a:xfrm>
            <a:off x="18614450" y="5894326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78" name="Google Shape;3378;g390f6613fc7_2_297"/>
          <p:cNvSpPr/>
          <p:nvPr/>
        </p:nvSpPr>
        <p:spPr>
          <a:xfrm>
            <a:off x="18591154" y="73758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79" name="Google Shape;3379;g390f6613fc7_2_297"/>
          <p:cNvSpPr/>
          <p:nvPr/>
        </p:nvSpPr>
        <p:spPr>
          <a:xfrm>
            <a:off x="18525950" y="915356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80" name="Google Shape;3380;g390f6613fc7_2_297"/>
          <p:cNvSpPr/>
          <p:nvPr/>
        </p:nvSpPr>
        <p:spPr>
          <a:xfrm>
            <a:off x="15625275" y="2904325"/>
            <a:ext cx="2519700" cy="1278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br>
              <a:rPr lang="en-GB"/>
            </a:br>
            <a:r>
              <a:rPr lang="en-GB"/>
              <a:t>Review: 68130, 67804</a:t>
            </a:r>
            <a:endParaRPr/>
          </a:p>
        </p:txBody>
      </p:sp>
      <p:sp>
        <p:nvSpPr>
          <p:cNvPr id="3381" name="Google Shape;3381;g390f6613fc7_2_297"/>
          <p:cNvSpPr/>
          <p:nvPr/>
        </p:nvSpPr>
        <p:spPr>
          <a:xfrm>
            <a:off x="15932300" y="2613250"/>
            <a:ext cx="2736600" cy="104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382" name="Google Shape;3382;g390f6613fc7_2_297"/>
          <p:cNvSpPr/>
          <p:nvPr/>
        </p:nvSpPr>
        <p:spPr>
          <a:xfrm>
            <a:off x="9472900" y="76892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3383" name="Google Shape;3383;g390f6613fc7_2_297"/>
          <p:cNvSpPr/>
          <p:nvPr/>
        </p:nvSpPr>
        <p:spPr>
          <a:xfrm>
            <a:off x="12227750" y="1328427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3384" name="Google Shape;3384;g390f6613fc7_2_297"/>
          <p:cNvSpPr/>
          <p:nvPr/>
        </p:nvSpPr>
        <p:spPr>
          <a:xfrm>
            <a:off x="12361874" y="61133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br>
              <a:rPr lang="en-GB"/>
            </a:br>
            <a:endParaRPr/>
          </a:p>
        </p:txBody>
      </p:sp>
      <p:sp>
        <p:nvSpPr>
          <p:cNvPr id="3385" name="Google Shape;3385;g390f6613fc7_2_297"/>
          <p:cNvSpPr/>
          <p:nvPr/>
        </p:nvSpPr>
        <p:spPr>
          <a:xfrm>
            <a:off x="12642325" y="4280577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br>
              <a:rPr lang="en-GB"/>
            </a:br>
            <a:endParaRPr/>
          </a:p>
        </p:txBody>
      </p:sp>
      <p:sp>
        <p:nvSpPr>
          <p:cNvPr id="3386" name="Google Shape;3386;g390f6613fc7_2_297"/>
          <p:cNvSpPr/>
          <p:nvPr/>
        </p:nvSpPr>
        <p:spPr>
          <a:xfrm>
            <a:off x="18619375" y="2686901"/>
            <a:ext cx="2519700" cy="1380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387" name="Google Shape;3387;g390f6613fc7_2_297"/>
          <p:cNvSpPr/>
          <p:nvPr/>
        </p:nvSpPr>
        <p:spPr>
          <a:xfrm>
            <a:off x="19040273" y="4442754"/>
            <a:ext cx="2519700" cy="888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67763, 68130</a:t>
            </a:r>
            <a:endParaRPr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91" name="Shape 3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92" name="Google Shape;3392;g390f6613fc7_2_38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393" name="Google Shape;3393;g390f6613fc7_2_38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94" name="Google Shape;3394;g390f6613fc7_2_38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95" name="Google Shape;3395;g390f6613fc7_2_38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96" name="Google Shape;3396;g390f6613fc7_2_38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97" name="Google Shape;3397;g390f6613fc7_2_38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98" name="Google Shape;3398;g390f6613fc7_2_38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99" name="Google Shape;3399;g390f6613fc7_2_38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00" name="Google Shape;3400;g390f6613fc7_2_38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01" name="Google Shape;3401;g390f6613fc7_2_38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02" name="Google Shape;3402;g390f6613fc7_2_38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03" name="Google Shape;3403;g390f6613fc7_2_38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04" name="Google Shape;3404;g390f6613fc7_2_38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05" name="Google Shape;3405;g390f6613fc7_2_38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06" name="Google Shape;3406;g390f6613fc7_2_38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407" name="Google Shape;3407;g390f6613fc7_2_38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08" name="Google Shape;3408;g390f6613fc7_2_38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09" name="Google Shape;3409;g390f6613fc7_2_38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10" name="Google Shape;3410;g390f6613fc7_2_38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11" name="Google Shape;3411;g390f6613fc7_2_38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12" name="Google Shape;3412;g390f6613fc7_2_38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413" name="Google Shape;3413;g390f6613fc7_2_384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414" name="Google Shape;3414;g390f6613fc7_2_384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415" name="Google Shape;3415;g390f6613fc7_2_384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416" name="Google Shape;3416;g390f6613fc7_2_384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417" name="Google Shape;3417;g390f6613fc7_2_384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418" name="Google Shape;3418;g390f6613fc7_2_384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419" name="Google Shape;3419;g390f6613fc7_2_384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420" name="Google Shape;3420;g390f6613fc7_2_384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421" name="Google Shape;3421;g390f6613fc7_2_384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422" name="Google Shape;3422;g390f6613fc7_2_384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423" name="Google Shape;3423;g390f6613fc7_2_384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424" name="Google Shape;3424;g390f6613fc7_2_384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425" name="Google Shape;3425;g390f6613fc7_2_384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426" name="Google Shape;3426;g390f6613fc7_2_384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427" name="Google Shape;3427;g390f6613fc7_2_384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428" name="Google Shape;3428;g390f6613fc7_2_384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429" name="Google Shape;3429;g390f6613fc7_2_384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430" name="Google Shape;3430;g390f6613fc7_2_384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431" name="Google Shape;3431;g390f6613fc7_2_384"/>
          <p:cNvSpPr/>
          <p:nvPr/>
        </p:nvSpPr>
        <p:spPr>
          <a:xfrm>
            <a:off x="18614450" y="2464757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432" name="Google Shape;3432;g390f6613fc7_2_384"/>
          <p:cNvSpPr/>
          <p:nvPr/>
        </p:nvSpPr>
        <p:spPr>
          <a:xfrm>
            <a:off x="18614450" y="8089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33" name="Google Shape;3433;g390f6613fc7_2_384"/>
          <p:cNvSpPr/>
          <p:nvPr/>
        </p:nvSpPr>
        <p:spPr>
          <a:xfrm>
            <a:off x="18614450" y="4368450"/>
            <a:ext cx="2519700" cy="1278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Review: 67804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34" name="Google Shape;3434;g390f6613fc7_2_384"/>
          <p:cNvSpPr/>
          <p:nvPr/>
        </p:nvSpPr>
        <p:spPr>
          <a:xfrm>
            <a:off x="18614450" y="5894326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35" name="Google Shape;3435;g390f6613fc7_2_384"/>
          <p:cNvSpPr/>
          <p:nvPr/>
        </p:nvSpPr>
        <p:spPr>
          <a:xfrm>
            <a:off x="18591154" y="73758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36" name="Google Shape;3436;g390f6613fc7_2_384"/>
          <p:cNvSpPr/>
          <p:nvPr/>
        </p:nvSpPr>
        <p:spPr>
          <a:xfrm>
            <a:off x="18525950" y="915356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37" name="Google Shape;3437;g390f6613fc7_2_384"/>
          <p:cNvSpPr/>
          <p:nvPr/>
        </p:nvSpPr>
        <p:spPr>
          <a:xfrm>
            <a:off x="15625275" y="2904325"/>
            <a:ext cx="2519700" cy="1278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br>
              <a:rPr lang="en-GB"/>
            </a:br>
            <a:r>
              <a:rPr lang="en-GB"/>
              <a:t>Review: 68130, 67804</a:t>
            </a:r>
            <a:endParaRPr/>
          </a:p>
        </p:txBody>
      </p:sp>
      <p:sp>
        <p:nvSpPr>
          <p:cNvPr id="3438" name="Google Shape;3438;g390f6613fc7_2_384"/>
          <p:cNvSpPr/>
          <p:nvPr/>
        </p:nvSpPr>
        <p:spPr>
          <a:xfrm>
            <a:off x="15932300" y="2613250"/>
            <a:ext cx="2736600" cy="104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439" name="Google Shape;3439;g390f6613fc7_2_384"/>
          <p:cNvSpPr/>
          <p:nvPr/>
        </p:nvSpPr>
        <p:spPr>
          <a:xfrm>
            <a:off x="12216100" y="76892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3440" name="Google Shape;3440;g390f6613fc7_2_384"/>
          <p:cNvSpPr/>
          <p:nvPr/>
        </p:nvSpPr>
        <p:spPr>
          <a:xfrm>
            <a:off x="9440300" y="92651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endParaRPr/>
          </a:p>
        </p:txBody>
      </p:sp>
      <p:sp>
        <p:nvSpPr>
          <p:cNvPr id="3441" name="Google Shape;3441;g390f6613fc7_2_384"/>
          <p:cNvSpPr/>
          <p:nvPr/>
        </p:nvSpPr>
        <p:spPr>
          <a:xfrm>
            <a:off x="15486074" y="61133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442" name="Google Shape;3442;g390f6613fc7_2_384"/>
          <p:cNvSpPr/>
          <p:nvPr/>
        </p:nvSpPr>
        <p:spPr>
          <a:xfrm>
            <a:off x="15537925" y="4280577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br>
              <a:rPr lang="en-GB"/>
            </a:br>
            <a:r>
              <a:rPr lang="en-GB"/>
              <a:t>Review: 67763, 68547</a:t>
            </a:r>
            <a:endParaRPr/>
          </a:p>
        </p:txBody>
      </p:sp>
      <p:sp>
        <p:nvSpPr>
          <p:cNvPr id="3443" name="Google Shape;3443;g390f6613fc7_2_384"/>
          <p:cNvSpPr/>
          <p:nvPr/>
        </p:nvSpPr>
        <p:spPr>
          <a:xfrm>
            <a:off x="18619375" y="2686901"/>
            <a:ext cx="2519700" cy="1380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444" name="Google Shape;3444;g390f6613fc7_2_384"/>
          <p:cNvSpPr/>
          <p:nvPr/>
        </p:nvSpPr>
        <p:spPr>
          <a:xfrm>
            <a:off x="12227750" y="1328427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3445" name="Google Shape;3445;g390f6613fc7_2_384"/>
          <p:cNvSpPr/>
          <p:nvPr/>
        </p:nvSpPr>
        <p:spPr>
          <a:xfrm>
            <a:off x="19040273" y="4442754"/>
            <a:ext cx="2519700" cy="888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67763, 68130</a:t>
            </a:r>
            <a:endParaRPr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49" name="Shape 3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450" name="Google Shape;3450;g390f6613fc7_2_45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51" name="Google Shape;3451;g390f6613fc7_2_45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452" name="Google Shape;3452;g390f6613fc7_2_45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53" name="Google Shape;3453;g390f6613fc7_2_45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54" name="Google Shape;3454;g390f6613fc7_2_45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55" name="Google Shape;3455;g390f6613fc7_2_45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56" name="Google Shape;3456;g390f6613fc7_2_45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57" name="Google Shape;3457;g390f6613fc7_2_45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58" name="Google Shape;3458;g390f6613fc7_2_45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59" name="Google Shape;3459;g390f6613fc7_2_45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60" name="Google Shape;3460;g390f6613fc7_2_45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61" name="Google Shape;3461;g390f6613fc7_2_45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62" name="Google Shape;3462;g390f6613fc7_2_45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63" name="Google Shape;3463;g390f6613fc7_2_45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64" name="Google Shape;3464;g390f6613fc7_2_45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465" name="Google Shape;3465;g390f6613fc7_2_45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66" name="Google Shape;3466;g390f6613fc7_2_45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67" name="Google Shape;3467;g390f6613fc7_2_45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68" name="Google Shape;3468;g390f6613fc7_2_45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69" name="Google Shape;3469;g390f6613fc7_2_45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70" name="Google Shape;3470;g390f6613fc7_2_45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471" name="Google Shape;3471;g390f6613fc7_2_459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472" name="Google Shape;3472;g390f6613fc7_2_459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473" name="Google Shape;3473;g390f6613fc7_2_459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474" name="Google Shape;3474;g390f6613fc7_2_459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475" name="Google Shape;3475;g390f6613fc7_2_459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476" name="Google Shape;3476;g390f6613fc7_2_459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477" name="Google Shape;3477;g390f6613fc7_2_459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478" name="Google Shape;3478;g390f6613fc7_2_459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479" name="Google Shape;3479;g390f6613fc7_2_459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480" name="Google Shape;3480;g390f6613fc7_2_459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481" name="Google Shape;3481;g390f6613fc7_2_459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482" name="Google Shape;3482;g390f6613fc7_2_459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483" name="Google Shape;3483;g390f6613fc7_2_459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484" name="Google Shape;3484;g390f6613fc7_2_459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485" name="Google Shape;3485;g390f6613fc7_2_459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486" name="Google Shape;3486;g390f6613fc7_2_459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487" name="Google Shape;3487;g390f6613fc7_2_459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488" name="Google Shape;3488;g390f6613fc7_2_459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489" name="Google Shape;3489;g390f6613fc7_2_459"/>
          <p:cNvSpPr/>
          <p:nvPr/>
        </p:nvSpPr>
        <p:spPr>
          <a:xfrm>
            <a:off x="18614450" y="2464757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490" name="Google Shape;3490;g390f6613fc7_2_459"/>
          <p:cNvSpPr/>
          <p:nvPr/>
        </p:nvSpPr>
        <p:spPr>
          <a:xfrm>
            <a:off x="18614450" y="8089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91" name="Google Shape;3491;g390f6613fc7_2_459"/>
          <p:cNvSpPr/>
          <p:nvPr/>
        </p:nvSpPr>
        <p:spPr>
          <a:xfrm>
            <a:off x="18614450" y="4368450"/>
            <a:ext cx="2519700" cy="1278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Review: 67804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92" name="Google Shape;3492;g390f6613fc7_2_459"/>
          <p:cNvSpPr/>
          <p:nvPr/>
        </p:nvSpPr>
        <p:spPr>
          <a:xfrm>
            <a:off x="18614450" y="5894326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93" name="Google Shape;3493;g390f6613fc7_2_459"/>
          <p:cNvSpPr/>
          <p:nvPr/>
        </p:nvSpPr>
        <p:spPr>
          <a:xfrm>
            <a:off x="18591154" y="73758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94" name="Google Shape;3494;g390f6613fc7_2_459"/>
          <p:cNvSpPr/>
          <p:nvPr/>
        </p:nvSpPr>
        <p:spPr>
          <a:xfrm>
            <a:off x="18525950" y="915356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95" name="Google Shape;3495;g390f6613fc7_2_459"/>
          <p:cNvSpPr/>
          <p:nvPr/>
        </p:nvSpPr>
        <p:spPr>
          <a:xfrm>
            <a:off x="18827900" y="2613250"/>
            <a:ext cx="2736600" cy="104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496" name="Google Shape;3496;g390f6613fc7_2_459"/>
          <p:cNvSpPr/>
          <p:nvPr/>
        </p:nvSpPr>
        <p:spPr>
          <a:xfrm>
            <a:off x="19054275" y="3056725"/>
            <a:ext cx="2519700" cy="1278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br>
              <a:rPr lang="en-GB"/>
            </a:br>
            <a:r>
              <a:rPr lang="en-GB"/>
              <a:t>Review: 68130, 67804</a:t>
            </a:r>
            <a:endParaRPr/>
          </a:p>
        </p:txBody>
      </p:sp>
      <p:sp>
        <p:nvSpPr>
          <p:cNvPr id="3497" name="Google Shape;3497;g390f6613fc7_2_459"/>
          <p:cNvSpPr/>
          <p:nvPr/>
        </p:nvSpPr>
        <p:spPr>
          <a:xfrm>
            <a:off x="9440300" y="92651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endParaRPr/>
          </a:p>
        </p:txBody>
      </p:sp>
      <p:sp>
        <p:nvSpPr>
          <p:cNvPr id="3498" name="Google Shape;3498;g390f6613fc7_2_459"/>
          <p:cNvSpPr/>
          <p:nvPr/>
        </p:nvSpPr>
        <p:spPr>
          <a:xfrm>
            <a:off x="19043125" y="4585377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br>
              <a:rPr lang="en-GB"/>
            </a:br>
            <a:r>
              <a:rPr lang="en-GB"/>
              <a:t>Review: 67763, 68547</a:t>
            </a:r>
            <a:endParaRPr/>
          </a:p>
        </p:txBody>
      </p:sp>
      <p:sp>
        <p:nvSpPr>
          <p:cNvPr id="3499" name="Google Shape;3499;g390f6613fc7_2_459"/>
          <p:cNvSpPr/>
          <p:nvPr/>
        </p:nvSpPr>
        <p:spPr>
          <a:xfrm>
            <a:off x="18619375" y="2686901"/>
            <a:ext cx="2519700" cy="1380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500" name="Google Shape;3500;g390f6613fc7_2_459"/>
          <p:cNvSpPr/>
          <p:nvPr/>
        </p:nvSpPr>
        <p:spPr>
          <a:xfrm>
            <a:off x="12216100" y="76892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3501" name="Google Shape;3501;g390f6613fc7_2_459"/>
          <p:cNvSpPr/>
          <p:nvPr/>
        </p:nvSpPr>
        <p:spPr>
          <a:xfrm>
            <a:off x="15486074" y="61133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502" name="Google Shape;3502;g390f6613fc7_2_459"/>
          <p:cNvSpPr/>
          <p:nvPr/>
        </p:nvSpPr>
        <p:spPr>
          <a:xfrm>
            <a:off x="12227750" y="1328427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3503" name="Google Shape;3503;g390f6613fc7_2_459"/>
          <p:cNvSpPr/>
          <p:nvPr/>
        </p:nvSpPr>
        <p:spPr>
          <a:xfrm>
            <a:off x="19040273" y="4442754"/>
            <a:ext cx="2519700" cy="888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67763, 68130</a:t>
            </a:r>
            <a:endParaRPr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7" name="Shape 3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508" name="Google Shape;3508;g3a3b8b61372_1_11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09" name="Google Shape;3509;g3a3b8b61372_1_11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510" name="Google Shape;3510;g3a3b8b61372_1_11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11" name="Google Shape;3511;g3a3b8b61372_1_11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12" name="Google Shape;3512;g3a3b8b61372_1_11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13" name="Google Shape;3513;g3a3b8b61372_1_11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14" name="Google Shape;3514;g3a3b8b61372_1_11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15" name="Google Shape;3515;g3a3b8b61372_1_11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16" name="Google Shape;3516;g3a3b8b61372_1_11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17" name="Google Shape;3517;g3a3b8b61372_1_11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18" name="Google Shape;3518;g3a3b8b61372_1_11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19" name="Google Shape;3519;g3a3b8b61372_1_11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20" name="Google Shape;3520;g3a3b8b61372_1_11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21" name="Google Shape;3521;g3a3b8b61372_1_11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22" name="Google Shape;3522;g3a3b8b61372_1_11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523" name="Google Shape;3523;g3a3b8b61372_1_11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24" name="Google Shape;3524;g3a3b8b61372_1_11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25" name="Google Shape;3525;g3a3b8b61372_1_11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26" name="Google Shape;3526;g3a3b8b61372_1_11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27" name="Google Shape;3527;g3a3b8b61372_1_11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28" name="Google Shape;3528;g3a3b8b61372_1_11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529" name="Google Shape;3529;g3a3b8b61372_1_110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530" name="Google Shape;3530;g3a3b8b61372_1_110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531" name="Google Shape;3531;g3a3b8b61372_1_110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532" name="Google Shape;3532;g3a3b8b61372_1_110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533" name="Google Shape;3533;g3a3b8b61372_1_110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534" name="Google Shape;3534;g3a3b8b61372_1_110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535" name="Google Shape;3535;g3a3b8b61372_1_110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536" name="Google Shape;3536;g3a3b8b61372_1_110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537" name="Google Shape;3537;g3a3b8b61372_1_110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538" name="Google Shape;3538;g3a3b8b61372_1_110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539" name="Google Shape;3539;g3a3b8b61372_1_110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540" name="Google Shape;3540;g3a3b8b61372_1_110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541" name="Google Shape;3541;g3a3b8b61372_1_110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542" name="Google Shape;3542;g3a3b8b61372_1_110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543" name="Google Shape;3543;g3a3b8b61372_1_110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544" name="Google Shape;3544;g3a3b8b61372_1_110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545" name="Google Shape;3545;g3a3b8b61372_1_110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546" name="Google Shape;3546;g3a3b8b61372_1_110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547" name="Google Shape;3547;g3a3b8b61372_1_110"/>
          <p:cNvSpPr/>
          <p:nvPr/>
        </p:nvSpPr>
        <p:spPr>
          <a:xfrm>
            <a:off x="18614450" y="2464757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548" name="Google Shape;3548;g3a3b8b61372_1_110"/>
          <p:cNvSpPr/>
          <p:nvPr/>
        </p:nvSpPr>
        <p:spPr>
          <a:xfrm>
            <a:off x="18614450" y="8089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49" name="Google Shape;3549;g3a3b8b61372_1_110"/>
          <p:cNvSpPr/>
          <p:nvPr/>
        </p:nvSpPr>
        <p:spPr>
          <a:xfrm>
            <a:off x="18614450" y="4368450"/>
            <a:ext cx="2519700" cy="1278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Review: 67804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50" name="Google Shape;3550;g3a3b8b61372_1_110"/>
          <p:cNvSpPr/>
          <p:nvPr/>
        </p:nvSpPr>
        <p:spPr>
          <a:xfrm>
            <a:off x="18614450" y="5894326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51" name="Google Shape;3551;g3a3b8b61372_1_110"/>
          <p:cNvSpPr/>
          <p:nvPr/>
        </p:nvSpPr>
        <p:spPr>
          <a:xfrm>
            <a:off x="18591154" y="73758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52" name="Google Shape;3552;g3a3b8b61372_1_110"/>
          <p:cNvSpPr/>
          <p:nvPr/>
        </p:nvSpPr>
        <p:spPr>
          <a:xfrm>
            <a:off x="18525950" y="915356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53" name="Google Shape;3553;g3a3b8b61372_1_110"/>
          <p:cNvSpPr/>
          <p:nvPr/>
        </p:nvSpPr>
        <p:spPr>
          <a:xfrm>
            <a:off x="19054275" y="3056725"/>
            <a:ext cx="2519700" cy="1278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br>
              <a:rPr lang="en-GB"/>
            </a:br>
            <a:r>
              <a:rPr lang="en-GB"/>
              <a:t>Review: 68130, 67804</a:t>
            </a:r>
            <a:endParaRPr/>
          </a:p>
        </p:txBody>
      </p:sp>
      <p:sp>
        <p:nvSpPr>
          <p:cNvPr id="3554" name="Google Shape;3554;g3a3b8b61372_1_110"/>
          <p:cNvSpPr/>
          <p:nvPr/>
        </p:nvSpPr>
        <p:spPr>
          <a:xfrm>
            <a:off x="12183500" y="92651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endParaRPr/>
          </a:p>
        </p:txBody>
      </p:sp>
      <p:sp>
        <p:nvSpPr>
          <p:cNvPr id="3555" name="Google Shape;3555;g3a3b8b61372_1_110"/>
          <p:cNvSpPr/>
          <p:nvPr/>
        </p:nvSpPr>
        <p:spPr>
          <a:xfrm>
            <a:off x="19043125" y="4585377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br>
              <a:rPr lang="en-GB"/>
            </a:br>
            <a:r>
              <a:rPr lang="en-GB"/>
              <a:t>Review: 67763, 68547</a:t>
            </a:r>
            <a:endParaRPr/>
          </a:p>
        </p:txBody>
      </p:sp>
      <p:sp>
        <p:nvSpPr>
          <p:cNvPr id="3556" name="Google Shape;3556;g3a3b8b61372_1_110"/>
          <p:cNvSpPr/>
          <p:nvPr/>
        </p:nvSpPr>
        <p:spPr>
          <a:xfrm>
            <a:off x="18619375" y="2686901"/>
            <a:ext cx="2519700" cy="1380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557" name="Google Shape;3557;g3a3b8b61372_1_110"/>
          <p:cNvSpPr/>
          <p:nvPr/>
        </p:nvSpPr>
        <p:spPr>
          <a:xfrm>
            <a:off x="12216100" y="76892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3558" name="Google Shape;3558;g3a3b8b61372_1_110"/>
          <p:cNvSpPr/>
          <p:nvPr/>
        </p:nvSpPr>
        <p:spPr>
          <a:xfrm>
            <a:off x="15486074" y="61133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559" name="Google Shape;3559;g3a3b8b61372_1_110"/>
          <p:cNvSpPr/>
          <p:nvPr/>
        </p:nvSpPr>
        <p:spPr>
          <a:xfrm>
            <a:off x="15504350" y="1328427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br>
              <a:rPr lang="en-GB"/>
            </a:br>
            <a:r>
              <a:rPr lang="en-GB"/>
              <a:t>Review: 68130</a:t>
            </a:r>
            <a:endParaRPr/>
          </a:p>
        </p:txBody>
      </p:sp>
      <p:sp>
        <p:nvSpPr>
          <p:cNvPr id="3560" name="Google Shape;3560;g3a3b8b61372_1_110"/>
          <p:cNvSpPr/>
          <p:nvPr/>
        </p:nvSpPr>
        <p:spPr>
          <a:xfrm>
            <a:off x="18827900" y="2613250"/>
            <a:ext cx="2736600" cy="104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561" name="Google Shape;3561;g3a3b8b61372_1_110"/>
          <p:cNvSpPr/>
          <p:nvPr/>
        </p:nvSpPr>
        <p:spPr>
          <a:xfrm>
            <a:off x="19040273" y="4442754"/>
            <a:ext cx="2519700" cy="888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67763, 68130</a:t>
            </a:r>
            <a:endParaRPr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65" name="Shape 3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566" name="Google Shape;3566;g390f6613fc7_2_51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67" name="Google Shape;3567;g390f6613fc7_2_51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568" name="Google Shape;3568;g390f6613fc7_2_51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69" name="Google Shape;3569;g390f6613fc7_2_51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70" name="Google Shape;3570;g390f6613fc7_2_51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71" name="Google Shape;3571;g390f6613fc7_2_51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72" name="Google Shape;3572;g390f6613fc7_2_51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73" name="Google Shape;3573;g390f6613fc7_2_51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74" name="Google Shape;3574;g390f6613fc7_2_51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75" name="Google Shape;3575;g390f6613fc7_2_51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76" name="Google Shape;3576;g390f6613fc7_2_51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77" name="Google Shape;3577;g390f6613fc7_2_51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78" name="Google Shape;3578;g390f6613fc7_2_51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79" name="Google Shape;3579;g390f6613fc7_2_51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80" name="Google Shape;3580;g390f6613fc7_2_51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581" name="Google Shape;3581;g390f6613fc7_2_51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82" name="Google Shape;3582;g390f6613fc7_2_51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83" name="Google Shape;3583;g390f6613fc7_2_51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84" name="Google Shape;3584;g390f6613fc7_2_51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85" name="Google Shape;3585;g390f6613fc7_2_51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86" name="Google Shape;3586;g390f6613fc7_2_51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587" name="Google Shape;3587;g390f6613fc7_2_516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588" name="Google Shape;3588;g390f6613fc7_2_516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589" name="Google Shape;3589;g390f6613fc7_2_516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590" name="Google Shape;3590;g390f6613fc7_2_516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591" name="Google Shape;3591;g390f6613fc7_2_516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592" name="Google Shape;3592;g390f6613fc7_2_516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593" name="Google Shape;3593;g390f6613fc7_2_516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594" name="Google Shape;3594;g390f6613fc7_2_516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595" name="Google Shape;3595;g390f6613fc7_2_516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596" name="Google Shape;3596;g390f6613fc7_2_516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597" name="Google Shape;3597;g390f6613fc7_2_516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598" name="Google Shape;3598;g390f6613fc7_2_516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599" name="Google Shape;3599;g390f6613fc7_2_516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600" name="Google Shape;3600;g390f6613fc7_2_516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601" name="Google Shape;3601;g390f6613fc7_2_516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602" name="Google Shape;3602;g390f6613fc7_2_516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603" name="Google Shape;3603;g390f6613fc7_2_516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604" name="Google Shape;3604;g390f6613fc7_2_516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605" name="Google Shape;3605;g390f6613fc7_2_516"/>
          <p:cNvSpPr/>
          <p:nvPr/>
        </p:nvSpPr>
        <p:spPr>
          <a:xfrm>
            <a:off x="18591150" y="2478732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606" name="Google Shape;3606;g390f6613fc7_2_516"/>
          <p:cNvSpPr/>
          <p:nvPr/>
        </p:nvSpPr>
        <p:spPr>
          <a:xfrm>
            <a:off x="18614450" y="8089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07" name="Google Shape;3607;g390f6613fc7_2_516"/>
          <p:cNvSpPr/>
          <p:nvPr/>
        </p:nvSpPr>
        <p:spPr>
          <a:xfrm>
            <a:off x="18614450" y="4368450"/>
            <a:ext cx="2519700" cy="1278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Review: 67804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08" name="Google Shape;3608;g390f6613fc7_2_516"/>
          <p:cNvSpPr/>
          <p:nvPr/>
        </p:nvSpPr>
        <p:spPr>
          <a:xfrm>
            <a:off x="18614450" y="5894326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09" name="Google Shape;3609;g390f6613fc7_2_516"/>
          <p:cNvSpPr/>
          <p:nvPr/>
        </p:nvSpPr>
        <p:spPr>
          <a:xfrm>
            <a:off x="18591154" y="73758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10" name="Google Shape;3610;g390f6613fc7_2_516"/>
          <p:cNvSpPr/>
          <p:nvPr/>
        </p:nvSpPr>
        <p:spPr>
          <a:xfrm>
            <a:off x="18525950" y="915356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11" name="Google Shape;3611;g390f6613fc7_2_516"/>
          <p:cNvSpPr/>
          <p:nvPr/>
        </p:nvSpPr>
        <p:spPr>
          <a:xfrm>
            <a:off x="19054275" y="3056725"/>
            <a:ext cx="2519700" cy="1278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br>
              <a:rPr lang="en-GB"/>
            </a:br>
            <a:r>
              <a:rPr lang="en-GB"/>
              <a:t>Review: 68130, 67804</a:t>
            </a:r>
            <a:endParaRPr/>
          </a:p>
        </p:txBody>
      </p:sp>
      <p:sp>
        <p:nvSpPr>
          <p:cNvPr id="3612" name="Google Shape;3612;g390f6613fc7_2_516"/>
          <p:cNvSpPr/>
          <p:nvPr/>
        </p:nvSpPr>
        <p:spPr>
          <a:xfrm>
            <a:off x="15433926" y="92651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br>
              <a:rPr lang="en-GB"/>
            </a:br>
            <a:r>
              <a:rPr lang="en-GB"/>
              <a:t>Review: 67804</a:t>
            </a:r>
            <a:endParaRPr/>
          </a:p>
        </p:txBody>
      </p:sp>
      <p:sp>
        <p:nvSpPr>
          <p:cNvPr id="3613" name="Google Shape;3613;g390f6613fc7_2_516"/>
          <p:cNvSpPr/>
          <p:nvPr/>
        </p:nvSpPr>
        <p:spPr>
          <a:xfrm>
            <a:off x="19043125" y="4585377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br>
              <a:rPr lang="en-GB"/>
            </a:br>
            <a:r>
              <a:rPr lang="en-GB"/>
              <a:t>Review: 67763, 68547</a:t>
            </a:r>
            <a:endParaRPr/>
          </a:p>
        </p:txBody>
      </p:sp>
      <p:sp>
        <p:nvSpPr>
          <p:cNvPr id="3614" name="Google Shape;3614;g390f6613fc7_2_516"/>
          <p:cNvSpPr/>
          <p:nvPr/>
        </p:nvSpPr>
        <p:spPr>
          <a:xfrm>
            <a:off x="18619375" y="2686901"/>
            <a:ext cx="2519700" cy="1380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615" name="Google Shape;3615;g390f6613fc7_2_516"/>
          <p:cNvSpPr/>
          <p:nvPr/>
        </p:nvSpPr>
        <p:spPr>
          <a:xfrm>
            <a:off x="15466526" y="76892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br>
              <a:rPr lang="en-GB"/>
            </a:br>
            <a:r>
              <a:rPr lang="en-GB"/>
              <a:t>Review: 67286</a:t>
            </a:r>
            <a:endParaRPr/>
          </a:p>
        </p:txBody>
      </p:sp>
      <p:sp>
        <p:nvSpPr>
          <p:cNvPr id="3616" name="Google Shape;3616;g390f6613fc7_2_516"/>
          <p:cNvSpPr/>
          <p:nvPr/>
        </p:nvSpPr>
        <p:spPr>
          <a:xfrm>
            <a:off x="15486074" y="61133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617" name="Google Shape;3617;g390f6613fc7_2_516"/>
          <p:cNvSpPr/>
          <p:nvPr/>
        </p:nvSpPr>
        <p:spPr>
          <a:xfrm>
            <a:off x="15504350" y="1328427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</a:t>
            </a:r>
            <a:endParaRPr/>
          </a:p>
        </p:txBody>
      </p:sp>
      <p:sp>
        <p:nvSpPr>
          <p:cNvPr id="3618" name="Google Shape;3618;g390f6613fc7_2_516"/>
          <p:cNvSpPr/>
          <p:nvPr/>
        </p:nvSpPr>
        <p:spPr>
          <a:xfrm>
            <a:off x="18827900" y="2613250"/>
            <a:ext cx="2736600" cy="104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619" name="Google Shape;3619;g390f6613fc7_2_516"/>
          <p:cNvSpPr/>
          <p:nvPr/>
        </p:nvSpPr>
        <p:spPr>
          <a:xfrm>
            <a:off x="19040273" y="4442754"/>
            <a:ext cx="2519700" cy="888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67763, 68130</a:t>
            </a:r>
            <a:endParaRPr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23" name="Shape 3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24" name="Google Shape;3624;g390e2b18344_1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625" name="Google Shape;3625;g390e2b18344_1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626" name="Google Shape;3626;g390e2b18344_1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627" name="Google Shape;3627;g390e2b18344_1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628" name="Google Shape;3628;g390e2b18344_1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629" name="Google Shape;3629;g390e2b18344_1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630" name="Google Shape;3630;g390e2b18344_1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31" name="Google Shape;3631;g390e2b18344_1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32" name="Google Shape;3632;g390e2b18344_1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33" name="Google Shape;3633;g390e2b18344_1_0"/>
          <p:cNvSpPr/>
          <p:nvPr/>
        </p:nvSpPr>
        <p:spPr>
          <a:xfrm>
            <a:off x="18538250" y="6565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34" name="Google Shape;3634;g390e2b18344_1_0"/>
          <p:cNvSpPr/>
          <p:nvPr/>
        </p:nvSpPr>
        <p:spPr>
          <a:xfrm>
            <a:off x="18614450" y="5894326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35" name="Google Shape;3635;g390e2b18344_1_0"/>
          <p:cNvSpPr/>
          <p:nvPr/>
        </p:nvSpPr>
        <p:spPr>
          <a:xfrm>
            <a:off x="18591154" y="73758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36" name="Google Shape;3636;g390e2b18344_1_0"/>
          <p:cNvSpPr/>
          <p:nvPr/>
        </p:nvSpPr>
        <p:spPr>
          <a:xfrm>
            <a:off x="18525950" y="915356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37" name="Google Shape;3637;g390e2b18344_1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38" name="Google Shape;3638;g390e2b18344_1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39" name="Google Shape;3639;g390e2b18344_1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40" name="Google Shape;3640;g390e2b18344_1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41" name="Google Shape;3641;g390e2b18344_1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42" name="Google Shape;3642;g390e2b18344_1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43" name="Google Shape;3643;g390e2b18344_1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44" name="Google Shape;3644;g390e2b18344_1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45" name="Google Shape;3645;g390e2b18344_1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46" name="Google Shape;3646;g390e2b18344_1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47" name="Google Shape;3647;g390e2b18344_1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648" name="Google Shape;3648;g390e2b18344_1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49" name="Google Shape;3649;g390e2b18344_1_0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650" name="Google Shape;3650;g390e2b18344_1_0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651" name="Google Shape;3651;g390e2b18344_1_0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652" name="Google Shape;3652;g390e2b18344_1_0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653" name="Google Shape;3653;g390e2b18344_1_0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654" name="Google Shape;3654;g390e2b18344_1_0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655" name="Google Shape;3655;g390e2b18344_1_0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656" name="Google Shape;3656;g390e2b18344_1_0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657" name="Google Shape;3657;g390e2b18344_1_0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658" name="Google Shape;3658;g390e2b18344_1_0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659" name="Google Shape;3659;g390e2b18344_1_0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660" name="Google Shape;3660;g390e2b18344_1_0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661" name="Google Shape;3661;g390e2b18344_1_0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662" name="Google Shape;3662;g390e2b18344_1_0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663" name="Google Shape;3663;g390e2b18344_1_0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664" name="Google Shape;3664;g390e2b18344_1_0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665" name="Google Shape;3665;g390e2b18344_1_0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666" name="Google Shape;3666;g390e2b18344_1_0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667" name="Google Shape;3667;g390e2b18344_1_0"/>
          <p:cNvSpPr/>
          <p:nvPr/>
        </p:nvSpPr>
        <p:spPr>
          <a:xfrm>
            <a:off x="19005362" y="92651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br>
              <a:rPr lang="en-GB"/>
            </a:br>
            <a:r>
              <a:rPr lang="en-GB"/>
              <a:t>Review: 67804</a:t>
            </a:r>
            <a:endParaRPr/>
          </a:p>
        </p:txBody>
      </p:sp>
      <p:sp>
        <p:nvSpPr>
          <p:cNvPr id="3668" name="Google Shape;3668;g390e2b18344_1_0"/>
          <p:cNvSpPr/>
          <p:nvPr/>
        </p:nvSpPr>
        <p:spPr>
          <a:xfrm>
            <a:off x="19037962" y="76892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br>
              <a:rPr lang="en-GB"/>
            </a:br>
            <a:r>
              <a:rPr lang="en-GB"/>
              <a:t>Review: 67286</a:t>
            </a:r>
            <a:endParaRPr/>
          </a:p>
        </p:txBody>
      </p:sp>
      <p:sp>
        <p:nvSpPr>
          <p:cNvPr id="3669" name="Google Shape;3669;g390e2b18344_1_0"/>
          <p:cNvSpPr/>
          <p:nvPr/>
        </p:nvSpPr>
        <p:spPr>
          <a:xfrm>
            <a:off x="19057511" y="61133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670" name="Google Shape;3670;g390e2b18344_1_0"/>
          <p:cNvSpPr/>
          <p:nvPr/>
        </p:nvSpPr>
        <p:spPr>
          <a:xfrm>
            <a:off x="18999586" y="1099827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</a:t>
            </a:r>
            <a:endParaRPr/>
          </a:p>
        </p:txBody>
      </p:sp>
      <p:sp>
        <p:nvSpPr>
          <p:cNvPr id="3671" name="Google Shape;3671;g390e2b18344_1_0"/>
          <p:cNvSpPr/>
          <p:nvPr/>
        </p:nvSpPr>
        <p:spPr>
          <a:xfrm>
            <a:off x="18013250" y="2367187"/>
            <a:ext cx="2519700" cy="1278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br>
              <a:rPr lang="en-GB"/>
            </a:br>
            <a:r>
              <a:rPr lang="en-GB"/>
              <a:t>Review: 68130, 67804</a:t>
            </a:r>
            <a:endParaRPr/>
          </a:p>
        </p:txBody>
      </p:sp>
      <p:sp>
        <p:nvSpPr>
          <p:cNvPr id="3672" name="Google Shape;3672;g390e2b18344_1_0"/>
          <p:cNvSpPr/>
          <p:nvPr/>
        </p:nvSpPr>
        <p:spPr>
          <a:xfrm>
            <a:off x="18246225" y="2655587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673" name="Google Shape;3673;g390e2b18344_1_0"/>
          <p:cNvSpPr/>
          <p:nvPr/>
        </p:nvSpPr>
        <p:spPr>
          <a:xfrm>
            <a:off x="18508536" y="2979665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674" name="Google Shape;3674;g390e2b18344_1_0"/>
          <p:cNvSpPr/>
          <p:nvPr/>
        </p:nvSpPr>
        <p:spPr>
          <a:xfrm>
            <a:off x="18846355" y="3180264"/>
            <a:ext cx="2736600" cy="104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675" name="Google Shape;3675;g390e2b18344_1_0"/>
          <p:cNvSpPr/>
          <p:nvPr/>
        </p:nvSpPr>
        <p:spPr>
          <a:xfrm>
            <a:off x="18196025" y="4162202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br>
              <a:rPr lang="en-GB"/>
            </a:br>
            <a:r>
              <a:rPr lang="en-GB"/>
              <a:t>Review: 67763, 68547</a:t>
            </a:r>
            <a:endParaRPr/>
          </a:p>
        </p:txBody>
      </p:sp>
      <p:sp>
        <p:nvSpPr>
          <p:cNvPr id="3676" name="Google Shape;3676;g390e2b18344_1_0"/>
          <p:cNvSpPr/>
          <p:nvPr/>
        </p:nvSpPr>
        <p:spPr>
          <a:xfrm>
            <a:off x="18496088" y="4533975"/>
            <a:ext cx="2519700" cy="1278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Review: 67804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77" name="Google Shape;3677;g390e2b18344_1_0"/>
          <p:cNvSpPr/>
          <p:nvPr/>
        </p:nvSpPr>
        <p:spPr>
          <a:xfrm>
            <a:off x="18880473" y="4939054"/>
            <a:ext cx="2519700" cy="888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67763, 68130</a:t>
            </a:r>
            <a:endParaRPr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81" name="Shape 3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82" name="Google Shape;3682;g3a46774ecb2_0_0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3683" name="Google Shape;3683;g3a46774ecb2_0_0"/>
          <p:cNvSpPr/>
          <p:nvPr/>
        </p:nvSpPr>
        <p:spPr>
          <a:xfrm>
            <a:off x="814250" y="3300663"/>
            <a:ext cx="20036537" cy="4203324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87" name="Shape 3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88" name="Google Shape;3688;g3a46774ecb2_0_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689" name="Google Shape;3689;g3a46774ecb2_0_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90" name="Google Shape;3690;g3a46774ecb2_0_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91" name="Google Shape;3691;g3a46774ecb2_0_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92" name="Google Shape;3692;g3a46774ecb2_0_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93" name="Google Shape;3693;g3a46774ecb2_0_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94" name="Google Shape;3694;g3a46774ecb2_0_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95" name="Google Shape;3695;g3a46774ecb2_0_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96" name="Google Shape;3696;g3a46774ecb2_0_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97" name="Google Shape;3697;g3a46774ecb2_0_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98" name="Google Shape;3698;g3a46774ecb2_0_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99" name="Google Shape;3699;g3a46774ecb2_0_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00" name="Google Shape;3700;g3a46774ecb2_0_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01" name="Google Shape;3701;g3a46774ecb2_0_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02" name="Google Shape;3702;g3a46774ecb2_0_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703" name="Google Shape;3703;g3a46774ecb2_0_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704" name="Google Shape;3704;g3a46774ecb2_0_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705" name="Google Shape;3705;g3a46774ecb2_0_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706" name="Google Shape;3706;g3a46774ecb2_0_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707" name="Google Shape;3707;g3a46774ecb2_0_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708" name="Google Shape;3708;g3a46774ecb2_0_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09" name="Google Shape;3709;g3a46774ecb2_0_5"/>
          <p:cNvSpPr/>
          <p:nvPr/>
        </p:nvSpPr>
        <p:spPr>
          <a:xfrm>
            <a:off x="154750" y="640400"/>
            <a:ext cx="2519700" cy="1558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US13: As an aspiring software engineer, I want to implement an US defined in milestone 1, so that I can accomplish my group's work.</a:t>
            </a:r>
            <a:endParaRPr/>
          </a:p>
        </p:txBody>
      </p:sp>
      <p:sp>
        <p:nvSpPr>
          <p:cNvPr id="3710" name="Google Shape;3710;g3a46774ecb2_0_5"/>
          <p:cNvSpPr/>
          <p:nvPr/>
        </p:nvSpPr>
        <p:spPr>
          <a:xfrm>
            <a:off x="154750" y="2697513"/>
            <a:ext cx="2519700" cy="19080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US14: As an aspiring software engineer, I want to illustrate an US implementation with a use case and a sequence diagram, so that I can detail about my group's work.</a:t>
            </a:r>
            <a:endParaRPr/>
          </a:p>
        </p:txBody>
      </p:sp>
      <p:sp>
        <p:nvSpPr>
          <p:cNvPr id="3711" name="Google Shape;3711;g3a46774ecb2_0_5"/>
          <p:cNvSpPr/>
          <p:nvPr/>
        </p:nvSpPr>
        <p:spPr>
          <a:xfrm>
            <a:off x="140775" y="7929650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US15: As an aspiring software engineer, I want to think about an US implementation class diagram representation, so that my group is able to design it.</a:t>
            </a:r>
            <a:endParaRPr/>
          </a:p>
        </p:txBody>
      </p:sp>
      <p:sp>
        <p:nvSpPr>
          <p:cNvPr id="3712" name="Google Shape;3712;g3a46774ecb2_0_5"/>
          <p:cNvSpPr/>
          <p:nvPr/>
        </p:nvSpPr>
        <p:spPr>
          <a:xfrm>
            <a:off x="140775" y="1175350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T31: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13" name="Google Shape;3713;g3a46774ecb2_0_5"/>
          <p:cNvSpPr/>
          <p:nvPr/>
        </p:nvSpPr>
        <p:spPr>
          <a:xfrm>
            <a:off x="140775" y="1593700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T32: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14" name="Google Shape;3714;g3a46774ecb2_0_5"/>
          <p:cNvSpPr/>
          <p:nvPr/>
        </p:nvSpPr>
        <p:spPr>
          <a:xfrm>
            <a:off x="143950" y="3275321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T33: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15" name="Google Shape;3715;g3a46774ecb2_0_5"/>
          <p:cNvSpPr/>
          <p:nvPr/>
        </p:nvSpPr>
        <p:spPr>
          <a:xfrm>
            <a:off x="154738" y="378270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T34: Look into what a Use Case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16" name="Google Shape;3716;g3a46774ecb2_0_5"/>
          <p:cNvSpPr/>
          <p:nvPr/>
        </p:nvSpPr>
        <p:spPr>
          <a:xfrm>
            <a:off x="154738" y="4344825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T35: Work on the extensive version of US1's use case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17" name="Google Shape;3717;g3a46774ecb2_0_5"/>
          <p:cNvSpPr/>
          <p:nvPr/>
        </p:nvSpPr>
        <p:spPr>
          <a:xfrm>
            <a:off x="129963" y="4889113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T36: Work on the extensive version of US2's use case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18" name="Google Shape;3718;g3a46774ecb2_0_5"/>
          <p:cNvSpPr/>
          <p:nvPr/>
        </p:nvSpPr>
        <p:spPr>
          <a:xfrm>
            <a:off x="143938" y="520625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T37: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19" name="Google Shape;3719;g3a46774ecb2_0_5"/>
          <p:cNvSpPr/>
          <p:nvPr/>
        </p:nvSpPr>
        <p:spPr>
          <a:xfrm>
            <a:off x="154738" y="554040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T38: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20" name="Google Shape;3720;g3a46774ecb2_0_5"/>
          <p:cNvSpPr/>
          <p:nvPr/>
        </p:nvSpPr>
        <p:spPr>
          <a:xfrm>
            <a:off x="154738" y="6005112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T39: Work on the sequence diagram for US1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21" name="Google Shape;3721;g3a46774ecb2_0_5"/>
          <p:cNvSpPr/>
          <p:nvPr/>
        </p:nvSpPr>
        <p:spPr>
          <a:xfrm>
            <a:off x="154738" y="663935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T40: Work on the sequence diagram for US2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22" name="Google Shape;3722;g3a46774ecb2_0_5"/>
          <p:cNvSpPr/>
          <p:nvPr/>
        </p:nvSpPr>
        <p:spPr>
          <a:xfrm>
            <a:off x="154750" y="864885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T41: Look into what a Class Diagram covering US1 would look like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23" name="Google Shape;3723;g3a46774ecb2_0_5"/>
          <p:cNvSpPr/>
          <p:nvPr/>
        </p:nvSpPr>
        <p:spPr>
          <a:xfrm>
            <a:off x="154750" y="9353700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T42: Look into what a class diagram covering US2 would look like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27" name="Shape 3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28" name="Google Shape;3728;g390e7909646_0_81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729" name="Google Shape;3729;g390e7909646_0_81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30" name="Google Shape;3730;g390e7909646_0_81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31" name="Google Shape;3731;g390e7909646_0_81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32" name="Google Shape;3732;g390e7909646_0_81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33" name="Google Shape;3733;g390e7909646_0_81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34" name="Google Shape;3734;g390e7909646_0_81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35" name="Google Shape;3735;g390e7909646_0_81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36" name="Google Shape;3736;g390e7909646_0_81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37" name="Google Shape;3737;g390e7909646_0_81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38" name="Google Shape;3738;g390e7909646_0_81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39" name="Google Shape;3739;g390e7909646_0_81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40" name="Google Shape;3740;g390e7909646_0_81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41" name="Google Shape;3741;g390e7909646_0_81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42" name="Google Shape;3742;g390e7909646_0_81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743" name="Google Shape;3743;g390e7909646_0_81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744" name="Google Shape;3744;g390e7909646_0_81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745" name="Google Shape;3745;g390e7909646_0_81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746" name="Google Shape;3746;g390e7909646_0_81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747" name="Google Shape;3747;g390e7909646_0_81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748" name="Google Shape;3748;g390e7909646_0_81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49" name="Google Shape;3749;g390e7909646_0_81"/>
          <p:cNvSpPr/>
          <p:nvPr/>
        </p:nvSpPr>
        <p:spPr>
          <a:xfrm>
            <a:off x="9366075" y="709800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T31.1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50" name="Google Shape;3750;g390e7909646_0_81"/>
          <p:cNvSpPr/>
          <p:nvPr/>
        </p:nvSpPr>
        <p:spPr>
          <a:xfrm>
            <a:off x="9366063" y="405128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T35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US1's use case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51" name="Google Shape;3751;g390e7909646_0_81"/>
          <p:cNvSpPr/>
          <p:nvPr/>
        </p:nvSpPr>
        <p:spPr>
          <a:xfrm>
            <a:off x="9366063" y="2240413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T36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US2's use case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52" name="Google Shape;3752;g390e7909646_0_81"/>
          <p:cNvSpPr/>
          <p:nvPr/>
        </p:nvSpPr>
        <p:spPr>
          <a:xfrm>
            <a:off x="9366063" y="4298267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T39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US1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53" name="Google Shape;3753;g390e7909646_0_81"/>
          <p:cNvSpPr/>
          <p:nvPr/>
        </p:nvSpPr>
        <p:spPr>
          <a:xfrm>
            <a:off x="9366063" y="248570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T40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US2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54" name="Google Shape;3754;g390e7909646_0_81"/>
          <p:cNvSpPr/>
          <p:nvPr/>
        </p:nvSpPr>
        <p:spPr>
          <a:xfrm>
            <a:off x="9366075" y="455230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US1 would look like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55" name="Google Shape;3755;g390e7909646_0_81"/>
          <p:cNvSpPr/>
          <p:nvPr/>
        </p:nvSpPr>
        <p:spPr>
          <a:xfrm>
            <a:off x="9366075" y="264378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US2 would look like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56" name="Google Shape;3756;g390e7909646_0_81"/>
          <p:cNvSpPr/>
          <p:nvPr/>
        </p:nvSpPr>
        <p:spPr>
          <a:xfrm>
            <a:off x="6725925" y="702868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757" name="Google Shape;3757;g390e7909646_0_81"/>
          <p:cNvSpPr/>
          <p:nvPr/>
        </p:nvSpPr>
        <p:spPr>
          <a:xfrm>
            <a:off x="6725925" y="5496621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758" name="Google Shape;3758;g390e7909646_0_81"/>
          <p:cNvSpPr/>
          <p:nvPr/>
        </p:nvSpPr>
        <p:spPr>
          <a:xfrm>
            <a:off x="6725925" y="7105548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759" name="Google Shape;3759;g390e7909646_0_81"/>
          <p:cNvSpPr/>
          <p:nvPr/>
        </p:nvSpPr>
        <p:spPr>
          <a:xfrm>
            <a:off x="6725925" y="8753748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760" name="Google Shape;3760;g390e7909646_0_81"/>
          <p:cNvSpPr/>
          <p:nvPr/>
        </p:nvSpPr>
        <p:spPr>
          <a:xfrm>
            <a:off x="9366075" y="903221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T33.1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61" name="Google Shape;3761;g390e7909646_0_81"/>
          <p:cNvSpPr/>
          <p:nvPr/>
        </p:nvSpPr>
        <p:spPr>
          <a:xfrm>
            <a:off x="9366082" y="102632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T37.1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62" name="Google Shape;3762;g390e7909646_0_81"/>
          <p:cNvSpPr/>
          <p:nvPr/>
        </p:nvSpPr>
        <p:spPr>
          <a:xfrm>
            <a:off x="9366075" y="7292837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T31.2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63" name="Google Shape;3763;g390e7909646_0_81"/>
          <p:cNvSpPr/>
          <p:nvPr/>
        </p:nvSpPr>
        <p:spPr>
          <a:xfrm>
            <a:off x="9366075" y="7545734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</a:t>
            </a: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3.2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64" name="Google Shape;3764;g390e7909646_0_81"/>
          <p:cNvSpPr/>
          <p:nvPr/>
        </p:nvSpPr>
        <p:spPr>
          <a:xfrm>
            <a:off x="9366063" y="783423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T37.2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65" name="Google Shape;3765;g390e7909646_0_81"/>
          <p:cNvSpPr/>
          <p:nvPr/>
        </p:nvSpPr>
        <p:spPr>
          <a:xfrm>
            <a:off x="9366075" y="5776975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T32.1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66" name="Google Shape;3766;g390e7909646_0_81"/>
          <p:cNvSpPr/>
          <p:nvPr/>
        </p:nvSpPr>
        <p:spPr>
          <a:xfrm>
            <a:off x="9366075" y="5955403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T34.1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67" name="Google Shape;3767;g390e7909646_0_81"/>
          <p:cNvSpPr/>
          <p:nvPr/>
        </p:nvSpPr>
        <p:spPr>
          <a:xfrm>
            <a:off x="9366063" y="6211944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68" name="Google Shape;3768;g390e7909646_0_81"/>
          <p:cNvSpPr/>
          <p:nvPr/>
        </p:nvSpPr>
        <p:spPr>
          <a:xfrm>
            <a:off x="9366075" y="8953850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T32.2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69" name="Google Shape;3769;g390e7909646_0_81"/>
          <p:cNvSpPr/>
          <p:nvPr/>
        </p:nvSpPr>
        <p:spPr>
          <a:xfrm>
            <a:off x="6045600" y="586185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770" name="Google Shape;3770;g390e7909646_0_81"/>
          <p:cNvSpPr/>
          <p:nvPr/>
        </p:nvSpPr>
        <p:spPr>
          <a:xfrm>
            <a:off x="6045600" y="1117644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771" name="Google Shape;3771;g390e7909646_0_81"/>
          <p:cNvSpPr/>
          <p:nvPr/>
        </p:nvSpPr>
        <p:spPr>
          <a:xfrm>
            <a:off x="6045600" y="7454270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772" name="Google Shape;3772;g390e7909646_0_81"/>
          <p:cNvSpPr/>
          <p:nvPr/>
        </p:nvSpPr>
        <p:spPr>
          <a:xfrm>
            <a:off x="6045600" y="913549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773" name="Google Shape;3773;g390e7909646_0_81"/>
          <p:cNvSpPr/>
          <p:nvPr/>
        </p:nvSpPr>
        <p:spPr>
          <a:xfrm>
            <a:off x="9366075" y="9262128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T34.2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74" name="Google Shape;3774;g390e7909646_0_81"/>
          <p:cNvSpPr/>
          <p:nvPr/>
        </p:nvSpPr>
        <p:spPr>
          <a:xfrm>
            <a:off x="9366063" y="965645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75" name="Google Shape;3775;g390e7909646_0_81"/>
          <p:cNvSpPr/>
          <p:nvPr/>
        </p:nvSpPr>
        <p:spPr>
          <a:xfrm>
            <a:off x="6725925" y="3835371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776" name="Google Shape;3776;g390e7909646_0_81"/>
          <p:cNvSpPr/>
          <p:nvPr/>
        </p:nvSpPr>
        <p:spPr>
          <a:xfrm>
            <a:off x="6725925" y="2251384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777" name="Google Shape;3777;g390e7909646_0_81"/>
          <p:cNvSpPr/>
          <p:nvPr/>
        </p:nvSpPr>
        <p:spPr>
          <a:xfrm>
            <a:off x="6045600" y="2609751"/>
            <a:ext cx="2943600" cy="11844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US15</a:t>
            </a:r>
            <a:r>
              <a:rPr lang="en-GB" sz="1300"/>
              <a:t>: As an aspiring software engineer, I want to think about an US implementation class diagram representation, so that my group is able to design it.</a:t>
            </a:r>
            <a:endParaRPr sz="1300"/>
          </a:p>
        </p:txBody>
      </p:sp>
      <p:sp>
        <p:nvSpPr>
          <p:cNvPr id="3778" name="Google Shape;3778;g390e7909646_0_81"/>
          <p:cNvSpPr/>
          <p:nvPr/>
        </p:nvSpPr>
        <p:spPr>
          <a:xfrm>
            <a:off x="6045600" y="4235801"/>
            <a:ext cx="2943600" cy="11844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US15</a:t>
            </a:r>
            <a:r>
              <a:rPr lang="en-GB" sz="1300"/>
              <a:t>: As an aspiring software engineer, I want to think about an US implementation class diagram representation, so that my group is able to design it.</a:t>
            </a:r>
            <a:endParaRPr sz="130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2" name="Shape 3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83" name="Google Shape;3783;g3a547e7f83b_0_1093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784" name="Google Shape;3784;g3a547e7f83b_0_1093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85" name="Google Shape;3785;g3a547e7f83b_0_1093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86" name="Google Shape;3786;g3a547e7f83b_0_1093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87" name="Google Shape;3787;g3a547e7f83b_0_1093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88" name="Google Shape;3788;g3a547e7f83b_0_1093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89" name="Google Shape;3789;g3a547e7f83b_0_1093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90" name="Google Shape;3790;g3a547e7f83b_0_1093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91" name="Google Shape;3791;g3a547e7f83b_0_1093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92" name="Google Shape;3792;g3a547e7f83b_0_1093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93" name="Google Shape;3793;g3a547e7f83b_0_1093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94" name="Google Shape;3794;g3a547e7f83b_0_1093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95" name="Google Shape;3795;g3a547e7f83b_0_1093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96" name="Google Shape;3796;g3a547e7f83b_0_1093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97" name="Google Shape;3797;g3a547e7f83b_0_1093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798" name="Google Shape;3798;g3a547e7f83b_0_1093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799" name="Google Shape;3799;g3a547e7f83b_0_1093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800" name="Google Shape;3800;g3a547e7f83b_0_1093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801" name="Google Shape;3801;g3a547e7f83b_0_1093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802" name="Google Shape;3802;g3a547e7f83b_0_1093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803" name="Google Shape;3803;g3a547e7f83b_0_1093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804" name="Google Shape;3804;g3a547e7f83b_0_1093"/>
          <p:cNvSpPr/>
          <p:nvPr/>
        </p:nvSpPr>
        <p:spPr>
          <a:xfrm>
            <a:off x="12369225" y="685525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T31.1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05" name="Google Shape;3805;g3a547e7f83b_0_1093"/>
          <p:cNvSpPr/>
          <p:nvPr/>
        </p:nvSpPr>
        <p:spPr>
          <a:xfrm>
            <a:off x="12341488" y="3985563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T35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US1's use case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06" name="Google Shape;3806;g3a547e7f83b_0_1093"/>
          <p:cNvSpPr/>
          <p:nvPr/>
        </p:nvSpPr>
        <p:spPr>
          <a:xfrm>
            <a:off x="9366063" y="2289953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T36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US2's use case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07" name="Google Shape;3807;g3a547e7f83b_0_1093"/>
          <p:cNvSpPr/>
          <p:nvPr/>
        </p:nvSpPr>
        <p:spPr>
          <a:xfrm>
            <a:off x="9366063" y="4252783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T39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US1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08" name="Google Shape;3808;g3a547e7f83b_0_1093"/>
          <p:cNvSpPr/>
          <p:nvPr/>
        </p:nvSpPr>
        <p:spPr>
          <a:xfrm>
            <a:off x="9366063" y="281596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T40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US2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09" name="Google Shape;3809;g3a547e7f83b_0_1093"/>
          <p:cNvSpPr/>
          <p:nvPr/>
        </p:nvSpPr>
        <p:spPr>
          <a:xfrm>
            <a:off x="12341500" y="446015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US1 would look like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10" name="Google Shape;3810;g3a547e7f83b_0_1093"/>
          <p:cNvSpPr/>
          <p:nvPr/>
        </p:nvSpPr>
        <p:spPr>
          <a:xfrm>
            <a:off x="12341500" y="2495383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US2 would look like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11" name="Google Shape;3811;g3a547e7f83b_0_1093"/>
          <p:cNvSpPr/>
          <p:nvPr/>
        </p:nvSpPr>
        <p:spPr>
          <a:xfrm>
            <a:off x="6725925" y="551313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812" name="Google Shape;3812;g3a547e7f83b_0_1093"/>
          <p:cNvSpPr/>
          <p:nvPr/>
        </p:nvSpPr>
        <p:spPr>
          <a:xfrm>
            <a:off x="6725925" y="713857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813" name="Google Shape;3813;g3a547e7f83b_0_1093"/>
          <p:cNvSpPr/>
          <p:nvPr/>
        </p:nvSpPr>
        <p:spPr>
          <a:xfrm>
            <a:off x="6725925" y="883631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814" name="Google Shape;3814;g3a547e7f83b_0_1093"/>
          <p:cNvSpPr/>
          <p:nvPr/>
        </p:nvSpPr>
        <p:spPr>
          <a:xfrm>
            <a:off x="12369225" y="1266696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T33.1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15" name="Google Shape;3815;g3a547e7f83b_0_1093"/>
          <p:cNvSpPr/>
          <p:nvPr/>
        </p:nvSpPr>
        <p:spPr>
          <a:xfrm>
            <a:off x="9344457" y="91377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T37.1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16" name="Google Shape;3816;g3a547e7f83b_0_1093"/>
          <p:cNvSpPr/>
          <p:nvPr/>
        </p:nvSpPr>
        <p:spPr>
          <a:xfrm>
            <a:off x="9366075" y="7292837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T31.2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17" name="Google Shape;3817;g3a547e7f83b_0_1093"/>
          <p:cNvSpPr/>
          <p:nvPr/>
        </p:nvSpPr>
        <p:spPr>
          <a:xfrm>
            <a:off x="9366075" y="7677841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</a:t>
            </a: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would look like (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turret's targeting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18" name="Google Shape;3818;g3a547e7f83b_0_1093"/>
          <p:cNvSpPr/>
          <p:nvPr/>
        </p:nvSpPr>
        <p:spPr>
          <a:xfrm>
            <a:off x="9366063" y="7999371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T37.2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19" name="Google Shape;3819;g3a547e7f83b_0_1093"/>
          <p:cNvSpPr/>
          <p:nvPr/>
        </p:nvSpPr>
        <p:spPr>
          <a:xfrm>
            <a:off x="12369225" y="5838700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T32.1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20" name="Google Shape;3820;g3a547e7f83b_0_1093"/>
          <p:cNvSpPr/>
          <p:nvPr/>
        </p:nvSpPr>
        <p:spPr>
          <a:xfrm>
            <a:off x="9366075" y="5558898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T34.1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21" name="Google Shape;3821;g3a547e7f83b_0_1093"/>
          <p:cNvSpPr/>
          <p:nvPr/>
        </p:nvSpPr>
        <p:spPr>
          <a:xfrm>
            <a:off x="9366075" y="9295473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T34.2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22" name="Google Shape;3822;g3a547e7f83b_0_1093"/>
          <p:cNvSpPr/>
          <p:nvPr/>
        </p:nvSpPr>
        <p:spPr>
          <a:xfrm>
            <a:off x="9366063" y="606021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23" name="Google Shape;3823;g3a547e7f83b_0_1093"/>
          <p:cNvSpPr/>
          <p:nvPr/>
        </p:nvSpPr>
        <p:spPr>
          <a:xfrm>
            <a:off x="12341500" y="9095450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T32.2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24" name="Google Shape;3824;g3a547e7f83b_0_1093"/>
          <p:cNvSpPr/>
          <p:nvPr/>
        </p:nvSpPr>
        <p:spPr>
          <a:xfrm>
            <a:off x="9366063" y="9618659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25" name="Google Shape;3825;g3a547e7f83b_0_1093"/>
          <p:cNvSpPr/>
          <p:nvPr/>
        </p:nvSpPr>
        <p:spPr>
          <a:xfrm>
            <a:off x="6725925" y="669841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826" name="Google Shape;3826;g3a547e7f83b_0_1093"/>
          <p:cNvSpPr/>
          <p:nvPr/>
        </p:nvSpPr>
        <p:spPr>
          <a:xfrm>
            <a:off x="6045600" y="1167184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827" name="Google Shape;3827;g3a547e7f83b_0_1093"/>
          <p:cNvSpPr/>
          <p:nvPr/>
        </p:nvSpPr>
        <p:spPr>
          <a:xfrm>
            <a:off x="6045600" y="5993964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828" name="Google Shape;3828;g3a547e7f83b_0_1093"/>
          <p:cNvSpPr/>
          <p:nvPr/>
        </p:nvSpPr>
        <p:spPr>
          <a:xfrm>
            <a:off x="6045600" y="758637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829" name="Google Shape;3829;g3a547e7f83b_0_1093"/>
          <p:cNvSpPr/>
          <p:nvPr/>
        </p:nvSpPr>
        <p:spPr>
          <a:xfrm>
            <a:off x="6045600" y="9350171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830" name="Google Shape;3830;g3a547e7f83b_0_1093"/>
          <p:cNvSpPr/>
          <p:nvPr/>
        </p:nvSpPr>
        <p:spPr>
          <a:xfrm>
            <a:off x="6725925" y="2251384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831" name="Google Shape;3831;g3a547e7f83b_0_1093"/>
          <p:cNvSpPr/>
          <p:nvPr/>
        </p:nvSpPr>
        <p:spPr>
          <a:xfrm>
            <a:off x="6045600" y="2609751"/>
            <a:ext cx="2943600" cy="11844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US15</a:t>
            </a:r>
            <a:r>
              <a:rPr lang="en-GB" sz="1300"/>
              <a:t>: As an aspiring software engineer, I want to think about an US implementation class diagram representation, so that my group is able to design it.</a:t>
            </a:r>
            <a:endParaRPr sz="1300"/>
          </a:p>
        </p:txBody>
      </p:sp>
      <p:sp>
        <p:nvSpPr>
          <p:cNvPr id="3832" name="Google Shape;3832;g3a547e7f83b_0_1093"/>
          <p:cNvSpPr/>
          <p:nvPr/>
        </p:nvSpPr>
        <p:spPr>
          <a:xfrm>
            <a:off x="6735713" y="3953759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833" name="Google Shape;3833;g3a547e7f83b_0_1093"/>
          <p:cNvSpPr/>
          <p:nvPr/>
        </p:nvSpPr>
        <p:spPr>
          <a:xfrm>
            <a:off x="6055388" y="4312126"/>
            <a:ext cx="2943600" cy="11844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US15</a:t>
            </a:r>
            <a:r>
              <a:rPr lang="en-GB" sz="1300"/>
              <a:t>: As an aspiring software engineer, I want to think about an US implementation class diagram representation, so that my group is able to design it.</a:t>
            </a:r>
            <a:endParaRPr sz="130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37" name="Shape 38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38" name="Google Shape;3838;g3a5af5b02b4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839" name="Google Shape;3839;g3a5af5b02b4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840" name="Google Shape;3840;g3a5af5b02b4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41" name="Google Shape;3841;g3a5af5b02b4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42" name="Google Shape;3842;g3a5af5b02b4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43" name="Google Shape;3843;g3a5af5b02b4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44" name="Google Shape;3844;g3a5af5b02b4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45" name="Google Shape;3845;g3a5af5b02b4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46" name="Google Shape;3846;g3a5af5b02b4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47" name="Google Shape;3847;g3a5af5b02b4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48" name="Google Shape;3848;g3a5af5b02b4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49" name="Google Shape;3849;g3a5af5b02b4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50" name="Google Shape;3850;g3a5af5b02b4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51" name="Google Shape;3851;g3a5af5b02b4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52" name="Google Shape;3852;g3a5af5b02b4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853" name="Google Shape;3853;g3a5af5b02b4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854" name="Google Shape;3854;g3a5af5b02b4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855" name="Google Shape;3855;g3a5af5b02b4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856" name="Google Shape;3856;g3a5af5b02b4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857" name="Google Shape;3857;g3a5af5b02b4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858" name="Google Shape;3858;g3a5af5b02b4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859" name="Google Shape;3859;g3a5af5b02b4_0_0"/>
          <p:cNvSpPr/>
          <p:nvPr/>
        </p:nvSpPr>
        <p:spPr>
          <a:xfrm>
            <a:off x="12369225" y="685525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T31.1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60" name="Google Shape;3860;g3a5af5b02b4_0_0"/>
          <p:cNvSpPr/>
          <p:nvPr/>
        </p:nvSpPr>
        <p:spPr>
          <a:xfrm>
            <a:off x="15476075" y="4158751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T35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US1's use case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#67286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61" name="Google Shape;3861;g3a5af5b02b4_0_0"/>
          <p:cNvSpPr/>
          <p:nvPr/>
        </p:nvSpPr>
        <p:spPr>
          <a:xfrm>
            <a:off x="9366063" y="2289953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T36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US2's use case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62" name="Google Shape;3862;g3a5af5b02b4_0_0"/>
          <p:cNvSpPr/>
          <p:nvPr/>
        </p:nvSpPr>
        <p:spPr>
          <a:xfrm>
            <a:off x="9366063" y="4252783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T39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US1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63" name="Google Shape;3863;g3a5af5b02b4_0_0"/>
          <p:cNvSpPr/>
          <p:nvPr/>
        </p:nvSpPr>
        <p:spPr>
          <a:xfrm>
            <a:off x="9366063" y="281596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T40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US2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64" name="Google Shape;3864;g3a5af5b02b4_0_0"/>
          <p:cNvSpPr/>
          <p:nvPr/>
        </p:nvSpPr>
        <p:spPr>
          <a:xfrm>
            <a:off x="12341500" y="4183059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US1 would look like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65" name="Google Shape;3865;g3a5af5b02b4_0_0"/>
          <p:cNvSpPr/>
          <p:nvPr/>
        </p:nvSpPr>
        <p:spPr>
          <a:xfrm>
            <a:off x="12341500" y="2495383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US2 would look like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66" name="Google Shape;3866;g3a5af5b02b4_0_0"/>
          <p:cNvSpPr/>
          <p:nvPr/>
        </p:nvSpPr>
        <p:spPr>
          <a:xfrm>
            <a:off x="6725925" y="551313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867" name="Google Shape;3867;g3a5af5b02b4_0_0"/>
          <p:cNvSpPr/>
          <p:nvPr/>
        </p:nvSpPr>
        <p:spPr>
          <a:xfrm>
            <a:off x="6725925" y="713857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868" name="Google Shape;3868;g3a5af5b02b4_0_0"/>
          <p:cNvSpPr/>
          <p:nvPr/>
        </p:nvSpPr>
        <p:spPr>
          <a:xfrm>
            <a:off x="6725925" y="883631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869" name="Google Shape;3869;g3a5af5b02b4_0_0"/>
          <p:cNvSpPr/>
          <p:nvPr/>
        </p:nvSpPr>
        <p:spPr>
          <a:xfrm>
            <a:off x="12369225" y="1266696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T33.1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70" name="Google Shape;3870;g3a5af5b02b4_0_0"/>
          <p:cNvSpPr/>
          <p:nvPr/>
        </p:nvSpPr>
        <p:spPr>
          <a:xfrm>
            <a:off x="9344457" y="91377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T37.1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71" name="Google Shape;3871;g3a5af5b02b4_0_0"/>
          <p:cNvSpPr/>
          <p:nvPr/>
        </p:nvSpPr>
        <p:spPr>
          <a:xfrm>
            <a:off x="12341500" y="7467087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T31.2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72" name="Google Shape;3872;g3a5af5b02b4_0_0"/>
          <p:cNvSpPr/>
          <p:nvPr/>
        </p:nvSpPr>
        <p:spPr>
          <a:xfrm>
            <a:off x="9366075" y="7446653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T33.2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73" name="Google Shape;3873;g3a5af5b02b4_0_0"/>
          <p:cNvSpPr/>
          <p:nvPr/>
        </p:nvSpPr>
        <p:spPr>
          <a:xfrm>
            <a:off x="9366063" y="7768184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T37.2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74" name="Google Shape;3874;g3a5af5b02b4_0_0"/>
          <p:cNvSpPr/>
          <p:nvPr/>
        </p:nvSpPr>
        <p:spPr>
          <a:xfrm>
            <a:off x="9366075" y="5729748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T34.1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75" name="Google Shape;3875;g3a5af5b02b4_0_0"/>
          <p:cNvSpPr/>
          <p:nvPr/>
        </p:nvSpPr>
        <p:spPr>
          <a:xfrm>
            <a:off x="12369225" y="5838700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T32.1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76" name="Google Shape;3876;g3a5af5b02b4_0_0"/>
          <p:cNvSpPr/>
          <p:nvPr/>
        </p:nvSpPr>
        <p:spPr>
          <a:xfrm>
            <a:off x="9344450" y="9095448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T34.2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77" name="Google Shape;3877;g3a5af5b02b4_0_0"/>
          <p:cNvSpPr/>
          <p:nvPr/>
        </p:nvSpPr>
        <p:spPr>
          <a:xfrm>
            <a:off x="9366063" y="606021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78" name="Google Shape;3878;g3a5af5b02b4_0_0"/>
          <p:cNvSpPr/>
          <p:nvPr/>
        </p:nvSpPr>
        <p:spPr>
          <a:xfrm>
            <a:off x="12341500" y="9095450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T32.2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79" name="Google Shape;3879;g3a5af5b02b4_0_0"/>
          <p:cNvSpPr/>
          <p:nvPr/>
        </p:nvSpPr>
        <p:spPr>
          <a:xfrm>
            <a:off x="9366063" y="942049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80" name="Google Shape;3880;g3a5af5b02b4_0_0"/>
          <p:cNvSpPr/>
          <p:nvPr/>
        </p:nvSpPr>
        <p:spPr>
          <a:xfrm>
            <a:off x="6725925" y="669841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881" name="Google Shape;3881;g3a5af5b02b4_0_0"/>
          <p:cNvSpPr/>
          <p:nvPr/>
        </p:nvSpPr>
        <p:spPr>
          <a:xfrm>
            <a:off x="6045600" y="1167184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882" name="Google Shape;3882;g3a5af5b02b4_0_0"/>
          <p:cNvSpPr/>
          <p:nvPr/>
        </p:nvSpPr>
        <p:spPr>
          <a:xfrm>
            <a:off x="6045600" y="5993964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883" name="Google Shape;3883;g3a5af5b02b4_0_0"/>
          <p:cNvSpPr/>
          <p:nvPr/>
        </p:nvSpPr>
        <p:spPr>
          <a:xfrm>
            <a:off x="6045600" y="758637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884" name="Google Shape;3884;g3a5af5b02b4_0_0"/>
          <p:cNvSpPr/>
          <p:nvPr/>
        </p:nvSpPr>
        <p:spPr>
          <a:xfrm>
            <a:off x="6045600" y="9350171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885" name="Google Shape;3885;g3a5af5b02b4_0_0"/>
          <p:cNvSpPr/>
          <p:nvPr/>
        </p:nvSpPr>
        <p:spPr>
          <a:xfrm>
            <a:off x="6725925" y="3835371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886" name="Google Shape;3886;g3a5af5b02b4_0_0"/>
          <p:cNvSpPr/>
          <p:nvPr/>
        </p:nvSpPr>
        <p:spPr>
          <a:xfrm>
            <a:off x="6725925" y="2251384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887" name="Google Shape;3887;g3a5af5b02b4_0_0"/>
          <p:cNvSpPr/>
          <p:nvPr/>
        </p:nvSpPr>
        <p:spPr>
          <a:xfrm>
            <a:off x="6045600" y="2609751"/>
            <a:ext cx="2943600" cy="11844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US15</a:t>
            </a:r>
            <a:r>
              <a:rPr lang="en-GB" sz="1300"/>
              <a:t>: As an aspiring software engineer, I want to think about an US implementation class diagram representation, so that my group is able to design it.</a:t>
            </a:r>
            <a:endParaRPr sz="1300"/>
          </a:p>
        </p:txBody>
      </p:sp>
      <p:sp>
        <p:nvSpPr>
          <p:cNvPr id="3888" name="Google Shape;3888;g3a5af5b02b4_0_0"/>
          <p:cNvSpPr/>
          <p:nvPr/>
        </p:nvSpPr>
        <p:spPr>
          <a:xfrm>
            <a:off x="6045600" y="4235801"/>
            <a:ext cx="2943600" cy="11844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US15</a:t>
            </a:r>
            <a:r>
              <a:rPr lang="en-GB" sz="1300"/>
              <a:t>: As an aspiring software engineer, I want to think about an US implementation class diagram representation, so that my group is able to design it.</a:t>
            </a:r>
            <a:endParaRPr sz="130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92" name="Shape 38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93" name="Google Shape;3893;g3a77257314c_0_52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894" name="Google Shape;3894;g3a77257314c_0_52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895" name="Google Shape;3895;g3a77257314c_0_52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96" name="Google Shape;3896;g3a77257314c_0_52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97" name="Google Shape;3897;g3a77257314c_0_52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98" name="Google Shape;3898;g3a77257314c_0_52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99" name="Google Shape;3899;g3a77257314c_0_52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00" name="Google Shape;3900;g3a77257314c_0_52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01" name="Google Shape;3901;g3a77257314c_0_52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02" name="Google Shape;3902;g3a77257314c_0_52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03" name="Google Shape;3903;g3a77257314c_0_52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04" name="Google Shape;3904;g3a77257314c_0_52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05" name="Google Shape;3905;g3a77257314c_0_52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06" name="Google Shape;3906;g3a77257314c_0_52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07" name="Google Shape;3907;g3a77257314c_0_52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908" name="Google Shape;3908;g3a77257314c_0_52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09" name="Google Shape;3909;g3a77257314c_0_52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10" name="Google Shape;3910;g3a77257314c_0_52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11" name="Google Shape;3911;g3a77257314c_0_52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12" name="Google Shape;3912;g3a77257314c_0_52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13" name="Google Shape;3913;g3a77257314c_0_52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14" name="Google Shape;3914;g3a77257314c_0_52"/>
          <p:cNvSpPr/>
          <p:nvPr/>
        </p:nvSpPr>
        <p:spPr>
          <a:xfrm>
            <a:off x="12369225" y="685525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T31.1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15" name="Google Shape;3915;g3a77257314c_0_52"/>
          <p:cNvSpPr/>
          <p:nvPr/>
        </p:nvSpPr>
        <p:spPr>
          <a:xfrm>
            <a:off x="15476075" y="4024375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T35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Work on the extensive version of US1's use case (undo/redo).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#67286</a:t>
            </a:r>
            <a:endParaRPr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16" name="Google Shape;3916;g3a77257314c_0_52"/>
          <p:cNvSpPr/>
          <p:nvPr/>
        </p:nvSpPr>
        <p:spPr>
          <a:xfrm>
            <a:off x="12388787" y="266720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T36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US2's use case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17" name="Google Shape;3917;g3a77257314c_0_52"/>
          <p:cNvSpPr/>
          <p:nvPr/>
        </p:nvSpPr>
        <p:spPr>
          <a:xfrm>
            <a:off x="9366063" y="4252783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T39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US1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18" name="Google Shape;3918;g3a77257314c_0_52"/>
          <p:cNvSpPr/>
          <p:nvPr/>
        </p:nvSpPr>
        <p:spPr>
          <a:xfrm>
            <a:off x="9366063" y="281596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T40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US2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19" name="Google Shape;3919;g3a77257314c_0_52"/>
          <p:cNvSpPr/>
          <p:nvPr/>
        </p:nvSpPr>
        <p:spPr>
          <a:xfrm>
            <a:off x="15476075" y="4406401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US1 would look like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20" name="Google Shape;3920;g3a77257314c_0_52"/>
          <p:cNvSpPr/>
          <p:nvPr/>
        </p:nvSpPr>
        <p:spPr>
          <a:xfrm>
            <a:off x="15477950" y="2415175"/>
            <a:ext cx="2519700" cy="1498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US2 would look like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#67804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21" name="Google Shape;3921;g3a77257314c_0_52"/>
          <p:cNvSpPr/>
          <p:nvPr/>
        </p:nvSpPr>
        <p:spPr>
          <a:xfrm>
            <a:off x="6725925" y="551313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922" name="Google Shape;3922;g3a77257314c_0_52"/>
          <p:cNvSpPr/>
          <p:nvPr/>
        </p:nvSpPr>
        <p:spPr>
          <a:xfrm>
            <a:off x="6725925" y="713857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923" name="Google Shape;3923;g3a77257314c_0_52"/>
          <p:cNvSpPr/>
          <p:nvPr/>
        </p:nvSpPr>
        <p:spPr>
          <a:xfrm>
            <a:off x="6725925" y="883631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924" name="Google Shape;3924;g3a77257314c_0_52"/>
          <p:cNvSpPr/>
          <p:nvPr/>
        </p:nvSpPr>
        <p:spPr>
          <a:xfrm>
            <a:off x="12369225" y="1266696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T33.1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25" name="Google Shape;3925;g3a77257314c_0_52"/>
          <p:cNvSpPr/>
          <p:nvPr/>
        </p:nvSpPr>
        <p:spPr>
          <a:xfrm>
            <a:off x="9344457" y="91377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T37.1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26" name="Google Shape;3926;g3a77257314c_0_52"/>
          <p:cNvSpPr/>
          <p:nvPr/>
        </p:nvSpPr>
        <p:spPr>
          <a:xfrm>
            <a:off x="12341500" y="7289878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T31.2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27" name="Google Shape;3927;g3a77257314c_0_52"/>
          <p:cNvSpPr/>
          <p:nvPr/>
        </p:nvSpPr>
        <p:spPr>
          <a:xfrm>
            <a:off x="12341496" y="7719753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T33.2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28" name="Google Shape;3928;g3a77257314c_0_52"/>
          <p:cNvSpPr/>
          <p:nvPr/>
        </p:nvSpPr>
        <p:spPr>
          <a:xfrm>
            <a:off x="9366075" y="5729748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T34.2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29" name="Google Shape;3929;g3a77257314c_0_52"/>
          <p:cNvSpPr/>
          <p:nvPr/>
        </p:nvSpPr>
        <p:spPr>
          <a:xfrm>
            <a:off x="9366063" y="7435917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T37.2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30" name="Google Shape;3930;g3a77257314c_0_52"/>
          <p:cNvSpPr/>
          <p:nvPr/>
        </p:nvSpPr>
        <p:spPr>
          <a:xfrm>
            <a:off x="12369225" y="5838700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T32.1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31" name="Google Shape;3931;g3a77257314c_0_52"/>
          <p:cNvSpPr/>
          <p:nvPr/>
        </p:nvSpPr>
        <p:spPr>
          <a:xfrm>
            <a:off x="9366063" y="606021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32" name="Google Shape;3932;g3a77257314c_0_52"/>
          <p:cNvSpPr/>
          <p:nvPr/>
        </p:nvSpPr>
        <p:spPr>
          <a:xfrm>
            <a:off x="9366075" y="9097823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T34.2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33" name="Google Shape;3933;g3a77257314c_0_52"/>
          <p:cNvSpPr/>
          <p:nvPr/>
        </p:nvSpPr>
        <p:spPr>
          <a:xfrm>
            <a:off x="12341500" y="9095450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T32.2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34" name="Google Shape;3934;g3a77257314c_0_52"/>
          <p:cNvSpPr/>
          <p:nvPr/>
        </p:nvSpPr>
        <p:spPr>
          <a:xfrm>
            <a:off x="9366063" y="942049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35" name="Google Shape;3935;g3a77257314c_0_52"/>
          <p:cNvSpPr/>
          <p:nvPr/>
        </p:nvSpPr>
        <p:spPr>
          <a:xfrm>
            <a:off x="6725925" y="669841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936" name="Google Shape;3936;g3a77257314c_0_52"/>
          <p:cNvSpPr/>
          <p:nvPr/>
        </p:nvSpPr>
        <p:spPr>
          <a:xfrm>
            <a:off x="6045600" y="1167184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937" name="Google Shape;3937;g3a77257314c_0_52"/>
          <p:cNvSpPr/>
          <p:nvPr/>
        </p:nvSpPr>
        <p:spPr>
          <a:xfrm>
            <a:off x="6045600" y="5993964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938" name="Google Shape;3938;g3a77257314c_0_52"/>
          <p:cNvSpPr/>
          <p:nvPr/>
        </p:nvSpPr>
        <p:spPr>
          <a:xfrm>
            <a:off x="6045600" y="758637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939" name="Google Shape;3939;g3a77257314c_0_52"/>
          <p:cNvSpPr/>
          <p:nvPr/>
        </p:nvSpPr>
        <p:spPr>
          <a:xfrm>
            <a:off x="6045600" y="9350171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940" name="Google Shape;3940;g3a77257314c_0_52"/>
          <p:cNvSpPr/>
          <p:nvPr/>
        </p:nvSpPr>
        <p:spPr>
          <a:xfrm>
            <a:off x="6725925" y="3835371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941" name="Google Shape;3941;g3a77257314c_0_52"/>
          <p:cNvSpPr/>
          <p:nvPr/>
        </p:nvSpPr>
        <p:spPr>
          <a:xfrm>
            <a:off x="6725925" y="2251384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942" name="Google Shape;3942;g3a77257314c_0_52"/>
          <p:cNvSpPr/>
          <p:nvPr/>
        </p:nvSpPr>
        <p:spPr>
          <a:xfrm>
            <a:off x="6045600" y="2609751"/>
            <a:ext cx="2943600" cy="11844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US15</a:t>
            </a:r>
            <a:r>
              <a:rPr lang="en-GB" sz="1300"/>
              <a:t>: As an aspiring software engineer, I want to think about an US implementation class diagram representation, so that my group is able to design it.</a:t>
            </a:r>
            <a:endParaRPr sz="1300"/>
          </a:p>
        </p:txBody>
      </p:sp>
      <p:sp>
        <p:nvSpPr>
          <p:cNvPr id="3943" name="Google Shape;3943;g3a77257314c_0_52"/>
          <p:cNvSpPr/>
          <p:nvPr/>
        </p:nvSpPr>
        <p:spPr>
          <a:xfrm>
            <a:off x="6045600" y="4235801"/>
            <a:ext cx="2943600" cy="11844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US15</a:t>
            </a:r>
            <a:r>
              <a:rPr lang="en-GB" sz="1300"/>
              <a:t>: As an aspiring software engineer, I want to think about an US implementation class diagram representation, so that my group is able to design it.</a:t>
            </a:r>
            <a:endParaRPr sz="130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47" name="Shape 39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948" name="Google Shape;3948;g3a77257314c_0_10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49" name="Google Shape;3949;g3a77257314c_0_10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50" name="Google Shape;3950;g3a77257314c_0_10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51" name="Google Shape;3951;g3a77257314c_0_10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52" name="Google Shape;3952;g3a77257314c_0_10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53" name="Google Shape;3953;g3a77257314c_0_10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54" name="Google Shape;3954;g3a77257314c_0_10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55" name="Google Shape;3955;g3a77257314c_0_10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56" name="Google Shape;3956;g3a77257314c_0_10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57" name="Google Shape;3957;g3a77257314c_0_10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58" name="Google Shape;3958;g3a77257314c_0_10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59" name="Google Shape;3959;g3a77257314c_0_10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60" name="Google Shape;3960;g3a77257314c_0_10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61" name="Google Shape;3961;g3a77257314c_0_10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62" name="Google Shape;3962;g3a77257314c_0_10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963" name="Google Shape;3963;g3a77257314c_0_10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64" name="Google Shape;3964;g3a77257314c_0_10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65" name="Google Shape;3965;g3a77257314c_0_10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66" name="Google Shape;3966;g3a77257314c_0_10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67" name="Google Shape;3967;g3a77257314c_0_10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68" name="Google Shape;3968;g3a77257314c_0_10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69" name="Google Shape;3969;g3a77257314c_0_104"/>
          <p:cNvSpPr/>
          <p:nvPr/>
        </p:nvSpPr>
        <p:spPr>
          <a:xfrm>
            <a:off x="12369225" y="1195001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T31.1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70" name="Google Shape;3970;g3a77257314c_0_104"/>
          <p:cNvSpPr/>
          <p:nvPr/>
        </p:nvSpPr>
        <p:spPr>
          <a:xfrm>
            <a:off x="15476079" y="4272075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T35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US1's use case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71" name="Google Shape;3971;g3a77257314c_0_104"/>
          <p:cNvSpPr/>
          <p:nvPr/>
        </p:nvSpPr>
        <p:spPr>
          <a:xfrm>
            <a:off x="9366063" y="4252783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T39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US1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72" name="Google Shape;3972;g3a77257314c_0_104"/>
          <p:cNvSpPr/>
          <p:nvPr/>
        </p:nvSpPr>
        <p:spPr>
          <a:xfrm>
            <a:off x="9366063" y="281596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T40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US2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73" name="Google Shape;3973;g3a77257314c_0_104"/>
          <p:cNvSpPr/>
          <p:nvPr/>
        </p:nvSpPr>
        <p:spPr>
          <a:xfrm>
            <a:off x="15476075" y="4654101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US1 would look like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74" name="Google Shape;3974;g3a77257314c_0_104"/>
          <p:cNvSpPr/>
          <p:nvPr/>
        </p:nvSpPr>
        <p:spPr>
          <a:xfrm>
            <a:off x="15476075" y="2318048"/>
            <a:ext cx="2519700" cy="1528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US2 would look like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75" name="Google Shape;3975;g3a77257314c_0_104"/>
          <p:cNvSpPr/>
          <p:nvPr/>
        </p:nvSpPr>
        <p:spPr>
          <a:xfrm>
            <a:off x="6725925" y="551313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976" name="Google Shape;3976;g3a77257314c_0_104"/>
          <p:cNvSpPr/>
          <p:nvPr/>
        </p:nvSpPr>
        <p:spPr>
          <a:xfrm>
            <a:off x="6725925" y="713857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977" name="Google Shape;3977;g3a77257314c_0_104"/>
          <p:cNvSpPr/>
          <p:nvPr/>
        </p:nvSpPr>
        <p:spPr>
          <a:xfrm>
            <a:off x="6725925" y="883631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978" name="Google Shape;3978;g3a77257314c_0_104"/>
          <p:cNvSpPr/>
          <p:nvPr/>
        </p:nvSpPr>
        <p:spPr>
          <a:xfrm>
            <a:off x="15477975" y="883783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T33.1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79" name="Google Shape;3979;g3a77257314c_0_104"/>
          <p:cNvSpPr/>
          <p:nvPr/>
        </p:nvSpPr>
        <p:spPr>
          <a:xfrm>
            <a:off x="9344457" y="1090987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T37.1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80" name="Google Shape;3980;g3a77257314c_0_104"/>
          <p:cNvSpPr/>
          <p:nvPr/>
        </p:nvSpPr>
        <p:spPr>
          <a:xfrm>
            <a:off x="12377710" y="7519546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T31.2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81" name="Google Shape;3981;g3a77257314c_0_104"/>
          <p:cNvSpPr/>
          <p:nvPr/>
        </p:nvSpPr>
        <p:spPr>
          <a:xfrm>
            <a:off x="15477975" y="7394901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T33.2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#67804, #68547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82" name="Google Shape;3982;g3a77257314c_0_104"/>
          <p:cNvSpPr/>
          <p:nvPr/>
        </p:nvSpPr>
        <p:spPr>
          <a:xfrm>
            <a:off x="9407185" y="7388327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T37.2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83" name="Google Shape;3983;g3a77257314c_0_104"/>
          <p:cNvSpPr/>
          <p:nvPr/>
        </p:nvSpPr>
        <p:spPr>
          <a:xfrm>
            <a:off x="12369225" y="5617188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T32.1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84" name="Google Shape;3984;g3a77257314c_0_104"/>
          <p:cNvSpPr/>
          <p:nvPr/>
        </p:nvSpPr>
        <p:spPr>
          <a:xfrm>
            <a:off x="9410365" y="586085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85" name="Google Shape;3985;g3a77257314c_0_104"/>
          <p:cNvSpPr/>
          <p:nvPr/>
        </p:nvSpPr>
        <p:spPr>
          <a:xfrm>
            <a:off x="12341500" y="8829636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T32.2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86" name="Google Shape;3986;g3a77257314c_0_104"/>
          <p:cNvSpPr/>
          <p:nvPr/>
        </p:nvSpPr>
        <p:spPr>
          <a:xfrm>
            <a:off x="9410365" y="8977475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87" name="Google Shape;3987;g3a77257314c_0_104"/>
          <p:cNvSpPr/>
          <p:nvPr/>
        </p:nvSpPr>
        <p:spPr>
          <a:xfrm>
            <a:off x="6725925" y="669841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988" name="Google Shape;3988;g3a77257314c_0_104"/>
          <p:cNvSpPr/>
          <p:nvPr/>
        </p:nvSpPr>
        <p:spPr>
          <a:xfrm>
            <a:off x="6045600" y="1167184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989" name="Google Shape;3989;g3a77257314c_0_104"/>
          <p:cNvSpPr/>
          <p:nvPr/>
        </p:nvSpPr>
        <p:spPr>
          <a:xfrm>
            <a:off x="6045600" y="5993964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990" name="Google Shape;3990;g3a77257314c_0_104"/>
          <p:cNvSpPr/>
          <p:nvPr/>
        </p:nvSpPr>
        <p:spPr>
          <a:xfrm>
            <a:off x="6045600" y="758637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991" name="Google Shape;3991;g3a77257314c_0_104"/>
          <p:cNvSpPr/>
          <p:nvPr/>
        </p:nvSpPr>
        <p:spPr>
          <a:xfrm>
            <a:off x="6045600" y="9350171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992" name="Google Shape;3992;g3a77257314c_0_104"/>
          <p:cNvSpPr/>
          <p:nvPr/>
        </p:nvSpPr>
        <p:spPr>
          <a:xfrm>
            <a:off x="15477950" y="2768938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T36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US2's use case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#68547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93" name="Google Shape;3993;g3a77257314c_0_104"/>
          <p:cNvSpPr/>
          <p:nvPr/>
        </p:nvSpPr>
        <p:spPr>
          <a:xfrm>
            <a:off x="12341500" y="9162123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T34.2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94" name="Google Shape;3994;g3a77257314c_0_104"/>
          <p:cNvSpPr/>
          <p:nvPr/>
        </p:nvSpPr>
        <p:spPr>
          <a:xfrm>
            <a:off x="12341500" y="5993973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T34.1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95" name="Google Shape;3995;g3a77257314c_0_104"/>
          <p:cNvSpPr/>
          <p:nvPr/>
        </p:nvSpPr>
        <p:spPr>
          <a:xfrm>
            <a:off x="6725925" y="3835371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996" name="Google Shape;3996;g3a77257314c_0_104"/>
          <p:cNvSpPr/>
          <p:nvPr/>
        </p:nvSpPr>
        <p:spPr>
          <a:xfrm>
            <a:off x="6725925" y="2251384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997" name="Google Shape;3997;g3a77257314c_0_104"/>
          <p:cNvSpPr/>
          <p:nvPr/>
        </p:nvSpPr>
        <p:spPr>
          <a:xfrm>
            <a:off x="6045600" y="2609751"/>
            <a:ext cx="2943600" cy="11844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US15</a:t>
            </a:r>
            <a:r>
              <a:rPr lang="en-GB" sz="1300"/>
              <a:t>: As an aspiring software engineer, I want to think about an US implementation class diagram representation, so that my group is able to design it.</a:t>
            </a:r>
            <a:endParaRPr sz="1300"/>
          </a:p>
        </p:txBody>
      </p:sp>
      <p:sp>
        <p:nvSpPr>
          <p:cNvPr id="3998" name="Google Shape;3998;g3a77257314c_0_104"/>
          <p:cNvSpPr/>
          <p:nvPr/>
        </p:nvSpPr>
        <p:spPr>
          <a:xfrm>
            <a:off x="6045600" y="4235801"/>
            <a:ext cx="2943600" cy="11844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US15</a:t>
            </a:r>
            <a:r>
              <a:rPr lang="en-GB" sz="1300"/>
              <a:t>: As an aspiring software engineer, I want to think about an US implementation class diagram representation, so that my group is able to design it.</a:t>
            </a:r>
            <a:endParaRPr sz="130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02" name="Shape 40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003" name="Google Shape;4003;g3a7fa96c598_0_10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004" name="Google Shape;4004;g3a7fa96c598_0_10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005" name="Google Shape;4005;g3a7fa96c598_0_10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06" name="Google Shape;4006;g3a7fa96c598_0_10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07" name="Google Shape;4007;g3a7fa96c598_0_10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08" name="Google Shape;4008;g3a7fa96c598_0_10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09" name="Google Shape;4009;g3a7fa96c598_0_10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10" name="Google Shape;4010;g3a7fa96c598_0_10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11" name="Google Shape;4011;g3a7fa96c598_0_10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12" name="Google Shape;4012;g3a7fa96c598_0_10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13" name="Google Shape;4013;g3a7fa96c598_0_10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14" name="Google Shape;4014;g3a7fa96c598_0_10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15" name="Google Shape;4015;g3a7fa96c598_0_10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16" name="Google Shape;4016;g3a7fa96c598_0_10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17" name="Google Shape;4017;g3a7fa96c598_0_10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018" name="Google Shape;4018;g3a7fa96c598_0_10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019" name="Google Shape;4019;g3a7fa96c598_0_10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020" name="Google Shape;4020;g3a7fa96c598_0_10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021" name="Google Shape;4021;g3a7fa96c598_0_10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022" name="Google Shape;4022;g3a7fa96c598_0_10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023" name="Google Shape;4023;g3a7fa96c598_0_10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024" name="Google Shape;4024;g3a7fa96c598_0_104"/>
          <p:cNvSpPr/>
          <p:nvPr/>
        </p:nvSpPr>
        <p:spPr>
          <a:xfrm>
            <a:off x="12369225" y="881247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T31.1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25" name="Google Shape;4025;g3a7fa96c598_0_104"/>
          <p:cNvSpPr/>
          <p:nvPr/>
        </p:nvSpPr>
        <p:spPr>
          <a:xfrm>
            <a:off x="12377704" y="3990887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T35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US1's use case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26" name="Google Shape;4026;g3a7fa96c598_0_104"/>
          <p:cNvSpPr/>
          <p:nvPr/>
        </p:nvSpPr>
        <p:spPr>
          <a:xfrm>
            <a:off x="12377688" y="4367758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T39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US1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27" name="Google Shape;4027;g3a7fa96c598_0_104"/>
          <p:cNvSpPr/>
          <p:nvPr/>
        </p:nvSpPr>
        <p:spPr>
          <a:xfrm>
            <a:off x="9366063" y="281596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T40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US2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28" name="Google Shape;4028;g3a7fa96c598_0_104"/>
          <p:cNvSpPr/>
          <p:nvPr/>
        </p:nvSpPr>
        <p:spPr>
          <a:xfrm>
            <a:off x="15496075" y="4153851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US1 would look like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29" name="Google Shape;4029;g3a7fa96c598_0_104"/>
          <p:cNvSpPr/>
          <p:nvPr/>
        </p:nvSpPr>
        <p:spPr>
          <a:xfrm>
            <a:off x="15477950" y="2125848"/>
            <a:ext cx="2519700" cy="1528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US2 would look like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30" name="Google Shape;4030;g3a7fa96c598_0_104"/>
          <p:cNvSpPr/>
          <p:nvPr/>
        </p:nvSpPr>
        <p:spPr>
          <a:xfrm>
            <a:off x="6725925" y="551313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4031" name="Google Shape;4031;g3a7fa96c598_0_104"/>
          <p:cNvSpPr/>
          <p:nvPr/>
        </p:nvSpPr>
        <p:spPr>
          <a:xfrm>
            <a:off x="6725925" y="713857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4032" name="Google Shape;4032;g3a7fa96c598_0_104"/>
          <p:cNvSpPr/>
          <p:nvPr/>
        </p:nvSpPr>
        <p:spPr>
          <a:xfrm>
            <a:off x="6725925" y="883631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4033" name="Google Shape;4033;g3a7fa96c598_0_104"/>
          <p:cNvSpPr/>
          <p:nvPr/>
        </p:nvSpPr>
        <p:spPr>
          <a:xfrm>
            <a:off x="18583232" y="968976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T33.1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34" name="Google Shape;4034;g3a7fa96c598_0_104"/>
          <p:cNvSpPr/>
          <p:nvPr/>
        </p:nvSpPr>
        <p:spPr>
          <a:xfrm>
            <a:off x="12377692" y="1239933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T37.1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35" name="Google Shape;4035;g3a7fa96c598_0_104"/>
          <p:cNvSpPr/>
          <p:nvPr/>
        </p:nvSpPr>
        <p:spPr>
          <a:xfrm>
            <a:off x="12377710" y="7215733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T31.2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36" name="Google Shape;4036;g3a7fa96c598_0_104"/>
          <p:cNvSpPr/>
          <p:nvPr/>
        </p:nvSpPr>
        <p:spPr>
          <a:xfrm>
            <a:off x="18560000" y="7451075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T33.2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37" name="Google Shape;4037;g3a7fa96c598_0_104"/>
          <p:cNvSpPr/>
          <p:nvPr/>
        </p:nvSpPr>
        <p:spPr>
          <a:xfrm>
            <a:off x="12377710" y="7580202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T37.2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38" name="Google Shape;4038;g3a7fa96c598_0_104"/>
          <p:cNvSpPr/>
          <p:nvPr/>
        </p:nvSpPr>
        <p:spPr>
          <a:xfrm>
            <a:off x="15496075" y="5943653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T32.1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#67286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39" name="Google Shape;4039;g3a7fa96c598_0_104"/>
          <p:cNvSpPr/>
          <p:nvPr/>
        </p:nvSpPr>
        <p:spPr>
          <a:xfrm>
            <a:off x="9410365" y="586085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40" name="Google Shape;4040;g3a7fa96c598_0_104"/>
          <p:cNvSpPr/>
          <p:nvPr/>
        </p:nvSpPr>
        <p:spPr>
          <a:xfrm>
            <a:off x="15496075" y="8979853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T32.2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#67286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41" name="Google Shape;4041;g3a7fa96c598_0_104"/>
          <p:cNvSpPr/>
          <p:nvPr/>
        </p:nvSpPr>
        <p:spPr>
          <a:xfrm>
            <a:off x="9410365" y="8977475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42" name="Google Shape;4042;g3a7fa96c598_0_104"/>
          <p:cNvSpPr/>
          <p:nvPr/>
        </p:nvSpPr>
        <p:spPr>
          <a:xfrm>
            <a:off x="6725925" y="669841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4043" name="Google Shape;4043;g3a7fa96c598_0_104"/>
          <p:cNvSpPr/>
          <p:nvPr/>
        </p:nvSpPr>
        <p:spPr>
          <a:xfrm>
            <a:off x="6045600" y="1167184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4044" name="Google Shape;4044;g3a7fa96c598_0_104"/>
          <p:cNvSpPr/>
          <p:nvPr/>
        </p:nvSpPr>
        <p:spPr>
          <a:xfrm>
            <a:off x="6045600" y="5993964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4045" name="Google Shape;4045;g3a7fa96c598_0_104"/>
          <p:cNvSpPr/>
          <p:nvPr/>
        </p:nvSpPr>
        <p:spPr>
          <a:xfrm>
            <a:off x="6045600" y="758637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4046" name="Google Shape;4046;g3a7fa96c598_0_104"/>
          <p:cNvSpPr/>
          <p:nvPr/>
        </p:nvSpPr>
        <p:spPr>
          <a:xfrm>
            <a:off x="6045600" y="9350171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4047" name="Google Shape;4047;g3a7fa96c598_0_104"/>
          <p:cNvSpPr/>
          <p:nvPr/>
        </p:nvSpPr>
        <p:spPr>
          <a:xfrm>
            <a:off x="15477950" y="2686900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T36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US2's use case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#68647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48" name="Google Shape;4048;g3a7fa96c598_0_104"/>
          <p:cNvSpPr/>
          <p:nvPr/>
        </p:nvSpPr>
        <p:spPr>
          <a:xfrm>
            <a:off x="12341500" y="5696286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T34.1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49" name="Google Shape;4049;g3a7fa96c598_0_104"/>
          <p:cNvSpPr/>
          <p:nvPr/>
        </p:nvSpPr>
        <p:spPr>
          <a:xfrm>
            <a:off x="12369225" y="8897898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T34.2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50" name="Google Shape;4050;g3a7fa96c598_0_104"/>
          <p:cNvSpPr/>
          <p:nvPr/>
        </p:nvSpPr>
        <p:spPr>
          <a:xfrm>
            <a:off x="6725925" y="3835371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4051" name="Google Shape;4051;g3a7fa96c598_0_104"/>
          <p:cNvSpPr/>
          <p:nvPr/>
        </p:nvSpPr>
        <p:spPr>
          <a:xfrm>
            <a:off x="6725925" y="2251384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4052" name="Google Shape;4052;g3a7fa96c598_0_104"/>
          <p:cNvSpPr/>
          <p:nvPr/>
        </p:nvSpPr>
        <p:spPr>
          <a:xfrm>
            <a:off x="6045600" y="2609751"/>
            <a:ext cx="2943600" cy="11844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US15</a:t>
            </a:r>
            <a:r>
              <a:rPr lang="en-GB" sz="1300"/>
              <a:t>: As an aspiring software engineer, I want to think about an US implementation class diagram representation, so that my group is able to design it.</a:t>
            </a:r>
            <a:endParaRPr sz="1300"/>
          </a:p>
        </p:txBody>
      </p:sp>
      <p:sp>
        <p:nvSpPr>
          <p:cNvPr id="4053" name="Google Shape;4053;g3a7fa96c598_0_104"/>
          <p:cNvSpPr/>
          <p:nvPr/>
        </p:nvSpPr>
        <p:spPr>
          <a:xfrm>
            <a:off x="6045600" y="4235801"/>
            <a:ext cx="2943600" cy="11844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US15</a:t>
            </a:r>
            <a:r>
              <a:rPr lang="en-GB" sz="1300"/>
              <a:t>: As an aspiring software engineer, I want to think about an US implementation class diagram representation, so that my group is able to design it.</a:t>
            </a:r>
            <a:endParaRPr sz="130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57" name="Shape 40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058" name="Google Shape;4058;g3a9026a1980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059" name="Google Shape;4059;g3a9026a1980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060" name="Google Shape;4060;g3a9026a1980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61" name="Google Shape;4061;g3a9026a1980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62" name="Google Shape;4062;g3a9026a1980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63" name="Google Shape;4063;g3a9026a1980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64" name="Google Shape;4064;g3a9026a1980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65" name="Google Shape;4065;g3a9026a1980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66" name="Google Shape;4066;g3a9026a1980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67" name="Google Shape;4067;g3a9026a1980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68" name="Google Shape;4068;g3a9026a1980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69" name="Google Shape;4069;g3a9026a1980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70" name="Google Shape;4070;g3a9026a1980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71" name="Google Shape;4071;g3a9026a1980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72" name="Google Shape;4072;g3a9026a1980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073" name="Google Shape;4073;g3a9026a1980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074" name="Google Shape;4074;g3a9026a1980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075" name="Google Shape;4075;g3a9026a1980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076" name="Google Shape;4076;g3a9026a1980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077" name="Google Shape;4077;g3a9026a1980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078" name="Google Shape;4078;g3a9026a1980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079" name="Google Shape;4079;g3a9026a1980_0_0"/>
          <p:cNvSpPr/>
          <p:nvPr/>
        </p:nvSpPr>
        <p:spPr>
          <a:xfrm>
            <a:off x="12369225" y="881247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T31.1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80" name="Google Shape;4080;g3a9026a1980_0_0"/>
          <p:cNvSpPr/>
          <p:nvPr/>
        </p:nvSpPr>
        <p:spPr>
          <a:xfrm>
            <a:off x="12377704" y="3990887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T35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US1's use case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81" name="Google Shape;4081;g3a9026a1980_0_0"/>
          <p:cNvSpPr/>
          <p:nvPr/>
        </p:nvSpPr>
        <p:spPr>
          <a:xfrm>
            <a:off x="12377688" y="4367758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T39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US1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82" name="Google Shape;4082;g3a9026a1980_0_0"/>
          <p:cNvSpPr/>
          <p:nvPr/>
        </p:nvSpPr>
        <p:spPr>
          <a:xfrm>
            <a:off x="9366063" y="281596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T40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US2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83" name="Google Shape;4083;g3a9026a1980_0_0"/>
          <p:cNvSpPr/>
          <p:nvPr/>
        </p:nvSpPr>
        <p:spPr>
          <a:xfrm>
            <a:off x="15496075" y="4153851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US1 would look like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84" name="Google Shape;4084;g3a9026a1980_0_0"/>
          <p:cNvSpPr/>
          <p:nvPr/>
        </p:nvSpPr>
        <p:spPr>
          <a:xfrm>
            <a:off x="15477950" y="2125848"/>
            <a:ext cx="2519700" cy="1528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US2 would look like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85" name="Google Shape;4085;g3a9026a1980_0_0"/>
          <p:cNvSpPr/>
          <p:nvPr/>
        </p:nvSpPr>
        <p:spPr>
          <a:xfrm>
            <a:off x="6725925" y="551313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4086" name="Google Shape;4086;g3a9026a1980_0_0"/>
          <p:cNvSpPr/>
          <p:nvPr/>
        </p:nvSpPr>
        <p:spPr>
          <a:xfrm>
            <a:off x="6725925" y="713857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4087" name="Google Shape;4087;g3a9026a1980_0_0"/>
          <p:cNvSpPr/>
          <p:nvPr/>
        </p:nvSpPr>
        <p:spPr>
          <a:xfrm>
            <a:off x="6725925" y="883631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4088" name="Google Shape;4088;g3a9026a1980_0_0"/>
          <p:cNvSpPr/>
          <p:nvPr/>
        </p:nvSpPr>
        <p:spPr>
          <a:xfrm>
            <a:off x="18583232" y="968976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T33.1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89" name="Google Shape;4089;g3a9026a1980_0_0"/>
          <p:cNvSpPr/>
          <p:nvPr/>
        </p:nvSpPr>
        <p:spPr>
          <a:xfrm>
            <a:off x="12377692" y="1239933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T37.1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90" name="Google Shape;4090;g3a9026a1980_0_0"/>
          <p:cNvSpPr/>
          <p:nvPr/>
        </p:nvSpPr>
        <p:spPr>
          <a:xfrm>
            <a:off x="12377710" y="7215733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T31.2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91" name="Google Shape;4091;g3a9026a1980_0_0"/>
          <p:cNvSpPr/>
          <p:nvPr/>
        </p:nvSpPr>
        <p:spPr>
          <a:xfrm>
            <a:off x="18560000" y="7451075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T33.2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92" name="Google Shape;4092;g3a9026a1980_0_0"/>
          <p:cNvSpPr/>
          <p:nvPr/>
        </p:nvSpPr>
        <p:spPr>
          <a:xfrm>
            <a:off x="12377710" y="7580202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T37.2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93" name="Google Shape;4093;g3a9026a1980_0_0"/>
          <p:cNvSpPr/>
          <p:nvPr/>
        </p:nvSpPr>
        <p:spPr>
          <a:xfrm>
            <a:off x="18560000" y="5819001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T32.1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94" name="Google Shape;4094;g3a9026a1980_0_0"/>
          <p:cNvSpPr/>
          <p:nvPr/>
        </p:nvSpPr>
        <p:spPr>
          <a:xfrm>
            <a:off x="9410365" y="586085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95" name="Google Shape;4095;g3a9026a1980_0_0"/>
          <p:cNvSpPr/>
          <p:nvPr/>
        </p:nvSpPr>
        <p:spPr>
          <a:xfrm>
            <a:off x="18579083" y="8990501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T32.2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96" name="Google Shape;4096;g3a9026a1980_0_0"/>
          <p:cNvSpPr/>
          <p:nvPr/>
        </p:nvSpPr>
        <p:spPr>
          <a:xfrm>
            <a:off x="9410365" y="8977475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97" name="Google Shape;4097;g3a9026a1980_0_0"/>
          <p:cNvSpPr/>
          <p:nvPr/>
        </p:nvSpPr>
        <p:spPr>
          <a:xfrm>
            <a:off x="6725925" y="669841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4098" name="Google Shape;4098;g3a9026a1980_0_0"/>
          <p:cNvSpPr/>
          <p:nvPr/>
        </p:nvSpPr>
        <p:spPr>
          <a:xfrm>
            <a:off x="6045600" y="1167184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4099" name="Google Shape;4099;g3a9026a1980_0_0"/>
          <p:cNvSpPr/>
          <p:nvPr/>
        </p:nvSpPr>
        <p:spPr>
          <a:xfrm>
            <a:off x="6045600" y="5993964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4100" name="Google Shape;4100;g3a9026a1980_0_0"/>
          <p:cNvSpPr/>
          <p:nvPr/>
        </p:nvSpPr>
        <p:spPr>
          <a:xfrm>
            <a:off x="6045600" y="758637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4101" name="Google Shape;4101;g3a9026a1980_0_0"/>
          <p:cNvSpPr/>
          <p:nvPr/>
        </p:nvSpPr>
        <p:spPr>
          <a:xfrm>
            <a:off x="6045600" y="9350171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4102" name="Google Shape;4102;g3a9026a1980_0_0"/>
          <p:cNvSpPr/>
          <p:nvPr/>
        </p:nvSpPr>
        <p:spPr>
          <a:xfrm>
            <a:off x="15477950" y="2686900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T36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US2's use case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#68547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03" name="Google Shape;4103;g3a9026a1980_0_0"/>
          <p:cNvSpPr/>
          <p:nvPr/>
        </p:nvSpPr>
        <p:spPr>
          <a:xfrm>
            <a:off x="12377700" y="9033473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T34.2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04" name="Google Shape;4104;g3a9026a1980_0_0"/>
          <p:cNvSpPr/>
          <p:nvPr/>
        </p:nvSpPr>
        <p:spPr>
          <a:xfrm>
            <a:off x="12377700" y="5577836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T34.1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05" name="Google Shape;4105;g3a9026a1980_0_0"/>
          <p:cNvSpPr/>
          <p:nvPr/>
        </p:nvSpPr>
        <p:spPr>
          <a:xfrm>
            <a:off x="6725925" y="3835371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4106" name="Google Shape;4106;g3a9026a1980_0_0"/>
          <p:cNvSpPr/>
          <p:nvPr/>
        </p:nvSpPr>
        <p:spPr>
          <a:xfrm>
            <a:off x="6725925" y="2251384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4107" name="Google Shape;4107;g3a9026a1980_0_0"/>
          <p:cNvSpPr/>
          <p:nvPr/>
        </p:nvSpPr>
        <p:spPr>
          <a:xfrm>
            <a:off x="6045600" y="2609751"/>
            <a:ext cx="2943600" cy="11844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US15</a:t>
            </a:r>
            <a:r>
              <a:rPr lang="en-GB" sz="1300"/>
              <a:t>: As an aspiring software engineer, I want to think about an US implementation class diagram representation, so that my group is able to design it.</a:t>
            </a:r>
            <a:endParaRPr sz="1300"/>
          </a:p>
        </p:txBody>
      </p:sp>
      <p:sp>
        <p:nvSpPr>
          <p:cNvPr id="4108" name="Google Shape;4108;g3a9026a1980_0_0"/>
          <p:cNvSpPr/>
          <p:nvPr/>
        </p:nvSpPr>
        <p:spPr>
          <a:xfrm>
            <a:off x="6045600" y="4235801"/>
            <a:ext cx="2943600" cy="11844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US15</a:t>
            </a:r>
            <a:r>
              <a:rPr lang="en-GB" sz="1300"/>
              <a:t>: As an aspiring software engineer, I want to think about an US implementation class diagram representation, so that my group is able to design it.</a:t>
            </a:r>
            <a:endParaRPr sz="130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2" name="Shape 4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113" name="Google Shape;4113;g3a9026a1980_0_52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114" name="Google Shape;4114;g3a9026a1980_0_52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15" name="Google Shape;4115;g3a9026a1980_0_52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16" name="Google Shape;4116;g3a9026a1980_0_52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17" name="Google Shape;4117;g3a9026a1980_0_52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18" name="Google Shape;4118;g3a9026a1980_0_52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19" name="Google Shape;4119;g3a9026a1980_0_52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20" name="Google Shape;4120;g3a9026a1980_0_52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21" name="Google Shape;4121;g3a9026a1980_0_52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22" name="Google Shape;4122;g3a9026a1980_0_52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23" name="Google Shape;4123;g3a9026a1980_0_52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24" name="Google Shape;4124;g3a9026a1980_0_52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25" name="Google Shape;4125;g3a9026a1980_0_52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26" name="Google Shape;4126;g3a9026a1980_0_52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27" name="Google Shape;4127;g3a9026a1980_0_52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128" name="Google Shape;4128;g3a9026a1980_0_52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129" name="Google Shape;4129;g3a9026a1980_0_52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130" name="Google Shape;4130;g3a9026a1980_0_52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131" name="Google Shape;4131;g3a9026a1980_0_52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132" name="Google Shape;4132;g3a9026a1980_0_52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133" name="Google Shape;4133;g3a9026a1980_0_52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34" name="Google Shape;4134;g3a9026a1980_0_52"/>
          <p:cNvSpPr/>
          <p:nvPr/>
        </p:nvSpPr>
        <p:spPr>
          <a:xfrm>
            <a:off x="15480463" y="685522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T31.1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35" name="Google Shape;4135;g3a9026a1980_0_52"/>
          <p:cNvSpPr/>
          <p:nvPr/>
        </p:nvSpPr>
        <p:spPr>
          <a:xfrm>
            <a:off x="12377704" y="3990887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T35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US1's use case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36" name="Google Shape;4136;g3a9026a1980_0_52"/>
          <p:cNvSpPr/>
          <p:nvPr/>
        </p:nvSpPr>
        <p:spPr>
          <a:xfrm>
            <a:off x="12377688" y="4367758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T39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US1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37" name="Google Shape;4137;g3a9026a1980_0_52"/>
          <p:cNvSpPr/>
          <p:nvPr/>
        </p:nvSpPr>
        <p:spPr>
          <a:xfrm>
            <a:off x="12369213" y="2667193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T40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US2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38" name="Google Shape;4138;g3a9026a1980_0_52"/>
          <p:cNvSpPr/>
          <p:nvPr/>
        </p:nvSpPr>
        <p:spPr>
          <a:xfrm>
            <a:off x="15496075" y="4153851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US1 would look like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39" name="Google Shape;4139;g3a9026a1980_0_52"/>
          <p:cNvSpPr/>
          <p:nvPr/>
        </p:nvSpPr>
        <p:spPr>
          <a:xfrm>
            <a:off x="15477950" y="2125848"/>
            <a:ext cx="2519700" cy="1528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US2 would look like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40" name="Google Shape;4140;g3a9026a1980_0_52"/>
          <p:cNvSpPr/>
          <p:nvPr/>
        </p:nvSpPr>
        <p:spPr>
          <a:xfrm>
            <a:off x="6725925" y="551313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4141" name="Google Shape;4141;g3a9026a1980_0_52"/>
          <p:cNvSpPr/>
          <p:nvPr/>
        </p:nvSpPr>
        <p:spPr>
          <a:xfrm>
            <a:off x="6725925" y="713857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4142" name="Google Shape;4142;g3a9026a1980_0_52"/>
          <p:cNvSpPr/>
          <p:nvPr/>
        </p:nvSpPr>
        <p:spPr>
          <a:xfrm>
            <a:off x="6725925" y="883631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4143" name="Google Shape;4143;g3a9026a1980_0_52"/>
          <p:cNvSpPr/>
          <p:nvPr/>
        </p:nvSpPr>
        <p:spPr>
          <a:xfrm>
            <a:off x="18583232" y="968976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T33.1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44" name="Google Shape;4144;g3a9026a1980_0_52"/>
          <p:cNvSpPr/>
          <p:nvPr/>
        </p:nvSpPr>
        <p:spPr>
          <a:xfrm>
            <a:off x="15479931" y="959198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T37.1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45" name="Google Shape;4145;g3a9026a1980_0_52"/>
          <p:cNvSpPr/>
          <p:nvPr/>
        </p:nvSpPr>
        <p:spPr>
          <a:xfrm>
            <a:off x="15477960" y="7212671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T31.2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46" name="Google Shape;4146;g3a9026a1980_0_52"/>
          <p:cNvSpPr/>
          <p:nvPr/>
        </p:nvSpPr>
        <p:spPr>
          <a:xfrm>
            <a:off x="18560000" y="7451075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T33.2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47" name="Google Shape;4147;g3a9026a1980_0_52"/>
          <p:cNvSpPr/>
          <p:nvPr/>
        </p:nvSpPr>
        <p:spPr>
          <a:xfrm>
            <a:off x="15477950" y="7577152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T37.2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48" name="Google Shape;4148;g3a9026a1980_0_52"/>
          <p:cNvSpPr/>
          <p:nvPr/>
        </p:nvSpPr>
        <p:spPr>
          <a:xfrm>
            <a:off x="18560000" y="5819001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T32.1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49" name="Google Shape;4149;g3a9026a1980_0_52"/>
          <p:cNvSpPr/>
          <p:nvPr/>
        </p:nvSpPr>
        <p:spPr>
          <a:xfrm>
            <a:off x="12383720" y="581900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50" name="Google Shape;4150;g3a9026a1980_0_52"/>
          <p:cNvSpPr/>
          <p:nvPr/>
        </p:nvSpPr>
        <p:spPr>
          <a:xfrm>
            <a:off x="18579083" y="8990501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T32.2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51" name="Google Shape;4151;g3a9026a1980_0_52"/>
          <p:cNvSpPr/>
          <p:nvPr/>
        </p:nvSpPr>
        <p:spPr>
          <a:xfrm>
            <a:off x="12445353" y="8996523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52" name="Google Shape;4152;g3a9026a1980_0_52"/>
          <p:cNvSpPr/>
          <p:nvPr/>
        </p:nvSpPr>
        <p:spPr>
          <a:xfrm>
            <a:off x="6725925" y="669841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4153" name="Google Shape;4153;g3a9026a1980_0_52"/>
          <p:cNvSpPr/>
          <p:nvPr/>
        </p:nvSpPr>
        <p:spPr>
          <a:xfrm>
            <a:off x="6045600" y="1167184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4154" name="Google Shape;4154;g3a9026a1980_0_52"/>
          <p:cNvSpPr/>
          <p:nvPr/>
        </p:nvSpPr>
        <p:spPr>
          <a:xfrm>
            <a:off x="6045600" y="5993964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4155" name="Google Shape;4155;g3a9026a1980_0_52"/>
          <p:cNvSpPr/>
          <p:nvPr/>
        </p:nvSpPr>
        <p:spPr>
          <a:xfrm>
            <a:off x="6045600" y="758637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4156" name="Google Shape;4156;g3a9026a1980_0_52"/>
          <p:cNvSpPr/>
          <p:nvPr/>
        </p:nvSpPr>
        <p:spPr>
          <a:xfrm>
            <a:off x="6045600" y="9350171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4157" name="Google Shape;4157;g3a9026a1980_0_52"/>
          <p:cNvSpPr/>
          <p:nvPr/>
        </p:nvSpPr>
        <p:spPr>
          <a:xfrm>
            <a:off x="15477950" y="2686900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T36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US2's use case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#68647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58" name="Google Shape;4158;g3a9026a1980_0_52"/>
          <p:cNvSpPr/>
          <p:nvPr/>
        </p:nvSpPr>
        <p:spPr>
          <a:xfrm>
            <a:off x="15477950" y="9053450"/>
            <a:ext cx="2519700" cy="152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T34.2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59" name="Google Shape;4159;g3a9026a1980_0_52"/>
          <p:cNvSpPr/>
          <p:nvPr/>
        </p:nvSpPr>
        <p:spPr>
          <a:xfrm>
            <a:off x="15471875" y="5595499"/>
            <a:ext cx="2519700" cy="152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T34.1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#67286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60" name="Google Shape;4160;g3a9026a1980_0_52"/>
          <p:cNvSpPr/>
          <p:nvPr/>
        </p:nvSpPr>
        <p:spPr>
          <a:xfrm>
            <a:off x="6725925" y="3835371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4161" name="Google Shape;4161;g3a9026a1980_0_52"/>
          <p:cNvSpPr/>
          <p:nvPr/>
        </p:nvSpPr>
        <p:spPr>
          <a:xfrm>
            <a:off x="6725925" y="2251384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4162" name="Google Shape;4162;g3a9026a1980_0_52"/>
          <p:cNvSpPr/>
          <p:nvPr/>
        </p:nvSpPr>
        <p:spPr>
          <a:xfrm>
            <a:off x="6045600" y="2609751"/>
            <a:ext cx="2943600" cy="11844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US15</a:t>
            </a:r>
            <a:r>
              <a:rPr lang="en-GB" sz="1300"/>
              <a:t>: As an aspiring software engineer, I want to think about an US implementation class diagram representation, so that my group is able to design it.</a:t>
            </a:r>
            <a:endParaRPr sz="1300"/>
          </a:p>
        </p:txBody>
      </p:sp>
      <p:sp>
        <p:nvSpPr>
          <p:cNvPr id="4163" name="Google Shape;4163;g3a9026a1980_0_52"/>
          <p:cNvSpPr/>
          <p:nvPr/>
        </p:nvSpPr>
        <p:spPr>
          <a:xfrm>
            <a:off x="6045600" y="4235801"/>
            <a:ext cx="2943600" cy="11844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US15</a:t>
            </a:r>
            <a:r>
              <a:rPr lang="en-GB" sz="1300"/>
              <a:t>: As an aspiring software engineer, I want to think about an US implementation class diagram representation, so that my group is able to design it.</a:t>
            </a:r>
            <a:endParaRPr sz="130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7" name="Shape 4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8" name="Google Shape;4168;g3a9026a1980_0_104"/>
          <p:cNvSpPr/>
          <p:nvPr/>
        </p:nvSpPr>
        <p:spPr>
          <a:xfrm>
            <a:off x="15496075" y="1875350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T36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US2's use case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#68647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169" name="Google Shape;4169;g3a9026a1980_0_10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170" name="Google Shape;4170;g3a9026a1980_0_10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71" name="Google Shape;4171;g3a9026a1980_0_10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72" name="Google Shape;4172;g3a9026a1980_0_10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73" name="Google Shape;4173;g3a9026a1980_0_10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74" name="Google Shape;4174;g3a9026a1980_0_10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75" name="Google Shape;4175;g3a9026a1980_0_10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76" name="Google Shape;4176;g3a9026a1980_0_10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77" name="Google Shape;4177;g3a9026a1980_0_10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78" name="Google Shape;4178;g3a9026a1980_0_10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79" name="Google Shape;4179;g3a9026a1980_0_10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80" name="Google Shape;4180;g3a9026a1980_0_10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81" name="Google Shape;4181;g3a9026a1980_0_10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82" name="Google Shape;4182;g3a9026a1980_0_10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83" name="Google Shape;4183;g3a9026a1980_0_10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184" name="Google Shape;4184;g3a9026a1980_0_10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185" name="Google Shape;4185;g3a9026a1980_0_10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186" name="Google Shape;4186;g3a9026a1980_0_10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187" name="Google Shape;4187;g3a9026a1980_0_10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188" name="Google Shape;4188;g3a9026a1980_0_10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189" name="Google Shape;4189;g3a9026a1980_0_10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90" name="Google Shape;4190;g3a9026a1980_0_104"/>
          <p:cNvSpPr/>
          <p:nvPr/>
        </p:nvSpPr>
        <p:spPr>
          <a:xfrm>
            <a:off x="15480475" y="685526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T31.1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91" name="Google Shape;4191;g3a9026a1980_0_104"/>
          <p:cNvSpPr/>
          <p:nvPr/>
        </p:nvSpPr>
        <p:spPr>
          <a:xfrm>
            <a:off x="12377704" y="3990887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T35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US1's use case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92" name="Google Shape;4192;g3a9026a1980_0_104"/>
          <p:cNvSpPr/>
          <p:nvPr/>
        </p:nvSpPr>
        <p:spPr>
          <a:xfrm>
            <a:off x="12377688" y="4367758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T39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US1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93" name="Google Shape;4193;g3a9026a1980_0_104"/>
          <p:cNvSpPr/>
          <p:nvPr/>
        </p:nvSpPr>
        <p:spPr>
          <a:xfrm>
            <a:off x="15496075" y="4153851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US1 would look like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94" name="Google Shape;4194;g3a9026a1980_0_104"/>
          <p:cNvSpPr/>
          <p:nvPr/>
        </p:nvSpPr>
        <p:spPr>
          <a:xfrm>
            <a:off x="15496063" y="2277305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T40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US2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95" name="Google Shape;4195;g3a9026a1980_0_104"/>
          <p:cNvSpPr/>
          <p:nvPr/>
        </p:nvSpPr>
        <p:spPr>
          <a:xfrm>
            <a:off x="6725925" y="551313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4196" name="Google Shape;4196;g3a9026a1980_0_104"/>
          <p:cNvSpPr/>
          <p:nvPr/>
        </p:nvSpPr>
        <p:spPr>
          <a:xfrm>
            <a:off x="6725925" y="713857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4197" name="Google Shape;4197;g3a9026a1980_0_104"/>
          <p:cNvSpPr/>
          <p:nvPr/>
        </p:nvSpPr>
        <p:spPr>
          <a:xfrm>
            <a:off x="6725925" y="883631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4198" name="Google Shape;4198;g3a9026a1980_0_104"/>
          <p:cNvSpPr/>
          <p:nvPr/>
        </p:nvSpPr>
        <p:spPr>
          <a:xfrm>
            <a:off x="18583232" y="968976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T33.1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99" name="Google Shape;4199;g3a9026a1980_0_104"/>
          <p:cNvSpPr/>
          <p:nvPr/>
        </p:nvSpPr>
        <p:spPr>
          <a:xfrm>
            <a:off x="12377725" y="879725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T37.1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00" name="Google Shape;4200;g3a9026a1980_0_104"/>
          <p:cNvSpPr/>
          <p:nvPr/>
        </p:nvSpPr>
        <p:spPr>
          <a:xfrm>
            <a:off x="15477950" y="7212677"/>
            <a:ext cx="2519700" cy="1143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T31.2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01" name="Google Shape;4201;g3a9026a1980_0_104"/>
          <p:cNvSpPr/>
          <p:nvPr/>
        </p:nvSpPr>
        <p:spPr>
          <a:xfrm>
            <a:off x="18560000" y="7451075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T33.2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02" name="Google Shape;4202;g3a9026a1980_0_104"/>
          <p:cNvSpPr/>
          <p:nvPr/>
        </p:nvSpPr>
        <p:spPr>
          <a:xfrm>
            <a:off x="12445350" y="7212675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T37.2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03" name="Google Shape;4203;g3a9026a1980_0_104"/>
          <p:cNvSpPr/>
          <p:nvPr/>
        </p:nvSpPr>
        <p:spPr>
          <a:xfrm>
            <a:off x="18560000" y="5819001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T32.1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04" name="Google Shape;4204;g3a9026a1980_0_104"/>
          <p:cNvSpPr/>
          <p:nvPr/>
        </p:nvSpPr>
        <p:spPr>
          <a:xfrm>
            <a:off x="12383720" y="581900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05" name="Google Shape;4205;g3a9026a1980_0_104"/>
          <p:cNvSpPr/>
          <p:nvPr/>
        </p:nvSpPr>
        <p:spPr>
          <a:xfrm>
            <a:off x="18579083" y="8990501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T32.2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06" name="Google Shape;4206;g3a9026a1980_0_104"/>
          <p:cNvSpPr/>
          <p:nvPr/>
        </p:nvSpPr>
        <p:spPr>
          <a:xfrm>
            <a:off x="12445353" y="8996523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07" name="Google Shape;4207;g3a9026a1980_0_104"/>
          <p:cNvSpPr/>
          <p:nvPr/>
        </p:nvSpPr>
        <p:spPr>
          <a:xfrm>
            <a:off x="6725925" y="669841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4208" name="Google Shape;4208;g3a9026a1980_0_104"/>
          <p:cNvSpPr/>
          <p:nvPr/>
        </p:nvSpPr>
        <p:spPr>
          <a:xfrm>
            <a:off x="6045600" y="1167184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4209" name="Google Shape;4209;g3a9026a1980_0_104"/>
          <p:cNvSpPr/>
          <p:nvPr/>
        </p:nvSpPr>
        <p:spPr>
          <a:xfrm>
            <a:off x="6045600" y="5993964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4210" name="Google Shape;4210;g3a9026a1980_0_104"/>
          <p:cNvSpPr/>
          <p:nvPr/>
        </p:nvSpPr>
        <p:spPr>
          <a:xfrm>
            <a:off x="6045600" y="758637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4211" name="Google Shape;4211;g3a9026a1980_0_104"/>
          <p:cNvSpPr/>
          <p:nvPr/>
        </p:nvSpPr>
        <p:spPr>
          <a:xfrm>
            <a:off x="6045600" y="9350171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4212" name="Google Shape;4212;g3a9026a1980_0_104"/>
          <p:cNvSpPr/>
          <p:nvPr/>
        </p:nvSpPr>
        <p:spPr>
          <a:xfrm>
            <a:off x="15496075" y="2658898"/>
            <a:ext cx="2519700" cy="1528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US2 would look like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#67804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13" name="Google Shape;4213;g3a9026a1980_0_104"/>
          <p:cNvSpPr/>
          <p:nvPr/>
        </p:nvSpPr>
        <p:spPr>
          <a:xfrm>
            <a:off x="15477950" y="8771900"/>
            <a:ext cx="2519700" cy="152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T34.2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14" name="Google Shape;4214;g3a9026a1980_0_104"/>
          <p:cNvSpPr/>
          <p:nvPr/>
        </p:nvSpPr>
        <p:spPr>
          <a:xfrm>
            <a:off x="15471863" y="5465000"/>
            <a:ext cx="2519700" cy="152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T34.1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#67286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15" name="Google Shape;4215;g3a9026a1980_0_104"/>
          <p:cNvSpPr/>
          <p:nvPr/>
        </p:nvSpPr>
        <p:spPr>
          <a:xfrm>
            <a:off x="6725925" y="3835371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4216" name="Google Shape;4216;g3a9026a1980_0_104"/>
          <p:cNvSpPr/>
          <p:nvPr/>
        </p:nvSpPr>
        <p:spPr>
          <a:xfrm>
            <a:off x="6725925" y="2251384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4217" name="Google Shape;4217;g3a9026a1980_0_104"/>
          <p:cNvSpPr/>
          <p:nvPr/>
        </p:nvSpPr>
        <p:spPr>
          <a:xfrm>
            <a:off x="6045600" y="2609751"/>
            <a:ext cx="2943600" cy="11844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US15</a:t>
            </a:r>
            <a:r>
              <a:rPr lang="en-GB" sz="1300"/>
              <a:t>: As an aspiring software engineer, I want to think about an US implementation class diagram representation, so that my group is able to design it.</a:t>
            </a:r>
            <a:endParaRPr sz="1300"/>
          </a:p>
        </p:txBody>
      </p:sp>
      <p:sp>
        <p:nvSpPr>
          <p:cNvPr id="4218" name="Google Shape;4218;g3a9026a1980_0_104"/>
          <p:cNvSpPr/>
          <p:nvPr/>
        </p:nvSpPr>
        <p:spPr>
          <a:xfrm>
            <a:off x="6045600" y="4235801"/>
            <a:ext cx="2943600" cy="11844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US15</a:t>
            </a:r>
            <a:r>
              <a:rPr lang="en-GB" sz="1300"/>
              <a:t>: As an aspiring software engineer, I want to think about an US implementation class diagram representation, so that my group is able to design it.</a:t>
            </a:r>
            <a:endParaRPr sz="130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22" name="Shape 4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3" name="Google Shape;4223;g3a90c3a593e_0_52"/>
          <p:cNvSpPr/>
          <p:nvPr/>
        </p:nvSpPr>
        <p:spPr>
          <a:xfrm>
            <a:off x="18593027" y="2490200"/>
            <a:ext cx="2519700" cy="1143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T36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US2's use case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224" name="Google Shape;4224;g3a90c3a593e_0_52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225" name="Google Shape;4225;g3a90c3a593e_0_52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26" name="Google Shape;4226;g3a90c3a593e_0_52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27" name="Google Shape;4227;g3a90c3a593e_0_52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28" name="Google Shape;4228;g3a90c3a593e_0_52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29" name="Google Shape;4229;g3a90c3a593e_0_52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30" name="Google Shape;4230;g3a90c3a593e_0_52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31" name="Google Shape;4231;g3a90c3a593e_0_52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32" name="Google Shape;4232;g3a90c3a593e_0_52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33" name="Google Shape;4233;g3a90c3a593e_0_52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34" name="Google Shape;4234;g3a90c3a593e_0_52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35" name="Google Shape;4235;g3a90c3a593e_0_52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36" name="Google Shape;4236;g3a90c3a593e_0_52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37" name="Google Shape;4237;g3a90c3a593e_0_52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38" name="Google Shape;4238;g3a90c3a593e_0_52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239" name="Google Shape;4239;g3a90c3a593e_0_52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240" name="Google Shape;4240;g3a90c3a593e_0_52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241" name="Google Shape;4241;g3a90c3a593e_0_52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242" name="Google Shape;4242;g3a90c3a593e_0_52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243" name="Google Shape;4243;g3a90c3a593e_0_52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244" name="Google Shape;4244;g3a90c3a593e_0_52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45" name="Google Shape;4245;g3a90c3a593e_0_52"/>
          <p:cNvSpPr/>
          <p:nvPr/>
        </p:nvSpPr>
        <p:spPr>
          <a:xfrm>
            <a:off x="18626063" y="619713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T31.1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46" name="Google Shape;4246;g3a90c3a593e_0_52"/>
          <p:cNvSpPr/>
          <p:nvPr/>
        </p:nvSpPr>
        <p:spPr>
          <a:xfrm>
            <a:off x="18578204" y="3826212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T35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US1's use case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47" name="Google Shape;4247;g3a90c3a593e_0_52"/>
          <p:cNvSpPr/>
          <p:nvPr/>
        </p:nvSpPr>
        <p:spPr>
          <a:xfrm>
            <a:off x="15477950" y="4009925"/>
            <a:ext cx="2519700" cy="1143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T39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US1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Review: #67763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48" name="Google Shape;4248;g3a90c3a593e_0_52"/>
          <p:cNvSpPr/>
          <p:nvPr/>
        </p:nvSpPr>
        <p:spPr>
          <a:xfrm>
            <a:off x="15496075" y="4411366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US1 would look like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49" name="Google Shape;4249;g3a90c3a593e_0_52"/>
          <p:cNvSpPr/>
          <p:nvPr/>
        </p:nvSpPr>
        <p:spPr>
          <a:xfrm>
            <a:off x="15496063" y="1935055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T40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US2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50" name="Google Shape;4250;g3a90c3a593e_0_52"/>
          <p:cNvSpPr/>
          <p:nvPr/>
        </p:nvSpPr>
        <p:spPr>
          <a:xfrm>
            <a:off x="6725925" y="551313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4251" name="Google Shape;4251;g3a90c3a593e_0_52"/>
          <p:cNvSpPr/>
          <p:nvPr/>
        </p:nvSpPr>
        <p:spPr>
          <a:xfrm>
            <a:off x="6725925" y="713857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4252" name="Google Shape;4252;g3a90c3a593e_0_52"/>
          <p:cNvSpPr/>
          <p:nvPr/>
        </p:nvSpPr>
        <p:spPr>
          <a:xfrm>
            <a:off x="6725925" y="883631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4253" name="Google Shape;4253;g3a90c3a593e_0_52"/>
          <p:cNvSpPr/>
          <p:nvPr/>
        </p:nvSpPr>
        <p:spPr>
          <a:xfrm>
            <a:off x="18626069" y="91883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T33.1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54" name="Google Shape;4254;g3a90c3a593e_0_52"/>
          <p:cNvSpPr/>
          <p:nvPr/>
        </p:nvSpPr>
        <p:spPr>
          <a:xfrm>
            <a:off x="18635864" y="1298687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T37.1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55" name="Google Shape;4255;g3a90c3a593e_0_52"/>
          <p:cNvSpPr/>
          <p:nvPr/>
        </p:nvSpPr>
        <p:spPr>
          <a:xfrm>
            <a:off x="18616538" y="6947002"/>
            <a:ext cx="2519700" cy="1143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T31.2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56" name="Google Shape;4256;g3a90c3a593e_0_52"/>
          <p:cNvSpPr/>
          <p:nvPr/>
        </p:nvSpPr>
        <p:spPr>
          <a:xfrm>
            <a:off x="18616538" y="729745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T33.2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57" name="Google Shape;4257;g3a90c3a593e_0_52"/>
          <p:cNvSpPr/>
          <p:nvPr/>
        </p:nvSpPr>
        <p:spPr>
          <a:xfrm>
            <a:off x="18635613" y="761320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T37.2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58" name="Google Shape;4258;g3a90c3a593e_0_52"/>
          <p:cNvSpPr/>
          <p:nvPr/>
        </p:nvSpPr>
        <p:spPr>
          <a:xfrm>
            <a:off x="18561687" y="5212150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T32.1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59" name="Google Shape;4259;g3a90c3a593e_0_52"/>
          <p:cNvSpPr/>
          <p:nvPr/>
        </p:nvSpPr>
        <p:spPr>
          <a:xfrm>
            <a:off x="15496075" y="5819000"/>
            <a:ext cx="2519700" cy="13197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60" name="Google Shape;4260;g3a90c3a593e_0_52"/>
          <p:cNvSpPr/>
          <p:nvPr/>
        </p:nvSpPr>
        <p:spPr>
          <a:xfrm>
            <a:off x="18579083" y="8990501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T32.2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61" name="Google Shape;4261;g3a90c3a593e_0_52"/>
          <p:cNvSpPr/>
          <p:nvPr/>
        </p:nvSpPr>
        <p:spPr>
          <a:xfrm>
            <a:off x="15496075" y="8862650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62" name="Google Shape;4262;g3a90c3a593e_0_52"/>
          <p:cNvSpPr/>
          <p:nvPr/>
        </p:nvSpPr>
        <p:spPr>
          <a:xfrm>
            <a:off x="6725925" y="669841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4263" name="Google Shape;4263;g3a90c3a593e_0_52"/>
          <p:cNvSpPr/>
          <p:nvPr/>
        </p:nvSpPr>
        <p:spPr>
          <a:xfrm>
            <a:off x="6045600" y="1167184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4264" name="Google Shape;4264;g3a90c3a593e_0_52"/>
          <p:cNvSpPr/>
          <p:nvPr/>
        </p:nvSpPr>
        <p:spPr>
          <a:xfrm>
            <a:off x="6045600" y="5993964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4265" name="Google Shape;4265;g3a90c3a593e_0_52"/>
          <p:cNvSpPr/>
          <p:nvPr/>
        </p:nvSpPr>
        <p:spPr>
          <a:xfrm>
            <a:off x="6045600" y="758637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4266" name="Google Shape;4266;g3a90c3a593e_0_52"/>
          <p:cNvSpPr/>
          <p:nvPr/>
        </p:nvSpPr>
        <p:spPr>
          <a:xfrm>
            <a:off x="6045600" y="9350171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4267" name="Google Shape;4267;g3a90c3a593e_0_52"/>
          <p:cNvSpPr/>
          <p:nvPr/>
        </p:nvSpPr>
        <p:spPr>
          <a:xfrm>
            <a:off x="15496075" y="2316648"/>
            <a:ext cx="2519700" cy="1528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US2 would look like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#67804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68" name="Google Shape;4268;g3a90c3a593e_0_52"/>
          <p:cNvSpPr/>
          <p:nvPr/>
        </p:nvSpPr>
        <p:spPr>
          <a:xfrm>
            <a:off x="18579075" y="9310650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T34.2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69" name="Google Shape;4269;g3a90c3a593e_0_52"/>
          <p:cNvSpPr/>
          <p:nvPr/>
        </p:nvSpPr>
        <p:spPr>
          <a:xfrm>
            <a:off x="18560000" y="5628324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T34.1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70" name="Google Shape;4270;g3a90c3a593e_0_52"/>
          <p:cNvSpPr/>
          <p:nvPr/>
        </p:nvSpPr>
        <p:spPr>
          <a:xfrm>
            <a:off x="6725925" y="3835371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4271" name="Google Shape;4271;g3a90c3a593e_0_52"/>
          <p:cNvSpPr/>
          <p:nvPr/>
        </p:nvSpPr>
        <p:spPr>
          <a:xfrm>
            <a:off x="6725925" y="2251384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4272" name="Google Shape;4272;g3a90c3a593e_0_52"/>
          <p:cNvSpPr/>
          <p:nvPr/>
        </p:nvSpPr>
        <p:spPr>
          <a:xfrm>
            <a:off x="6045600" y="2609751"/>
            <a:ext cx="2943600" cy="11844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US15</a:t>
            </a:r>
            <a:r>
              <a:rPr lang="en-GB" sz="1300"/>
              <a:t>: As an aspiring software engineer, I want to think about an US implementation class diagram representation, so that my group is able to design it.</a:t>
            </a:r>
            <a:endParaRPr sz="1300"/>
          </a:p>
        </p:txBody>
      </p:sp>
      <p:sp>
        <p:nvSpPr>
          <p:cNvPr id="4273" name="Google Shape;4273;g3a90c3a593e_0_52"/>
          <p:cNvSpPr/>
          <p:nvPr/>
        </p:nvSpPr>
        <p:spPr>
          <a:xfrm>
            <a:off x="6045600" y="4235801"/>
            <a:ext cx="2943600" cy="11844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US15</a:t>
            </a:r>
            <a:r>
              <a:rPr lang="en-GB" sz="1300"/>
              <a:t>: As an aspiring software engineer, I want to think about an US implementation class diagram representation, so that my group is able to design it.</a:t>
            </a:r>
            <a:endParaRPr sz="130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77" name="Shape 4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78" name="Google Shape;4278;g3a944cf963d_0_43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4279" name="Google Shape;4279;g3a944cf963d_0_43"/>
          <p:cNvSpPr/>
          <p:nvPr/>
        </p:nvSpPr>
        <p:spPr>
          <a:xfrm>
            <a:off x="814250" y="3300663"/>
            <a:ext cx="19957562" cy="4203324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7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83" name="Shape 4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284" name="Google Shape;4284;g3a944cf963d_0_48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285" name="Google Shape;4285;g3a944cf963d_0_48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86" name="Google Shape;4286;g3a944cf963d_0_48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87" name="Google Shape;4287;g3a944cf963d_0_48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88" name="Google Shape;4288;g3a944cf963d_0_48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89" name="Google Shape;4289;g3a944cf963d_0_48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90" name="Google Shape;4290;g3a944cf963d_0_48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91" name="Google Shape;4291;g3a944cf963d_0_48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92" name="Google Shape;4292;g3a944cf963d_0_48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93" name="Google Shape;4293;g3a944cf963d_0_48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94" name="Google Shape;4294;g3a944cf963d_0_48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95" name="Google Shape;4295;g3a944cf963d_0_48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96" name="Google Shape;4296;g3a944cf963d_0_48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97" name="Google Shape;4297;g3a944cf963d_0_48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98" name="Google Shape;4298;g3a944cf963d_0_48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299" name="Google Shape;4299;g3a944cf963d_0_48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00" name="Google Shape;4300;g3a944cf963d_0_48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01" name="Google Shape;4301;g3a944cf963d_0_48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02" name="Google Shape;4302;g3a944cf963d_0_48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03" name="Google Shape;4303;g3a944cf963d_0_48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04" name="Google Shape;4304;g3a944cf963d_0_48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305" name="Google Shape;4305;g3a944cf963d_0_48"/>
          <p:cNvSpPr/>
          <p:nvPr/>
        </p:nvSpPr>
        <p:spPr>
          <a:xfrm>
            <a:off x="154750" y="565188"/>
            <a:ext cx="2519700" cy="19080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US14: As an aspiring software engineer, I want to illustrate an US implementation with a use case and a sequence diagram, so that I can detail about my group's work.</a:t>
            </a:r>
            <a:endParaRPr/>
          </a:p>
        </p:txBody>
      </p:sp>
      <p:sp>
        <p:nvSpPr>
          <p:cNvPr id="4306" name="Google Shape;4306;g3a944cf963d_0_48"/>
          <p:cNvSpPr/>
          <p:nvPr/>
        </p:nvSpPr>
        <p:spPr>
          <a:xfrm>
            <a:off x="112850" y="2473200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US15: As an aspiring software engineer, I want to think about an US implementation class diagram representation, so that my group is able to design it.</a:t>
            </a:r>
            <a:endParaRPr/>
          </a:p>
        </p:txBody>
      </p:sp>
      <p:sp>
        <p:nvSpPr>
          <p:cNvPr id="4307" name="Google Shape;4307;g3a944cf963d_0_48"/>
          <p:cNvSpPr/>
          <p:nvPr/>
        </p:nvSpPr>
        <p:spPr>
          <a:xfrm>
            <a:off x="154750" y="984446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T45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US3 (turret’s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08" name="Google Shape;4308;g3a944cf963d_0_48"/>
          <p:cNvSpPr/>
          <p:nvPr/>
        </p:nvSpPr>
        <p:spPr>
          <a:xfrm>
            <a:off x="112850" y="282825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T43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US3 would look like (turret’s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09" name="Google Shape;4309;g3a944cf963d_0_48"/>
          <p:cNvSpPr/>
          <p:nvPr/>
        </p:nvSpPr>
        <p:spPr>
          <a:xfrm>
            <a:off x="112850" y="3275500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T44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10" name="Google Shape;4310;g3a944cf963d_0_48"/>
          <p:cNvSpPr/>
          <p:nvPr/>
        </p:nvSpPr>
        <p:spPr>
          <a:xfrm>
            <a:off x="154750" y="1385596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T46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11" name="Google Shape;4311;g3a944cf963d_0_48"/>
          <p:cNvSpPr/>
          <p:nvPr/>
        </p:nvSpPr>
        <p:spPr>
          <a:xfrm>
            <a:off x="154750" y="4395450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US16: As an aspiring software engineer, I want to design and perform unit tests on my new functionality, so that I can be sure it is implemented well and bug free.</a:t>
            </a:r>
            <a:endParaRPr>
              <a:solidFill>
                <a:schemeClr val="dk1"/>
              </a:solidFill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312" name="Google Shape;4312;g3a944cf963d_0_48"/>
          <p:cNvSpPr/>
          <p:nvPr/>
        </p:nvSpPr>
        <p:spPr>
          <a:xfrm>
            <a:off x="154750" y="483098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T49: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US3 (Swapping turret's targeting priorities)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13" name="Google Shape;4313;g3a944cf963d_0_48"/>
          <p:cNvSpPr/>
          <p:nvPr/>
        </p:nvSpPr>
        <p:spPr>
          <a:xfrm>
            <a:off x="154750" y="501830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T47: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US1 (undo/redo)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14" name="Google Shape;4314;g3a944cf963d_0_48"/>
          <p:cNvSpPr/>
          <p:nvPr/>
        </p:nvSpPr>
        <p:spPr>
          <a:xfrm>
            <a:off x="154750" y="514480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T48: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US2 (liquid leak checking)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15" name="Google Shape;4315;g3a944cf963d_0_48"/>
          <p:cNvSpPr/>
          <p:nvPr/>
        </p:nvSpPr>
        <p:spPr>
          <a:xfrm>
            <a:off x="154750" y="532578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T50: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US4 (Copy and Paste)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16" name="Google Shape;4316;g3a944cf963d_0_48"/>
          <p:cNvSpPr/>
          <p:nvPr/>
        </p:nvSpPr>
        <p:spPr>
          <a:xfrm>
            <a:off x="154750" y="5468800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US17: As an aspiring software engineer, I want to  write an implementation summary about the code I made, to that I can better showcase the work done to anyone interested in it.</a:t>
            </a:r>
            <a:endParaRPr/>
          </a:p>
        </p:txBody>
      </p:sp>
      <p:sp>
        <p:nvSpPr>
          <p:cNvPr id="4317" name="Google Shape;4317;g3a944cf963d_0_48"/>
          <p:cNvSpPr/>
          <p:nvPr/>
        </p:nvSpPr>
        <p:spPr>
          <a:xfrm>
            <a:off x="154750" y="588575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US1 (undo/redo)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18" name="Google Shape;4318;g3a944cf963d_0_48"/>
          <p:cNvSpPr/>
          <p:nvPr/>
        </p:nvSpPr>
        <p:spPr>
          <a:xfrm>
            <a:off x="154750" y="6080590"/>
            <a:ext cx="2519700" cy="13056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US2 (liquid leak checking)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19" name="Google Shape;4319;g3a944cf963d_0_48"/>
          <p:cNvSpPr/>
          <p:nvPr/>
        </p:nvSpPr>
        <p:spPr>
          <a:xfrm>
            <a:off x="154750" y="6251455"/>
            <a:ext cx="25197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T53: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US3 (Swapping turret's targeting priorities)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20" name="Google Shape;4320;g3a944cf963d_0_48"/>
          <p:cNvSpPr/>
          <p:nvPr/>
        </p:nvSpPr>
        <p:spPr>
          <a:xfrm>
            <a:off x="154750" y="6468552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T54: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US4 (Copy and Paste)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21" name="Google Shape;4321;g3a944cf963d_0_48"/>
          <p:cNvSpPr/>
          <p:nvPr/>
        </p:nvSpPr>
        <p:spPr>
          <a:xfrm>
            <a:off x="154750" y="7106325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US18: As an aspiring software engineer, I want to additionally refine previously implemented code, so that I know I am producing the best code possible.</a:t>
            </a:r>
            <a:endParaRPr/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322" name="Google Shape;4322;g3a944cf963d_0_48"/>
          <p:cNvSpPr/>
          <p:nvPr/>
        </p:nvSpPr>
        <p:spPr>
          <a:xfrm>
            <a:off x="154750" y="7540747"/>
            <a:ext cx="2519700" cy="9237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T55: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Additionally refine previously implemented code.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23" name="Google Shape;4323;g3a944cf963d_0_48"/>
          <p:cNvSpPr/>
          <p:nvPr/>
        </p:nvSpPr>
        <p:spPr>
          <a:xfrm>
            <a:off x="154750" y="8097300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US19: As an aspiring software engineer, I want to produce a video illustrating the new implemented features, so that I can easily showcase them to anyone interested.</a:t>
            </a:r>
            <a:endParaRPr>
              <a:solidFill>
                <a:schemeClr val="dk1"/>
              </a:solidFill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324" name="Google Shape;4324;g3a944cf963d_0_48"/>
          <p:cNvSpPr/>
          <p:nvPr/>
        </p:nvSpPr>
        <p:spPr>
          <a:xfrm>
            <a:off x="154750" y="8464390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25" name="Google Shape;4325;g3a944cf963d_0_48"/>
          <p:cNvSpPr/>
          <p:nvPr/>
        </p:nvSpPr>
        <p:spPr>
          <a:xfrm>
            <a:off x="154750" y="8943275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US20: As an aspiring software engineer, I want to produce an animation of our scrum board's animation over time, so that I can easily showcase it's progress to anyone interested.</a:t>
            </a:r>
            <a:endParaRPr/>
          </a:p>
        </p:txBody>
      </p:sp>
      <p:sp>
        <p:nvSpPr>
          <p:cNvPr id="4326" name="Google Shape;4326;g3a944cf963d_0_48"/>
          <p:cNvSpPr/>
          <p:nvPr/>
        </p:nvSpPr>
        <p:spPr>
          <a:xfrm>
            <a:off x="154750" y="9569040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30" name="Shape 4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31" name="Google Shape;4331;g3a950b268a9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32" name="Google Shape;4332;g3a950b268a9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33" name="Google Shape;4333;g3a950b268a9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334" name="Google Shape;4334;g3a950b268a9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35" name="Google Shape;4335;g3a950b268a9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36" name="Google Shape;4336;g3a950b268a9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37" name="Google Shape;4337;g3a950b268a9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38" name="Google Shape;4338;g3a950b268a9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39" name="Google Shape;4339;g3a950b268a9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40" name="Google Shape;4340;g3a950b268a9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41" name="Google Shape;4341;g3a950b268a9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42" name="Google Shape;4342;g3a950b268a9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43" name="Google Shape;4343;g3a950b268a9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44" name="Google Shape;4344;g3a950b268a9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45" name="Google Shape;4345;g3a950b268a9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46" name="Google Shape;4346;g3a950b268a9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347" name="Google Shape;4347;g3a950b268a9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48" name="Google Shape;4348;g3a950b268a9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49" name="Google Shape;4349;g3a950b268a9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50" name="Google Shape;4350;g3a950b268a9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51" name="Google Shape;4351;g3a950b268a9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352" name="Google Shape;4352;g3a950b268a9_0_0"/>
          <p:cNvSpPr/>
          <p:nvPr/>
        </p:nvSpPr>
        <p:spPr>
          <a:xfrm>
            <a:off x="9560275" y="684775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T43.1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US3 would look like (turret’s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53" name="Google Shape;4353;g3a950b268a9_0_0"/>
          <p:cNvSpPr/>
          <p:nvPr/>
        </p:nvSpPr>
        <p:spPr>
          <a:xfrm>
            <a:off x="10263925" y="684775"/>
            <a:ext cx="2010300" cy="13821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T45.1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US3 (turret’s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54" name="Google Shape;4354;g3a950b268a9_0_0"/>
          <p:cNvSpPr/>
          <p:nvPr/>
        </p:nvSpPr>
        <p:spPr>
          <a:xfrm>
            <a:off x="9560275" y="112930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T49.1: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US3 (Swapping turret's targeting priorities)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55" name="Google Shape;4355;g3a950b268a9_0_0"/>
          <p:cNvSpPr/>
          <p:nvPr/>
        </p:nvSpPr>
        <p:spPr>
          <a:xfrm>
            <a:off x="10321000" y="1142955"/>
            <a:ext cx="25197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T53.1: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US3 (Swapping turret's targeting priorities)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56" name="Google Shape;4356;g3a950b268a9_0_0"/>
          <p:cNvSpPr/>
          <p:nvPr/>
        </p:nvSpPr>
        <p:spPr>
          <a:xfrm>
            <a:off x="9560275" y="1500697"/>
            <a:ext cx="2519700" cy="939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T55: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Additionally refine previously implemented code.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57" name="Google Shape;4357;g3a950b268a9_0_0"/>
          <p:cNvSpPr/>
          <p:nvPr/>
        </p:nvSpPr>
        <p:spPr>
          <a:xfrm>
            <a:off x="154750" y="565188"/>
            <a:ext cx="2519700" cy="19080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US14: As an aspiring software engineer, I want to illustrate an US implementation with a use case and a sequence diagram, so that I can detail about my group's work.</a:t>
            </a:r>
            <a:endParaRPr/>
          </a:p>
        </p:txBody>
      </p:sp>
      <p:sp>
        <p:nvSpPr>
          <p:cNvPr id="4358" name="Google Shape;4358;g3a950b268a9_0_0"/>
          <p:cNvSpPr/>
          <p:nvPr/>
        </p:nvSpPr>
        <p:spPr>
          <a:xfrm>
            <a:off x="154750" y="2217825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US15: As an aspiring software engineer, I want to think about an US implementation class diagram representation, so that my group is able to design it.</a:t>
            </a:r>
            <a:endParaRPr/>
          </a:p>
        </p:txBody>
      </p:sp>
      <p:sp>
        <p:nvSpPr>
          <p:cNvPr id="4359" name="Google Shape;4359;g3a950b268a9_0_0"/>
          <p:cNvSpPr/>
          <p:nvPr/>
        </p:nvSpPr>
        <p:spPr>
          <a:xfrm>
            <a:off x="112850" y="3661425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US16: As an aspiring software engineer, I want to design and perform unit tests on my new </a:t>
            </a:r>
            <a:r>
              <a:rPr lang="en-GB"/>
              <a:t>functionality</a:t>
            </a:r>
            <a:r>
              <a:rPr lang="en-GB"/>
              <a:t>, so that I can be sure it is implemented well and bug free.</a:t>
            </a:r>
            <a:endParaRPr/>
          </a:p>
        </p:txBody>
      </p:sp>
      <p:sp>
        <p:nvSpPr>
          <p:cNvPr id="4360" name="Google Shape;4360;g3a950b268a9_0_0"/>
          <p:cNvSpPr/>
          <p:nvPr/>
        </p:nvSpPr>
        <p:spPr>
          <a:xfrm>
            <a:off x="112850" y="5198150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US17: As an aspiring software engineer, I want to  write an implementation summary about the code I made, to that I can better showcase the work done to anyone interested in it.</a:t>
            </a:r>
            <a:endParaRPr/>
          </a:p>
        </p:txBody>
      </p:sp>
      <p:sp>
        <p:nvSpPr>
          <p:cNvPr id="4361" name="Google Shape;4361;g3a950b268a9_0_0"/>
          <p:cNvSpPr/>
          <p:nvPr/>
        </p:nvSpPr>
        <p:spPr>
          <a:xfrm>
            <a:off x="154750" y="6629250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US18: As an aspiring software engineer, I want to additionally refine previously implemented code, so that I know I am producing the best code possible.</a:t>
            </a:r>
            <a:endParaRPr/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362" name="Google Shape;4362;g3a950b268a9_0_0"/>
          <p:cNvSpPr/>
          <p:nvPr/>
        </p:nvSpPr>
        <p:spPr>
          <a:xfrm>
            <a:off x="154750" y="7689200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US19: As an aspiring software engineer, I want to produce a video </a:t>
            </a:r>
            <a:r>
              <a:rPr lang="en-GB"/>
              <a:t>illustrating</a:t>
            </a:r>
            <a:r>
              <a:rPr lang="en-GB"/>
              <a:t> the new implemented features, so that I can easily showcase them to anyone interested.</a:t>
            </a:r>
            <a:endParaRPr/>
          </a:p>
        </p:txBody>
      </p:sp>
      <p:sp>
        <p:nvSpPr>
          <p:cNvPr id="4363" name="Google Shape;4363;g3a950b268a9_0_0"/>
          <p:cNvSpPr/>
          <p:nvPr/>
        </p:nvSpPr>
        <p:spPr>
          <a:xfrm>
            <a:off x="154750" y="8828250"/>
            <a:ext cx="2519700" cy="19080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US20: As an aspiring software engineer, I want to produce an animation of our scrum board's animation over time, so that I can easily showcase it's progress to anyone interested.</a:t>
            </a:r>
            <a:endParaRPr/>
          </a:p>
        </p:txBody>
      </p:sp>
      <p:sp>
        <p:nvSpPr>
          <p:cNvPr id="4364" name="Google Shape;4364;g3a950b268a9_0_0"/>
          <p:cNvSpPr/>
          <p:nvPr/>
        </p:nvSpPr>
        <p:spPr>
          <a:xfrm>
            <a:off x="6192525" y="1221943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US14, US15, US16, US17, US18, US19, </a:t>
            </a:r>
            <a:r>
              <a:rPr lang="en-GB"/>
              <a:t>US20</a:t>
            </a:r>
            <a:endParaRPr/>
          </a:p>
        </p:txBody>
      </p:sp>
      <p:sp>
        <p:nvSpPr>
          <p:cNvPr id="4365" name="Google Shape;4365;g3a950b268a9_0_0"/>
          <p:cNvSpPr/>
          <p:nvPr/>
        </p:nvSpPr>
        <p:spPr>
          <a:xfrm>
            <a:off x="6192525" y="2849743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US16, US17, US19, </a:t>
            </a:r>
            <a:r>
              <a:rPr lang="en-GB"/>
              <a:t>US20</a:t>
            </a:r>
            <a:endParaRPr/>
          </a:p>
        </p:txBody>
      </p:sp>
      <p:sp>
        <p:nvSpPr>
          <p:cNvPr id="4366" name="Google Shape;4366;g3a950b268a9_0_0"/>
          <p:cNvSpPr/>
          <p:nvPr/>
        </p:nvSpPr>
        <p:spPr>
          <a:xfrm>
            <a:off x="6192525" y="4477539"/>
            <a:ext cx="2589000" cy="600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US16, US17, US18, US19, </a:t>
            </a:r>
            <a:r>
              <a:rPr lang="en-GB"/>
              <a:t>US20</a:t>
            </a:r>
            <a:endParaRPr/>
          </a:p>
        </p:txBody>
      </p:sp>
      <p:sp>
        <p:nvSpPr>
          <p:cNvPr id="4367" name="Google Shape;4367;g3a950b268a9_0_0"/>
          <p:cNvSpPr/>
          <p:nvPr/>
        </p:nvSpPr>
        <p:spPr>
          <a:xfrm>
            <a:off x="6192525" y="9103043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US14, US15, US16, US17, US19, </a:t>
            </a:r>
            <a:r>
              <a:rPr lang="en-GB"/>
              <a:t>US20</a:t>
            </a:r>
            <a:endParaRPr/>
          </a:p>
        </p:txBody>
      </p:sp>
      <p:sp>
        <p:nvSpPr>
          <p:cNvPr id="4368" name="Google Shape;4368;g3a950b268a9_0_0"/>
          <p:cNvSpPr/>
          <p:nvPr/>
        </p:nvSpPr>
        <p:spPr>
          <a:xfrm>
            <a:off x="6192525" y="5943493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US14, US15, US16, US17, US19, </a:t>
            </a:r>
            <a:r>
              <a:rPr lang="en-GB"/>
              <a:t>US20</a:t>
            </a:r>
            <a:endParaRPr/>
          </a:p>
        </p:txBody>
      </p:sp>
      <p:sp>
        <p:nvSpPr>
          <p:cNvPr id="4369" name="Google Shape;4369;g3a950b268a9_0_0"/>
          <p:cNvSpPr/>
          <p:nvPr/>
        </p:nvSpPr>
        <p:spPr>
          <a:xfrm>
            <a:off x="6192525" y="7613318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US14, US15, US16, US17, US19, </a:t>
            </a:r>
            <a:r>
              <a:rPr lang="en-GB"/>
              <a:t>US20</a:t>
            </a:r>
            <a:endParaRPr/>
          </a:p>
        </p:txBody>
      </p:sp>
      <p:sp>
        <p:nvSpPr>
          <p:cNvPr id="4370" name="Google Shape;4370;g3a950b268a9_0_0"/>
          <p:cNvSpPr/>
          <p:nvPr/>
        </p:nvSpPr>
        <p:spPr>
          <a:xfrm>
            <a:off x="15477950" y="8881550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71" name="Google Shape;4371;g3a950b268a9_0_0"/>
          <p:cNvSpPr/>
          <p:nvPr/>
        </p:nvSpPr>
        <p:spPr>
          <a:xfrm>
            <a:off x="15496075" y="5838700"/>
            <a:ext cx="2519700" cy="13197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72" name="Google Shape;4372;g3a950b268a9_0_0"/>
          <p:cNvSpPr/>
          <p:nvPr/>
        </p:nvSpPr>
        <p:spPr>
          <a:xfrm>
            <a:off x="18614450" y="3979725"/>
            <a:ext cx="2519700" cy="1143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T39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US1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Review: #67763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73" name="Google Shape;4373;g3a950b268a9_0_0"/>
          <p:cNvSpPr/>
          <p:nvPr/>
        </p:nvSpPr>
        <p:spPr>
          <a:xfrm>
            <a:off x="18614450" y="4411366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US1 would look like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74" name="Google Shape;4374;g3a950b268a9_0_0"/>
          <p:cNvSpPr/>
          <p:nvPr/>
        </p:nvSpPr>
        <p:spPr>
          <a:xfrm>
            <a:off x="15477950" y="2549149"/>
            <a:ext cx="2519700" cy="13056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T40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US2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75" name="Google Shape;4375;g3a950b268a9_0_0"/>
          <p:cNvSpPr/>
          <p:nvPr/>
        </p:nvSpPr>
        <p:spPr>
          <a:xfrm>
            <a:off x="10170088" y="1500690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76" name="Google Shape;4376;g3a950b268a9_0_0"/>
          <p:cNvSpPr/>
          <p:nvPr/>
        </p:nvSpPr>
        <p:spPr>
          <a:xfrm>
            <a:off x="18614450" y="2316648"/>
            <a:ext cx="2519700" cy="1528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US2 would look like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#67804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77" name="Google Shape;4377;g3a950b268a9_0_0"/>
          <p:cNvSpPr/>
          <p:nvPr/>
        </p:nvSpPr>
        <p:spPr>
          <a:xfrm>
            <a:off x="10965700" y="1500700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78" name="Google Shape;4378;g3a950b268a9_0_0"/>
          <p:cNvSpPr/>
          <p:nvPr/>
        </p:nvSpPr>
        <p:spPr>
          <a:xfrm>
            <a:off x="9560275" y="2439875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T48: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US2 (liquid leak checking)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79" name="Google Shape;4379;g3a950b268a9_0_0"/>
          <p:cNvSpPr/>
          <p:nvPr/>
        </p:nvSpPr>
        <p:spPr>
          <a:xfrm>
            <a:off x="10066300" y="2454825"/>
            <a:ext cx="2519700" cy="13056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US2 (liquid leak checking)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80" name="Google Shape;4380;g3a950b268a9_0_0"/>
          <p:cNvSpPr/>
          <p:nvPr/>
        </p:nvSpPr>
        <p:spPr>
          <a:xfrm>
            <a:off x="9588138" y="284342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81" name="Google Shape;4381;g3a950b268a9_0_0"/>
          <p:cNvSpPr/>
          <p:nvPr/>
        </p:nvSpPr>
        <p:spPr>
          <a:xfrm>
            <a:off x="10383750" y="2843438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82" name="Google Shape;4382;g3a950b268a9_0_0"/>
          <p:cNvSpPr/>
          <p:nvPr/>
        </p:nvSpPr>
        <p:spPr>
          <a:xfrm>
            <a:off x="9560275" y="401785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T47: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US1 (undo/redo)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83" name="Google Shape;4383;g3a950b268a9_0_0"/>
          <p:cNvSpPr/>
          <p:nvPr/>
        </p:nvSpPr>
        <p:spPr>
          <a:xfrm>
            <a:off x="10170100" y="4016463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US1 (undo/redo)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84" name="Google Shape;4384;g3a950b268a9_0_0"/>
          <p:cNvSpPr/>
          <p:nvPr/>
        </p:nvSpPr>
        <p:spPr>
          <a:xfrm>
            <a:off x="9663600" y="443307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T55: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Additionally refine previously implemented code (opcional)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85" name="Google Shape;4385;g3a950b268a9_0_0"/>
          <p:cNvSpPr/>
          <p:nvPr/>
        </p:nvSpPr>
        <p:spPr>
          <a:xfrm>
            <a:off x="10245538" y="447512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T56.3: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86" name="Google Shape;4386;g3a950b268a9_0_0"/>
          <p:cNvSpPr/>
          <p:nvPr/>
        </p:nvSpPr>
        <p:spPr>
          <a:xfrm>
            <a:off x="11041150" y="4475138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T57.3: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87" name="Google Shape;4387;g3a950b268a9_0_0"/>
          <p:cNvSpPr/>
          <p:nvPr/>
        </p:nvSpPr>
        <p:spPr>
          <a:xfrm>
            <a:off x="9560275" y="5463950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T44.1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88" name="Google Shape;4388;g3a950b268a9_0_0"/>
          <p:cNvSpPr/>
          <p:nvPr/>
        </p:nvSpPr>
        <p:spPr>
          <a:xfrm>
            <a:off x="10321000" y="5463950"/>
            <a:ext cx="20103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T46.1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89" name="Google Shape;4389;g3a950b268a9_0_0"/>
          <p:cNvSpPr/>
          <p:nvPr/>
        </p:nvSpPr>
        <p:spPr>
          <a:xfrm>
            <a:off x="9560275" y="590048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T50.1: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US4 (Copy and Paste)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90" name="Google Shape;4390;g3a950b268a9_0_0"/>
          <p:cNvSpPr/>
          <p:nvPr/>
        </p:nvSpPr>
        <p:spPr>
          <a:xfrm>
            <a:off x="10321000" y="590327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T54.1: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US4 (Copy and Paste)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91" name="Google Shape;4391;g3a950b268a9_0_0"/>
          <p:cNvSpPr/>
          <p:nvPr/>
        </p:nvSpPr>
        <p:spPr>
          <a:xfrm>
            <a:off x="9588138" y="6353765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T56.4: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92" name="Google Shape;4392;g3a950b268a9_0_0"/>
          <p:cNvSpPr/>
          <p:nvPr/>
        </p:nvSpPr>
        <p:spPr>
          <a:xfrm>
            <a:off x="10383750" y="6353775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T57.4: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93" name="Google Shape;4393;g3a950b268a9_0_0"/>
          <p:cNvSpPr/>
          <p:nvPr/>
        </p:nvSpPr>
        <p:spPr>
          <a:xfrm>
            <a:off x="9560275" y="7137375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T43.2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US3 would look like (turret’s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94" name="Google Shape;4394;g3a950b268a9_0_0"/>
          <p:cNvSpPr/>
          <p:nvPr/>
        </p:nvSpPr>
        <p:spPr>
          <a:xfrm>
            <a:off x="10321000" y="7137375"/>
            <a:ext cx="22179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T45.2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US3 (turret’s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95" name="Google Shape;4395;g3a950b268a9_0_0"/>
          <p:cNvSpPr/>
          <p:nvPr/>
        </p:nvSpPr>
        <p:spPr>
          <a:xfrm>
            <a:off x="9560275" y="7488825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T49.2: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US3 (Swapping turret's targeting priorities)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96" name="Google Shape;4396;g3a950b268a9_0_0"/>
          <p:cNvSpPr/>
          <p:nvPr/>
        </p:nvSpPr>
        <p:spPr>
          <a:xfrm>
            <a:off x="10321000" y="7490330"/>
            <a:ext cx="25197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T53.1: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US3 (Swapping turret's targeting priorities)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97" name="Google Shape;4397;g3a950b268a9_0_0"/>
          <p:cNvSpPr/>
          <p:nvPr/>
        </p:nvSpPr>
        <p:spPr>
          <a:xfrm>
            <a:off x="9588138" y="7929652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T56.5: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98" name="Google Shape;4398;g3a950b268a9_0_0"/>
          <p:cNvSpPr/>
          <p:nvPr/>
        </p:nvSpPr>
        <p:spPr>
          <a:xfrm>
            <a:off x="10383750" y="7929663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T57.5: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99" name="Google Shape;4399;g3a950b268a9_0_0"/>
          <p:cNvSpPr/>
          <p:nvPr/>
        </p:nvSpPr>
        <p:spPr>
          <a:xfrm>
            <a:off x="9808125" y="8367675"/>
            <a:ext cx="2217900" cy="8658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T55.3: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Additionally refine previously implemented code.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00" name="Google Shape;4400;g3a950b268a9_0_0"/>
          <p:cNvSpPr/>
          <p:nvPr/>
        </p:nvSpPr>
        <p:spPr>
          <a:xfrm>
            <a:off x="9560275" y="8889300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T44.2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01" name="Google Shape;4401;g3a950b268a9_0_0"/>
          <p:cNvSpPr/>
          <p:nvPr/>
        </p:nvSpPr>
        <p:spPr>
          <a:xfrm>
            <a:off x="10321000" y="8889300"/>
            <a:ext cx="2010300" cy="13821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T46.2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02" name="Google Shape;4402;g3a950b268a9_0_0"/>
          <p:cNvSpPr/>
          <p:nvPr/>
        </p:nvSpPr>
        <p:spPr>
          <a:xfrm>
            <a:off x="9560275" y="924748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T50.2: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US4 (Copy and Paste)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03" name="Google Shape;4403;g3a950b268a9_0_0"/>
          <p:cNvSpPr/>
          <p:nvPr/>
        </p:nvSpPr>
        <p:spPr>
          <a:xfrm>
            <a:off x="10321000" y="9247502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T54.2: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US4 (Copy and Paste)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04" name="Google Shape;4404;g3a950b268a9_0_0"/>
          <p:cNvSpPr/>
          <p:nvPr/>
        </p:nvSpPr>
        <p:spPr>
          <a:xfrm>
            <a:off x="9588150" y="9752475"/>
            <a:ext cx="3219300" cy="874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T56.6: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05" name="Google Shape;4405;g3a950b268a9_0_0"/>
          <p:cNvSpPr/>
          <p:nvPr/>
        </p:nvSpPr>
        <p:spPr>
          <a:xfrm>
            <a:off x="10604703" y="9752482"/>
            <a:ext cx="2395800" cy="1047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T57.6: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09" name="Shape 4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410" name="Google Shape;4410;g3a99c2c0f4d_1_9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411" name="Google Shape;4411;g3a99c2c0f4d_1_9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412" name="Google Shape;4412;g3a99c2c0f4d_1_9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13" name="Google Shape;4413;g3a99c2c0f4d_1_9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14" name="Google Shape;4414;g3a99c2c0f4d_1_9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15" name="Google Shape;4415;g3a99c2c0f4d_1_9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16" name="Google Shape;4416;g3a99c2c0f4d_1_9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17" name="Google Shape;4417;g3a99c2c0f4d_1_9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18" name="Google Shape;4418;g3a99c2c0f4d_1_9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19" name="Google Shape;4419;g3a99c2c0f4d_1_9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20" name="Google Shape;4420;g3a99c2c0f4d_1_9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21" name="Google Shape;4421;g3a99c2c0f4d_1_9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22" name="Google Shape;4422;g3a99c2c0f4d_1_9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23" name="Google Shape;4423;g3a99c2c0f4d_1_9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24" name="Google Shape;4424;g3a99c2c0f4d_1_9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25" name="Google Shape;4425;g3a99c2c0f4d_1_9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426" name="Google Shape;4426;g3a99c2c0f4d_1_9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4427" name="Google Shape;4427;g3a99c2c0f4d_1_95"/>
          <p:cNvSpPr/>
          <p:nvPr/>
        </p:nvSpPr>
        <p:spPr>
          <a:xfrm>
            <a:off x="9560275" y="684775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T43.1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US3 would look like (turret’s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28" name="Google Shape;4428;g3a99c2c0f4d_1_95"/>
          <p:cNvSpPr/>
          <p:nvPr/>
        </p:nvSpPr>
        <p:spPr>
          <a:xfrm>
            <a:off x="9560275" y="112930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T49.1: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US3 (Swapping turret's targeting priorities)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29" name="Google Shape;4429;g3a99c2c0f4d_1_95"/>
          <p:cNvSpPr/>
          <p:nvPr/>
        </p:nvSpPr>
        <p:spPr>
          <a:xfrm>
            <a:off x="10321000" y="1142950"/>
            <a:ext cx="21171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T53.1: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US3 (Swapping turret's targeting priorities)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30" name="Google Shape;4430;g3a99c2c0f4d_1_95"/>
          <p:cNvSpPr/>
          <p:nvPr/>
        </p:nvSpPr>
        <p:spPr>
          <a:xfrm>
            <a:off x="9560275" y="1500697"/>
            <a:ext cx="2519700" cy="885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T55: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Additionally refine previously implemented code.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31" name="Google Shape;4431;g3a99c2c0f4d_1_95"/>
          <p:cNvSpPr/>
          <p:nvPr/>
        </p:nvSpPr>
        <p:spPr>
          <a:xfrm>
            <a:off x="10170088" y="1500690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32" name="Google Shape;4432;g3a99c2c0f4d_1_95"/>
          <p:cNvSpPr/>
          <p:nvPr/>
        </p:nvSpPr>
        <p:spPr>
          <a:xfrm>
            <a:off x="10965700" y="1500700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433" name="Google Shape;4433;g3a99c2c0f4d_1_9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4434" name="Google Shape;4434;g3a99c2c0f4d_1_95"/>
          <p:cNvSpPr/>
          <p:nvPr/>
        </p:nvSpPr>
        <p:spPr>
          <a:xfrm>
            <a:off x="9162400" y="2573575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T48: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US2 (liquid leak checking)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35" name="Google Shape;4435;g3a99c2c0f4d_1_95"/>
          <p:cNvSpPr/>
          <p:nvPr/>
        </p:nvSpPr>
        <p:spPr>
          <a:xfrm>
            <a:off x="9588138" y="284342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36" name="Google Shape;4436;g3a99c2c0f4d_1_95"/>
          <p:cNvSpPr/>
          <p:nvPr/>
        </p:nvSpPr>
        <p:spPr>
          <a:xfrm>
            <a:off x="10383750" y="2843438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437" name="Google Shape;4437;g3a99c2c0f4d_1_9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438" name="Google Shape;4438;g3a99c2c0f4d_1_9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439" name="Google Shape;4439;g3a99c2c0f4d_1_9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40" name="Google Shape;4440;g3a99c2c0f4d_1_95"/>
          <p:cNvSpPr/>
          <p:nvPr/>
        </p:nvSpPr>
        <p:spPr>
          <a:xfrm>
            <a:off x="9363650" y="401785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US1 (undo/redo)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41" name="Google Shape;4441;g3a99c2c0f4d_1_95"/>
          <p:cNvSpPr/>
          <p:nvPr/>
        </p:nvSpPr>
        <p:spPr>
          <a:xfrm>
            <a:off x="10088650" y="4030388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T57.3: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42" name="Google Shape;4442;g3a99c2c0f4d_1_95"/>
          <p:cNvSpPr/>
          <p:nvPr/>
        </p:nvSpPr>
        <p:spPr>
          <a:xfrm>
            <a:off x="9663600" y="443307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T55.2: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Additionally refine previously implemented code (opcional)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43" name="Google Shape;4443;g3a99c2c0f4d_1_95"/>
          <p:cNvSpPr/>
          <p:nvPr/>
        </p:nvSpPr>
        <p:spPr>
          <a:xfrm>
            <a:off x="10245538" y="447512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T56.3: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44" name="Google Shape;4444;g3a99c2c0f4d_1_95"/>
          <p:cNvSpPr/>
          <p:nvPr/>
        </p:nvSpPr>
        <p:spPr>
          <a:xfrm>
            <a:off x="9560275" y="5463950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T44.1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45" name="Google Shape;4445;g3a99c2c0f4d_1_95"/>
          <p:cNvSpPr/>
          <p:nvPr/>
        </p:nvSpPr>
        <p:spPr>
          <a:xfrm>
            <a:off x="9560275" y="590048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T50.1: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US4 (Copy and Paste)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46" name="Google Shape;4446;g3a99c2c0f4d_1_95"/>
          <p:cNvSpPr/>
          <p:nvPr/>
        </p:nvSpPr>
        <p:spPr>
          <a:xfrm>
            <a:off x="10321000" y="5463950"/>
            <a:ext cx="20103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T46.1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47" name="Google Shape;4447;g3a99c2c0f4d_1_95"/>
          <p:cNvSpPr/>
          <p:nvPr/>
        </p:nvSpPr>
        <p:spPr>
          <a:xfrm>
            <a:off x="10321000" y="590327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T54.1: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US4 (Copy and Paste)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48" name="Google Shape;4448;g3a99c2c0f4d_1_95"/>
          <p:cNvSpPr/>
          <p:nvPr/>
        </p:nvSpPr>
        <p:spPr>
          <a:xfrm>
            <a:off x="9588138" y="6353765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T56.4: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49" name="Google Shape;4449;g3a99c2c0f4d_1_95"/>
          <p:cNvSpPr/>
          <p:nvPr/>
        </p:nvSpPr>
        <p:spPr>
          <a:xfrm>
            <a:off x="12623925" y="4243100"/>
            <a:ext cx="20103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T47: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US1 (undo/redo)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50" name="Google Shape;4450;g3a99c2c0f4d_1_95"/>
          <p:cNvSpPr/>
          <p:nvPr/>
        </p:nvSpPr>
        <p:spPr>
          <a:xfrm>
            <a:off x="10383750" y="6353775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T57.4: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51" name="Google Shape;4451;g3a99c2c0f4d_1_95"/>
          <p:cNvSpPr/>
          <p:nvPr/>
        </p:nvSpPr>
        <p:spPr>
          <a:xfrm>
            <a:off x="9560275" y="7137375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T43.2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US3 would look like (turret’s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52" name="Google Shape;4452;g3a99c2c0f4d_1_95"/>
          <p:cNvSpPr/>
          <p:nvPr/>
        </p:nvSpPr>
        <p:spPr>
          <a:xfrm>
            <a:off x="10321000" y="7490330"/>
            <a:ext cx="25197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T53.1: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US3 (Swapping turret's targeting priorities)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53" name="Google Shape;4453;g3a99c2c0f4d_1_95"/>
          <p:cNvSpPr/>
          <p:nvPr/>
        </p:nvSpPr>
        <p:spPr>
          <a:xfrm>
            <a:off x="9560275" y="7488825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T49.2: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US3 (Swapping turret's targeting priorities)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54" name="Google Shape;4454;g3a99c2c0f4d_1_95"/>
          <p:cNvSpPr/>
          <p:nvPr/>
        </p:nvSpPr>
        <p:spPr>
          <a:xfrm>
            <a:off x="9588138" y="7929652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T56.5: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55" name="Google Shape;4455;g3a99c2c0f4d_1_95"/>
          <p:cNvSpPr/>
          <p:nvPr/>
        </p:nvSpPr>
        <p:spPr>
          <a:xfrm>
            <a:off x="12589050" y="7137375"/>
            <a:ext cx="22179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T45.2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US3 (turret’s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56" name="Google Shape;4456;g3a99c2c0f4d_1_95"/>
          <p:cNvSpPr/>
          <p:nvPr/>
        </p:nvSpPr>
        <p:spPr>
          <a:xfrm>
            <a:off x="10383750" y="7929663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T57.5: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57" name="Google Shape;4457;g3a99c2c0f4d_1_95"/>
          <p:cNvSpPr/>
          <p:nvPr/>
        </p:nvSpPr>
        <p:spPr>
          <a:xfrm>
            <a:off x="9808125" y="8367675"/>
            <a:ext cx="2217900" cy="8658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T55.3: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Additionally refine previously implemented code.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58" name="Google Shape;4458;g3a99c2c0f4d_1_95"/>
          <p:cNvSpPr/>
          <p:nvPr/>
        </p:nvSpPr>
        <p:spPr>
          <a:xfrm>
            <a:off x="9560275" y="8889300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T44.2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59" name="Google Shape;4459;g3a99c2c0f4d_1_95"/>
          <p:cNvSpPr/>
          <p:nvPr/>
        </p:nvSpPr>
        <p:spPr>
          <a:xfrm>
            <a:off x="10321000" y="8889300"/>
            <a:ext cx="2010300" cy="13821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T46.2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60" name="Google Shape;4460;g3a99c2c0f4d_1_95"/>
          <p:cNvSpPr/>
          <p:nvPr/>
        </p:nvSpPr>
        <p:spPr>
          <a:xfrm>
            <a:off x="12623925" y="828150"/>
            <a:ext cx="2010300" cy="13821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T45.1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US3 (turret’s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61" name="Google Shape;4461;g3a99c2c0f4d_1_95"/>
          <p:cNvSpPr/>
          <p:nvPr/>
        </p:nvSpPr>
        <p:spPr>
          <a:xfrm>
            <a:off x="12438138" y="2607200"/>
            <a:ext cx="2519700" cy="13056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US2 (liquid leak checking)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62" name="Google Shape;4462;g3a99c2c0f4d_1_95"/>
          <p:cNvSpPr/>
          <p:nvPr/>
        </p:nvSpPr>
        <p:spPr>
          <a:xfrm>
            <a:off x="9560275" y="924748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T50.2: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US4 (Copy and Paste)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63" name="Google Shape;4463;g3a99c2c0f4d_1_95"/>
          <p:cNvSpPr/>
          <p:nvPr/>
        </p:nvSpPr>
        <p:spPr>
          <a:xfrm>
            <a:off x="10321000" y="9247502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T54.2: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US4 (Copy and Paste)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64" name="Google Shape;4464;g3a99c2c0f4d_1_95"/>
          <p:cNvSpPr/>
          <p:nvPr/>
        </p:nvSpPr>
        <p:spPr>
          <a:xfrm>
            <a:off x="154750" y="565188"/>
            <a:ext cx="2519700" cy="19080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US14: As an aspiring software engineer, I want to illustrate an US implementation with a use case and a sequence diagram, so that I can detail about my group's work.</a:t>
            </a:r>
            <a:endParaRPr/>
          </a:p>
        </p:txBody>
      </p:sp>
      <p:sp>
        <p:nvSpPr>
          <p:cNvPr id="4465" name="Google Shape;4465;g3a99c2c0f4d_1_95"/>
          <p:cNvSpPr/>
          <p:nvPr/>
        </p:nvSpPr>
        <p:spPr>
          <a:xfrm>
            <a:off x="154750" y="2217825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US15: As an aspiring software engineer, I want to think about an US implementation class diagram representation, so that my group is able to design it.</a:t>
            </a:r>
            <a:endParaRPr/>
          </a:p>
        </p:txBody>
      </p:sp>
      <p:sp>
        <p:nvSpPr>
          <p:cNvPr id="4466" name="Google Shape;4466;g3a99c2c0f4d_1_95"/>
          <p:cNvSpPr/>
          <p:nvPr/>
        </p:nvSpPr>
        <p:spPr>
          <a:xfrm>
            <a:off x="112850" y="3661425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US16: As an aspiring software engineer, I want to design and perform unit tests on my new </a:t>
            </a:r>
            <a:r>
              <a:rPr lang="en-GB"/>
              <a:t>functionality</a:t>
            </a:r>
            <a:r>
              <a:rPr lang="en-GB"/>
              <a:t>, so that I can be sure it is implemented well and bug free.</a:t>
            </a:r>
            <a:endParaRPr/>
          </a:p>
        </p:txBody>
      </p:sp>
      <p:sp>
        <p:nvSpPr>
          <p:cNvPr id="4467" name="Google Shape;4467;g3a99c2c0f4d_1_95"/>
          <p:cNvSpPr/>
          <p:nvPr/>
        </p:nvSpPr>
        <p:spPr>
          <a:xfrm>
            <a:off x="112850" y="5198150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US17: As an aspiring software engineer, I want to  write an implementation summary about the code I made, to that I can better showcase the work done to anyone interested in it.</a:t>
            </a:r>
            <a:endParaRPr/>
          </a:p>
        </p:txBody>
      </p:sp>
      <p:sp>
        <p:nvSpPr>
          <p:cNvPr id="4468" name="Google Shape;4468;g3a99c2c0f4d_1_95"/>
          <p:cNvSpPr/>
          <p:nvPr/>
        </p:nvSpPr>
        <p:spPr>
          <a:xfrm>
            <a:off x="154750" y="6629250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US18: As an aspiring software engineer, I want to additionally refine previously implemented code, so that I know I am producing the best code possible.</a:t>
            </a:r>
            <a:endParaRPr/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469" name="Google Shape;4469;g3a99c2c0f4d_1_95"/>
          <p:cNvSpPr/>
          <p:nvPr/>
        </p:nvSpPr>
        <p:spPr>
          <a:xfrm>
            <a:off x="154750" y="7689200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US19: As an aspiring software engineer, I want to produce a video </a:t>
            </a:r>
            <a:r>
              <a:rPr lang="en-GB"/>
              <a:t>illustrating</a:t>
            </a:r>
            <a:r>
              <a:rPr lang="en-GB"/>
              <a:t> the new implemented features, so that I can easily showcase them to anyone interested.</a:t>
            </a:r>
            <a:endParaRPr/>
          </a:p>
        </p:txBody>
      </p:sp>
      <p:sp>
        <p:nvSpPr>
          <p:cNvPr id="4470" name="Google Shape;4470;g3a99c2c0f4d_1_95"/>
          <p:cNvSpPr/>
          <p:nvPr/>
        </p:nvSpPr>
        <p:spPr>
          <a:xfrm>
            <a:off x="154750" y="8828250"/>
            <a:ext cx="2519700" cy="19080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US20: As an aspiring software engineer, I want to produce an animation of our scrum board's animation over time, so that I can easily showcase it's progress to anyone interested.</a:t>
            </a:r>
            <a:endParaRPr/>
          </a:p>
        </p:txBody>
      </p:sp>
      <p:sp>
        <p:nvSpPr>
          <p:cNvPr id="4471" name="Google Shape;4471;g3a99c2c0f4d_1_95"/>
          <p:cNvSpPr/>
          <p:nvPr/>
        </p:nvSpPr>
        <p:spPr>
          <a:xfrm>
            <a:off x="6192525" y="1221943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US14, US15, US16, US17, US18, US19, </a:t>
            </a:r>
            <a:r>
              <a:rPr lang="en-GB"/>
              <a:t>US20</a:t>
            </a:r>
            <a:endParaRPr/>
          </a:p>
        </p:txBody>
      </p:sp>
      <p:sp>
        <p:nvSpPr>
          <p:cNvPr id="4472" name="Google Shape;4472;g3a99c2c0f4d_1_95"/>
          <p:cNvSpPr/>
          <p:nvPr/>
        </p:nvSpPr>
        <p:spPr>
          <a:xfrm>
            <a:off x="6192525" y="2849743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US16, US17, US19, </a:t>
            </a:r>
            <a:r>
              <a:rPr lang="en-GB"/>
              <a:t>US20</a:t>
            </a:r>
            <a:endParaRPr/>
          </a:p>
        </p:txBody>
      </p:sp>
      <p:sp>
        <p:nvSpPr>
          <p:cNvPr id="4473" name="Google Shape;4473;g3a99c2c0f4d_1_95"/>
          <p:cNvSpPr/>
          <p:nvPr/>
        </p:nvSpPr>
        <p:spPr>
          <a:xfrm>
            <a:off x="6192525" y="4477539"/>
            <a:ext cx="2589000" cy="600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US16, US17, US18, US19, </a:t>
            </a:r>
            <a:r>
              <a:rPr lang="en-GB"/>
              <a:t>US20</a:t>
            </a:r>
            <a:endParaRPr/>
          </a:p>
        </p:txBody>
      </p:sp>
      <p:sp>
        <p:nvSpPr>
          <p:cNvPr id="4474" name="Google Shape;4474;g3a99c2c0f4d_1_95"/>
          <p:cNvSpPr/>
          <p:nvPr/>
        </p:nvSpPr>
        <p:spPr>
          <a:xfrm>
            <a:off x="6192525" y="9103043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US14, US15, US16, US17, US19, </a:t>
            </a:r>
            <a:r>
              <a:rPr lang="en-GB"/>
              <a:t>US20</a:t>
            </a:r>
            <a:endParaRPr/>
          </a:p>
        </p:txBody>
      </p:sp>
      <p:sp>
        <p:nvSpPr>
          <p:cNvPr id="4475" name="Google Shape;4475;g3a99c2c0f4d_1_95"/>
          <p:cNvSpPr/>
          <p:nvPr/>
        </p:nvSpPr>
        <p:spPr>
          <a:xfrm>
            <a:off x="6192525" y="5943493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US14, US15, US16, US17, US19, </a:t>
            </a:r>
            <a:r>
              <a:rPr lang="en-GB"/>
              <a:t>US20</a:t>
            </a:r>
            <a:endParaRPr/>
          </a:p>
        </p:txBody>
      </p:sp>
      <p:sp>
        <p:nvSpPr>
          <p:cNvPr id="4476" name="Google Shape;4476;g3a99c2c0f4d_1_95"/>
          <p:cNvSpPr/>
          <p:nvPr/>
        </p:nvSpPr>
        <p:spPr>
          <a:xfrm>
            <a:off x="6192525" y="7613318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US14, US15, US16, US17, US19, </a:t>
            </a:r>
            <a:r>
              <a:rPr lang="en-GB"/>
              <a:t>US20</a:t>
            </a:r>
            <a:endParaRPr/>
          </a:p>
        </p:txBody>
      </p:sp>
      <p:sp>
        <p:nvSpPr>
          <p:cNvPr id="4477" name="Google Shape;4477;g3a99c2c0f4d_1_95"/>
          <p:cNvSpPr/>
          <p:nvPr/>
        </p:nvSpPr>
        <p:spPr>
          <a:xfrm>
            <a:off x="15477950" y="8881550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78" name="Google Shape;4478;g3a99c2c0f4d_1_95"/>
          <p:cNvSpPr/>
          <p:nvPr/>
        </p:nvSpPr>
        <p:spPr>
          <a:xfrm>
            <a:off x="15496075" y="5838700"/>
            <a:ext cx="2519700" cy="13197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79" name="Google Shape;4479;g3a99c2c0f4d_1_95"/>
          <p:cNvSpPr/>
          <p:nvPr/>
        </p:nvSpPr>
        <p:spPr>
          <a:xfrm>
            <a:off x="18614450" y="3979725"/>
            <a:ext cx="2519700" cy="1143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T39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US1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Review: #67763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80" name="Google Shape;4480;g3a99c2c0f4d_1_95"/>
          <p:cNvSpPr/>
          <p:nvPr/>
        </p:nvSpPr>
        <p:spPr>
          <a:xfrm>
            <a:off x="18614450" y="4411366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US1 would look like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81" name="Google Shape;4481;g3a99c2c0f4d_1_95"/>
          <p:cNvSpPr/>
          <p:nvPr/>
        </p:nvSpPr>
        <p:spPr>
          <a:xfrm>
            <a:off x="15477950" y="2549149"/>
            <a:ext cx="2519700" cy="13056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T40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US2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82" name="Google Shape;4482;g3a99c2c0f4d_1_95"/>
          <p:cNvSpPr/>
          <p:nvPr/>
        </p:nvSpPr>
        <p:spPr>
          <a:xfrm>
            <a:off x="18614450" y="2316648"/>
            <a:ext cx="2519700" cy="1528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US2 would look like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#67804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83" name="Google Shape;4483;g3a99c2c0f4d_1_95"/>
          <p:cNvSpPr/>
          <p:nvPr/>
        </p:nvSpPr>
        <p:spPr>
          <a:xfrm>
            <a:off x="9588150" y="9752475"/>
            <a:ext cx="3219300" cy="874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T56.6: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84" name="Google Shape;4484;g3a99c2c0f4d_1_95"/>
          <p:cNvSpPr/>
          <p:nvPr/>
        </p:nvSpPr>
        <p:spPr>
          <a:xfrm>
            <a:off x="10604703" y="9752482"/>
            <a:ext cx="2395800" cy="1047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T57.6: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88" name="Shape 4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489" name="Google Shape;4489;g3a99c2c0f4d_1_161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490" name="Google Shape;4490;g3a99c2c0f4d_1_161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491" name="Google Shape;4491;g3a99c2c0f4d_1_161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492" name="Google Shape;4492;g3a99c2c0f4d_1_161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493" name="Google Shape;4493;g3a99c2c0f4d_1_161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94" name="Google Shape;4494;g3a99c2c0f4d_1_161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95" name="Google Shape;4495;g3a99c2c0f4d_1_161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96" name="Google Shape;4496;g3a99c2c0f4d_1_161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97" name="Google Shape;4497;g3a99c2c0f4d_1_161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98" name="Google Shape;4498;g3a99c2c0f4d_1_161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99" name="Google Shape;4499;g3a99c2c0f4d_1_161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00" name="Google Shape;4500;g3a99c2c0f4d_1_161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01" name="Google Shape;4501;g3a99c2c0f4d_1_161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02" name="Google Shape;4502;g3a99c2c0f4d_1_161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03" name="Google Shape;4503;g3a99c2c0f4d_1_161"/>
          <p:cNvSpPr/>
          <p:nvPr/>
        </p:nvSpPr>
        <p:spPr>
          <a:xfrm>
            <a:off x="9256900" y="4475137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T57.3: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04" name="Google Shape;4504;g3a99c2c0f4d_1_161"/>
          <p:cNvSpPr/>
          <p:nvPr/>
        </p:nvSpPr>
        <p:spPr>
          <a:xfrm>
            <a:off x="10245538" y="447512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T56.3: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05" name="Google Shape;4505;g3a99c2c0f4d_1_161"/>
          <p:cNvSpPr/>
          <p:nvPr/>
        </p:nvSpPr>
        <p:spPr>
          <a:xfrm>
            <a:off x="9560275" y="5463950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T44.1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06" name="Google Shape;4506;g3a99c2c0f4d_1_161"/>
          <p:cNvSpPr/>
          <p:nvPr/>
        </p:nvSpPr>
        <p:spPr>
          <a:xfrm>
            <a:off x="10321000" y="5463950"/>
            <a:ext cx="20103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T46.1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07" name="Google Shape;4507;g3a99c2c0f4d_1_161"/>
          <p:cNvSpPr/>
          <p:nvPr/>
        </p:nvSpPr>
        <p:spPr>
          <a:xfrm>
            <a:off x="9560275" y="590048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T50.1: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US4 (Copy and Paste)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08" name="Google Shape;4508;g3a99c2c0f4d_1_161"/>
          <p:cNvSpPr/>
          <p:nvPr/>
        </p:nvSpPr>
        <p:spPr>
          <a:xfrm>
            <a:off x="12528175" y="590327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T54.1: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US4 (Copy and Paste)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09" name="Google Shape;4509;g3a99c2c0f4d_1_161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10" name="Google Shape;4510;g3a99c2c0f4d_1_161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11" name="Google Shape;4511;g3a99c2c0f4d_1_161"/>
          <p:cNvSpPr/>
          <p:nvPr/>
        </p:nvSpPr>
        <p:spPr>
          <a:xfrm>
            <a:off x="9588138" y="6353765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T56.4: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12" name="Google Shape;4512;g3a99c2c0f4d_1_161"/>
          <p:cNvSpPr/>
          <p:nvPr/>
        </p:nvSpPr>
        <p:spPr>
          <a:xfrm>
            <a:off x="10383750" y="6353775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T57.4: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13" name="Google Shape;4513;g3a99c2c0f4d_1_161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14" name="Google Shape;4514;g3a99c2c0f4d_1_161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15" name="Google Shape;4515;g3a99c2c0f4d_1_161"/>
          <p:cNvSpPr/>
          <p:nvPr/>
        </p:nvSpPr>
        <p:spPr>
          <a:xfrm>
            <a:off x="12829975" y="7137375"/>
            <a:ext cx="22179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T43.2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US3 would look like (turret’s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16" name="Google Shape;4516;g3a99c2c0f4d_1_161"/>
          <p:cNvSpPr/>
          <p:nvPr/>
        </p:nvSpPr>
        <p:spPr>
          <a:xfrm>
            <a:off x="12858713" y="7613325"/>
            <a:ext cx="22179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T45.2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US3 (turret’s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17" name="Google Shape;4517;g3a99c2c0f4d_1_161"/>
          <p:cNvSpPr/>
          <p:nvPr/>
        </p:nvSpPr>
        <p:spPr>
          <a:xfrm>
            <a:off x="9560275" y="7488825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T49.2: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US3 (Swapping turret's targeting priorities)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518" name="Google Shape;4518;g3a99c2c0f4d_1_161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4519" name="Google Shape;4519;g3a99c2c0f4d_1_161"/>
          <p:cNvSpPr/>
          <p:nvPr/>
        </p:nvSpPr>
        <p:spPr>
          <a:xfrm>
            <a:off x="10321000" y="7490325"/>
            <a:ext cx="2173200" cy="1686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T53.1: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US3 (Swapping turret's targeting priorities)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520" name="Google Shape;4520;g3a99c2c0f4d_1_161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521" name="Google Shape;4521;g3a99c2c0f4d_1_161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522" name="Google Shape;4522;g3a99c2c0f4d_1_161"/>
          <p:cNvSpPr/>
          <p:nvPr/>
        </p:nvSpPr>
        <p:spPr>
          <a:xfrm>
            <a:off x="12341500" y="3946937"/>
            <a:ext cx="20286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T47: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US1 (undo/redo)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23" name="Google Shape;4523;g3a99c2c0f4d_1_161"/>
          <p:cNvSpPr/>
          <p:nvPr/>
        </p:nvSpPr>
        <p:spPr>
          <a:xfrm>
            <a:off x="12832504" y="3945550"/>
            <a:ext cx="20286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US1 (undo/redo)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24" name="Google Shape;4524;g3a99c2c0f4d_1_161"/>
          <p:cNvSpPr/>
          <p:nvPr/>
        </p:nvSpPr>
        <p:spPr>
          <a:xfrm>
            <a:off x="9588138" y="7929652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T56.5: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25" name="Google Shape;4525;g3a99c2c0f4d_1_161"/>
          <p:cNvSpPr/>
          <p:nvPr/>
        </p:nvSpPr>
        <p:spPr>
          <a:xfrm>
            <a:off x="10383750" y="7929663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T57.5: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26" name="Google Shape;4526;g3a99c2c0f4d_1_161"/>
          <p:cNvSpPr/>
          <p:nvPr/>
        </p:nvSpPr>
        <p:spPr>
          <a:xfrm>
            <a:off x="9808125" y="8367675"/>
            <a:ext cx="2217900" cy="8658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T55.3: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Additionally refine previously implemented code.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27" name="Google Shape;4527;g3a99c2c0f4d_1_161"/>
          <p:cNvSpPr/>
          <p:nvPr/>
        </p:nvSpPr>
        <p:spPr>
          <a:xfrm>
            <a:off x="12424700" y="4362150"/>
            <a:ext cx="2217900" cy="8658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T55.2: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Additionally refine previously implemented code.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28" name="Google Shape;4528;g3a99c2c0f4d_1_161"/>
          <p:cNvSpPr/>
          <p:nvPr/>
        </p:nvSpPr>
        <p:spPr>
          <a:xfrm>
            <a:off x="9560263" y="8895875"/>
            <a:ext cx="2217900" cy="1528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T44.2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29" name="Google Shape;4529;g3a99c2c0f4d_1_161"/>
          <p:cNvSpPr/>
          <p:nvPr/>
        </p:nvSpPr>
        <p:spPr>
          <a:xfrm>
            <a:off x="12679075" y="684775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T43.1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US3 would look like (turret’s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30" name="Google Shape;4530;g3a99c2c0f4d_1_161"/>
          <p:cNvSpPr/>
          <p:nvPr/>
        </p:nvSpPr>
        <p:spPr>
          <a:xfrm>
            <a:off x="10321000" y="8889300"/>
            <a:ext cx="2010300" cy="13821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T46.2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31" name="Google Shape;4531;g3a99c2c0f4d_1_161"/>
          <p:cNvSpPr/>
          <p:nvPr/>
        </p:nvSpPr>
        <p:spPr>
          <a:xfrm>
            <a:off x="13362075" y="765450"/>
            <a:ext cx="2010300" cy="13821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T45.1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US3 (turret’s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32" name="Google Shape;4532;g3a99c2c0f4d_1_161"/>
          <p:cNvSpPr/>
          <p:nvPr/>
        </p:nvSpPr>
        <p:spPr>
          <a:xfrm>
            <a:off x="9560275" y="112930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T49.1: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US3 (Swapping turret's targeting priorities)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33" name="Google Shape;4533;g3a99c2c0f4d_1_161"/>
          <p:cNvSpPr/>
          <p:nvPr/>
        </p:nvSpPr>
        <p:spPr>
          <a:xfrm>
            <a:off x="10321000" y="1142950"/>
            <a:ext cx="2217900" cy="17796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T53.1: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US3 (Swapping turret's targeting priorities)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34" name="Google Shape;4534;g3a99c2c0f4d_1_161"/>
          <p:cNvSpPr/>
          <p:nvPr/>
        </p:nvSpPr>
        <p:spPr>
          <a:xfrm>
            <a:off x="12748600" y="1210350"/>
            <a:ext cx="20286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T55.1: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Additionally refine previously implemented code.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35" name="Google Shape;4535;g3a99c2c0f4d_1_161"/>
          <p:cNvSpPr/>
          <p:nvPr/>
        </p:nvSpPr>
        <p:spPr>
          <a:xfrm>
            <a:off x="12799763" y="2582925"/>
            <a:ext cx="19584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T48: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US2 (liquid leak checking)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36" name="Google Shape;4536;g3a99c2c0f4d_1_161"/>
          <p:cNvSpPr/>
          <p:nvPr/>
        </p:nvSpPr>
        <p:spPr>
          <a:xfrm>
            <a:off x="9560275" y="924748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T50.2: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US4 (Copy and Paste)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37" name="Google Shape;4537;g3a99c2c0f4d_1_161"/>
          <p:cNvSpPr/>
          <p:nvPr/>
        </p:nvSpPr>
        <p:spPr>
          <a:xfrm>
            <a:off x="9588138" y="1565165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38" name="Google Shape;4538;g3a99c2c0f4d_1_161"/>
          <p:cNvSpPr/>
          <p:nvPr/>
        </p:nvSpPr>
        <p:spPr>
          <a:xfrm>
            <a:off x="10383750" y="1565175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39" name="Google Shape;4539;g3a99c2c0f4d_1_161"/>
          <p:cNvSpPr/>
          <p:nvPr/>
        </p:nvSpPr>
        <p:spPr>
          <a:xfrm>
            <a:off x="154750" y="565188"/>
            <a:ext cx="2519700" cy="19080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US14: As an aspiring software engineer, I want to illustrate an US implementation with a use case and a sequence diagram, so that I can detail about my group's work.</a:t>
            </a:r>
            <a:endParaRPr/>
          </a:p>
        </p:txBody>
      </p:sp>
      <p:sp>
        <p:nvSpPr>
          <p:cNvPr id="4540" name="Google Shape;4540;g3a99c2c0f4d_1_161"/>
          <p:cNvSpPr/>
          <p:nvPr/>
        </p:nvSpPr>
        <p:spPr>
          <a:xfrm>
            <a:off x="154750" y="2217825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US15: As an aspiring software engineer, I want to think about an US implementation class diagram representation, so that my group is able to design it.</a:t>
            </a:r>
            <a:endParaRPr/>
          </a:p>
        </p:txBody>
      </p:sp>
      <p:sp>
        <p:nvSpPr>
          <p:cNvPr id="4541" name="Google Shape;4541;g3a99c2c0f4d_1_161"/>
          <p:cNvSpPr/>
          <p:nvPr/>
        </p:nvSpPr>
        <p:spPr>
          <a:xfrm>
            <a:off x="112850" y="3661425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US16: As an aspiring software engineer, I want to design and perform unit tests on my new </a:t>
            </a:r>
            <a:r>
              <a:rPr lang="en-GB"/>
              <a:t>functionality</a:t>
            </a:r>
            <a:r>
              <a:rPr lang="en-GB"/>
              <a:t>, so that I can be sure it is implemented well and bug free.</a:t>
            </a:r>
            <a:endParaRPr/>
          </a:p>
        </p:txBody>
      </p:sp>
      <p:sp>
        <p:nvSpPr>
          <p:cNvPr id="4542" name="Google Shape;4542;g3a99c2c0f4d_1_161"/>
          <p:cNvSpPr/>
          <p:nvPr/>
        </p:nvSpPr>
        <p:spPr>
          <a:xfrm>
            <a:off x="112850" y="5198150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US17: As an aspiring software engineer, I want to  write an implementation summary about the code I made, to that I can better showcase the work done to anyone interested in it.</a:t>
            </a:r>
            <a:endParaRPr/>
          </a:p>
        </p:txBody>
      </p:sp>
      <p:sp>
        <p:nvSpPr>
          <p:cNvPr id="4543" name="Google Shape;4543;g3a99c2c0f4d_1_161"/>
          <p:cNvSpPr/>
          <p:nvPr/>
        </p:nvSpPr>
        <p:spPr>
          <a:xfrm>
            <a:off x="154750" y="6629250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US18: As an aspiring software engineer, I want to additionally refine previously implemented code, so that I know I am producing the best code possible.</a:t>
            </a:r>
            <a:endParaRPr/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544" name="Google Shape;4544;g3a99c2c0f4d_1_161"/>
          <p:cNvSpPr/>
          <p:nvPr/>
        </p:nvSpPr>
        <p:spPr>
          <a:xfrm>
            <a:off x="9588138" y="284342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45" name="Google Shape;4545;g3a99c2c0f4d_1_161"/>
          <p:cNvSpPr/>
          <p:nvPr/>
        </p:nvSpPr>
        <p:spPr>
          <a:xfrm>
            <a:off x="10383750" y="2843438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46" name="Google Shape;4546;g3a99c2c0f4d_1_161"/>
          <p:cNvSpPr/>
          <p:nvPr/>
        </p:nvSpPr>
        <p:spPr>
          <a:xfrm>
            <a:off x="154750" y="7689200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US19: As an aspiring software engineer, I want to produce a video </a:t>
            </a:r>
            <a:r>
              <a:rPr lang="en-GB"/>
              <a:t>illustrating</a:t>
            </a:r>
            <a:r>
              <a:rPr lang="en-GB"/>
              <a:t> the new implemented features, so that I can easily showcase them to anyone interested.</a:t>
            </a:r>
            <a:endParaRPr/>
          </a:p>
        </p:txBody>
      </p:sp>
      <p:sp>
        <p:nvSpPr>
          <p:cNvPr id="4547" name="Google Shape;4547;g3a99c2c0f4d_1_161"/>
          <p:cNvSpPr/>
          <p:nvPr/>
        </p:nvSpPr>
        <p:spPr>
          <a:xfrm>
            <a:off x="154750" y="8828250"/>
            <a:ext cx="2519700" cy="19080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US20: As an aspiring software engineer, I want to produce an animation of our scrum board's animation over time, so that I can easily showcase it's progress to anyone interested.</a:t>
            </a:r>
            <a:endParaRPr/>
          </a:p>
        </p:txBody>
      </p:sp>
      <p:sp>
        <p:nvSpPr>
          <p:cNvPr id="4548" name="Google Shape;4548;g3a99c2c0f4d_1_161"/>
          <p:cNvSpPr/>
          <p:nvPr/>
        </p:nvSpPr>
        <p:spPr>
          <a:xfrm>
            <a:off x="6192525" y="1221943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US14, US15, US16, US17, US18, US19, </a:t>
            </a:r>
            <a:r>
              <a:rPr lang="en-GB"/>
              <a:t>US20</a:t>
            </a:r>
            <a:endParaRPr/>
          </a:p>
        </p:txBody>
      </p:sp>
      <p:sp>
        <p:nvSpPr>
          <p:cNvPr id="4549" name="Google Shape;4549;g3a99c2c0f4d_1_161"/>
          <p:cNvSpPr/>
          <p:nvPr/>
        </p:nvSpPr>
        <p:spPr>
          <a:xfrm>
            <a:off x="6192525" y="2849743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US16, US17, US19, </a:t>
            </a:r>
            <a:r>
              <a:rPr lang="en-GB"/>
              <a:t>US20</a:t>
            </a:r>
            <a:endParaRPr/>
          </a:p>
        </p:txBody>
      </p:sp>
      <p:sp>
        <p:nvSpPr>
          <p:cNvPr id="4550" name="Google Shape;4550;g3a99c2c0f4d_1_161"/>
          <p:cNvSpPr/>
          <p:nvPr/>
        </p:nvSpPr>
        <p:spPr>
          <a:xfrm>
            <a:off x="6192525" y="4477539"/>
            <a:ext cx="2589000" cy="600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US16, US17, US18, US19, </a:t>
            </a:r>
            <a:r>
              <a:rPr lang="en-GB"/>
              <a:t>US20</a:t>
            </a:r>
            <a:endParaRPr/>
          </a:p>
        </p:txBody>
      </p:sp>
      <p:sp>
        <p:nvSpPr>
          <p:cNvPr id="4551" name="Google Shape;4551;g3a99c2c0f4d_1_161"/>
          <p:cNvSpPr/>
          <p:nvPr/>
        </p:nvSpPr>
        <p:spPr>
          <a:xfrm>
            <a:off x="6192525" y="9103043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US14, US15, US16, US17, US19, </a:t>
            </a:r>
            <a:r>
              <a:rPr lang="en-GB"/>
              <a:t>US20</a:t>
            </a:r>
            <a:endParaRPr/>
          </a:p>
        </p:txBody>
      </p:sp>
      <p:sp>
        <p:nvSpPr>
          <p:cNvPr id="4552" name="Google Shape;4552;g3a99c2c0f4d_1_161"/>
          <p:cNvSpPr/>
          <p:nvPr/>
        </p:nvSpPr>
        <p:spPr>
          <a:xfrm>
            <a:off x="6192525" y="5943493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US14, US15, US16, US17, US19, </a:t>
            </a:r>
            <a:r>
              <a:rPr lang="en-GB"/>
              <a:t>US20</a:t>
            </a:r>
            <a:endParaRPr/>
          </a:p>
        </p:txBody>
      </p:sp>
      <p:sp>
        <p:nvSpPr>
          <p:cNvPr id="4553" name="Google Shape;4553;g3a99c2c0f4d_1_161"/>
          <p:cNvSpPr/>
          <p:nvPr/>
        </p:nvSpPr>
        <p:spPr>
          <a:xfrm>
            <a:off x="6192525" y="7613318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US14, US15, US16, US17, US19, </a:t>
            </a:r>
            <a:r>
              <a:rPr lang="en-GB"/>
              <a:t>US20</a:t>
            </a:r>
            <a:endParaRPr/>
          </a:p>
        </p:txBody>
      </p:sp>
      <p:sp>
        <p:nvSpPr>
          <p:cNvPr id="4554" name="Google Shape;4554;g3a99c2c0f4d_1_161"/>
          <p:cNvSpPr/>
          <p:nvPr/>
        </p:nvSpPr>
        <p:spPr>
          <a:xfrm>
            <a:off x="15477950" y="8881550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55" name="Google Shape;4555;g3a99c2c0f4d_1_161"/>
          <p:cNvSpPr/>
          <p:nvPr/>
        </p:nvSpPr>
        <p:spPr>
          <a:xfrm>
            <a:off x="15496075" y="5838700"/>
            <a:ext cx="2519700" cy="13197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56" name="Google Shape;4556;g3a99c2c0f4d_1_161"/>
          <p:cNvSpPr/>
          <p:nvPr/>
        </p:nvSpPr>
        <p:spPr>
          <a:xfrm>
            <a:off x="18614450" y="3979725"/>
            <a:ext cx="2519700" cy="1143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T39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US1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Review: #67763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57" name="Google Shape;4557;g3a99c2c0f4d_1_161"/>
          <p:cNvSpPr/>
          <p:nvPr/>
        </p:nvSpPr>
        <p:spPr>
          <a:xfrm>
            <a:off x="18614450" y="4411366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US1 would look like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58" name="Google Shape;4558;g3a99c2c0f4d_1_161"/>
          <p:cNvSpPr/>
          <p:nvPr/>
        </p:nvSpPr>
        <p:spPr>
          <a:xfrm>
            <a:off x="15477975" y="2316649"/>
            <a:ext cx="2519700" cy="13056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T40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US2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59" name="Google Shape;4559;g3a99c2c0f4d_1_161"/>
          <p:cNvSpPr/>
          <p:nvPr/>
        </p:nvSpPr>
        <p:spPr>
          <a:xfrm>
            <a:off x="9588150" y="9752475"/>
            <a:ext cx="3219300" cy="874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T56.6: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60" name="Google Shape;4560;g3a99c2c0f4d_1_161"/>
          <p:cNvSpPr/>
          <p:nvPr/>
        </p:nvSpPr>
        <p:spPr>
          <a:xfrm>
            <a:off x="13206075" y="9177650"/>
            <a:ext cx="1958400" cy="16068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T54.2: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US4 (Copy and Paste)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61" name="Google Shape;4561;g3a99c2c0f4d_1_161"/>
          <p:cNvSpPr/>
          <p:nvPr/>
        </p:nvSpPr>
        <p:spPr>
          <a:xfrm>
            <a:off x="10604703" y="9752482"/>
            <a:ext cx="2395800" cy="1047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T57.6: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62" name="Google Shape;4562;g3a99c2c0f4d_1_161"/>
          <p:cNvSpPr/>
          <p:nvPr/>
        </p:nvSpPr>
        <p:spPr>
          <a:xfrm>
            <a:off x="18614450" y="2316648"/>
            <a:ext cx="2519700" cy="1528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US2 would look like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#67804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63" name="Google Shape;4563;g3a99c2c0f4d_1_161"/>
          <p:cNvSpPr/>
          <p:nvPr/>
        </p:nvSpPr>
        <p:spPr>
          <a:xfrm>
            <a:off x="15443275" y="2695375"/>
            <a:ext cx="2589000" cy="152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US2 (liquid leak checking)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67" name="Shape 4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68" name="Google Shape;4568;g3a9d5acc26d_0_3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569" name="Google Shape;4569;g3a9d5acc26d_0_3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570" name="Google Shape;4570;g3a9d5acc26d_0_3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571" name="Google Shape;4571;g3a9d5acc26d_0_3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572" name="Google Shape;4572;g3a9d5acc26d_0_3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573" name="Google Shape;4573;g3a9d5acc26d_0_3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74" name="Google Shape;4574;g3a9d5acc26d_0_3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75" name="Google Shape;4575;g3a9d5acc26d_0_3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76" name="Google Shape;4576;g3a9d5acc26d_0_3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77" name="Google Shape;4577;g3a9d5acc26d_0_3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78" name="Google Shape;4578;g3a9d5acc26d_0_3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79" name="Google Shape;4579;g3a9d5acc26d_0_3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80" name="Google Shape;4580;g3a9d5acc26d_0_3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81" name="Google Shape;4581;g3a9d5acc26d_0_3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82" name="Google Shape;4582;g3a9d5acc26d_0_36"/>
          <p:cNvSpPr/>
          <p:nvPr/>
        </p:nvSpPr>
        <p:spPr>
          <a:xfrm>
            <a:off x="9256900" y="4475137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T57.3: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83" name="Google Shape;4583;g3a9d5acc26d_0_36"/>
          <p:cNvSpPr/>
          <p:nvPr/>
        </p:nvSpPr>
        <p:spPr>
          <a:xfrm>
            <a:off x="10245538" y="447512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T56.3: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84" name="Google Shape;4584;g3a9d5acc26d_0_36"/>
          <p:cNvSpPr/>
          <p:nvPr/>
        </p:nvSpPr>
        <p:spPr>
          <a:xfrm>
            <a:off x="12795675" y="5481412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T44.1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85" name="Google Shape;4585;g3a9d5acc26d_0_36"/>
          <p:cNvSpPr/>
          <p:nvPr/>
        </p:nvSpPr>
        <p:spPr>
          <a:xfrm>
            <a:off x="10321000" y="5463950"/>
            <a:ext cx="20103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T46.1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86" name="Google Shape;4586;g3a9d5acc26d_0_36"/>
          <p:cNvSpPr/>
          <p:nvPr/>
        </p:nvSpPr>
        <p:spPr>
          <a:xfrm>
            <a:off x="9560275" y="590048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T50.1: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US4 (Copy and Paste)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87" name="Google Shape;4587;g3a9d5acc26d_0_3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88" name="Google Shape;4588;g3a9d5acc26d_0_3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89" name="Google Shape;4589;g3a9d5acc26d_0_36"/>
          <p:cNvSpPr/>
          <p:nvPr/>
        </p:nvSpPr>
        <p:spPr>
          <a:xfrm>
            <a:off x="9588138" y="6353765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T56.4: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90" name="Google Shape;4590;g3a9d5acc26d_0_36"/>
          <p:cNvSpPr/>
          <p:nvPr/>
        </p:nvSpPr>
        <p:spPr>
          <a:xfrm>
            <a:off x="10383750" y="6353775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T57.4: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91" name="Google Shape;4591;g3a9d5acc26d_0_3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92" name="Google Shape;4592;g3a9d5acc26d_0_3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93" name="Google Shape;4593;g3a9d5acc26d_0_36"/>
          <p:cNvSpPr/>
          <p:nvPr/>
        </p:nvSpPr>
        <p:spPr>
          <a:xfrm>
            <a:off x="12829975" y="7137375"/>
            <a:ext cx="22179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T43.2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US3 would look like (turret’s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94" name="Google Shape;4594;g3a9d5acc26d_0_36"/>
          <p:cNvSpPr/>
          <p:nvPr/>
        </p:nvSpPr>
        <p:spPr>
          <a:xfrm>
            <a:off x="12858713" y="7613325"/>
            <a:ext cx="22179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T45.2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US3 (turret’s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95" name="Google Shape;4595;g3a9d5acc26d_0_36"/>
          <p:cNvSpPr/>
          <p:nvPr/>
        </p:nvSpPr>
        <p:spPr>
          <a:xfrm>
            <a:off x="9560275" y="7488825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T49.2: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US3 (Swapping turret's targeting priorities)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596" name="Google Shape;4596;g3a9d5acc26d_0_3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4597" name="Google Shape;4597;g3a9d5acc26d_0_36"/>
          <p:cNvSpPr/>
          <p:nvPr/>
        </p:nvSpPr>
        <p:spPr>
          <a:xfrm>
            <a:off x="10321000" y="7490325"/>
            <a:ext cx="2173200" cy="1686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T53.1: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US3 (Swapping turret's targeting priorities)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598" name="Google Shape;4598;g3a9d5acc26d_0_3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599" name="Google Shape;4599;g3a9d5acc26d_0_3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600" name="Google Shape;4600;g3a9d5acc26d_0_36"/>
          <p:cNvSpPr/>
          <p:nvPr/>
        </p:nvSpPr>
        <p:spPr>
          <a:xfrm>
            <a:off x="12341500" y="3946937"/>
            <a:ext cx="20286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T47: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US1 (undo/redo)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01" name="Google Shape;4601;g3a9d5acc26d_0_36"/>
          <p:cNvSpPr/>
          <p:nvPr/>
        </p:nvSpPr>
        <p:spPr>
          <a:xfrm>
            <a:off x="12832504" y="3945550"/>
            <a:ext cx="20286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US1 (undo/redo)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02" name="Google Shape;4602;g3a9d5acc26d_0_36"/>
          <p:cNvSpPr/>
          <p:nvPr/>
        </p:nvSpPr>
        <p:spPr>
          <a:xfrm>
            <a:off x="9588138" y="7929652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T56.5: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03" name="Google Shape;4603;g3a9d5acc26d_0_36"/>
          <p:cNvSpPr/>
          <p:nvPr/>
        </p:nvSpPr>
        <p:spPr>
          <a:xfrm>
            <a:off x="10383750" y="7929663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T57.5: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04" name="Google Shape;4604;g3a9d5acc26d_0_36"/>
          <p:cNvSpPr/>
          <p:nvPr/>
        </p:nvSpPr>
        <p:spPr>
          <a:xfrm>
            <a:off x="12424700" y="4362150"/>
            <a:ext cx="2217900" cy="8658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T55.2: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Additionally refine previously implemented code.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05" name="Google Shape;4605;g3a9d5acc26d_0_36"/>
          <p:cNvSpPr/>
          <p:nvPr/>
        </p:nvSpPr>
        <p:spPr>
          <a:xfrm>
            <a:off x="12369225" y="684775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T43.1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US3 would look like (turret’s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06" name="Google Shape;4606;g3a9d5acc26d_0_36"/>
          <p:cNvSpPr/>
          <p:nvPr/>
        </p:nvSpPr>
        <p:spPr>
          <a:xfrm>
            <a:off x="9808125" y="8367675"/>
            <a:ext cx="2217900" cy="8658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T55.3: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Additionally refine previously implemented code.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07" name="Google Shape;4607;g3a9d5acc26d_0_36"/>
          <p:cNvSpPr/>
          <p:nvPr/>
        </p:nvSpPr>
        <p:spPr>
          <a:xfrm>
            <a:off x="10321000" y="8889300"/>
            <a:ext cx="2010300" cy="13821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T46.2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08" name="Google Shape;4608;g3a9d5acc26d_0_36"/>
          <p:cNvSpPr/>
          <p:nvPr/>
        </p:nvSpPr>
        <p:spPr>
          <a:xfrm>
            <a:off x="13050375" y="765450"/>
            <a:ext cx="2010300" cy="13821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T45.1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US3 (turret’s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09" name="Google Shape;4609;g3a9d5acc26d_0_36"/>
          <p:cNvSpPr/>
          <p:nvPr/>
        </p:nvSpPr>
        <p:spPr>
          <a:xfrm>
            <a:off x="9560275" y="112930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T49.1: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US3 (Swapping turret's targeting priorities)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10" name="Google Shape;4610;g3a9d5acc26d_0_36"/>
          <p:cNvSpPr/>
          <p:nvPr/>
        </p:nvSpPr>
        <p:spPr>
          <a:xfrm>
            <a:off x="10321000" y="1142950"/>
            <a:ext cx="2217900" cy="17796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T53.1: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US3 (Swapping turret's targeting priorities)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11" name="Google Shape;4611;g3a9d5acc26d_0_36"/>
          <p:cNvSpPr/>
          <p:nvPr/>
        </p:nvSpPr>
        <p:spPr>
          <a:xfrm>
            <a:off x="12748600" y="1210350"/>
            <a:ext cx="20286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T55.1: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Additionally refine previously implemented code.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12" name="Google Shape;4612;g3a9d5acc26d_0_36"/>
          <p:cNvSpPr/>
          <p:nvPr/>
        </p:nvSpPr>
        <p:spPr>
          <a:xfrm>
            <a:off x="12799763" y="2582925"/>
            <a:ext cx="19584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T48: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US2 (liquid leak checking)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13" name="Google Shape;4613;g3a9d5acc26d_0_36"/>
          <p:cNvSpPr/>
          <p:nvPr/>
        </p:nvSpPr>
        <p:spPr>
          <a:xfrm>
            <a:off x="12946575" y="8828250"/>
            <a:ext cx="2217900" cy="1528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T44.2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14" name="Google Shape;4614;g3a9d5acc26d_0_36"/>
          <p:cNvSpPr/>
          <p:nvPr/>
        </p:nvSpPr>
        <p:spPr>
          <a:xfrm>
            <a:off x="9560275" y="924748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T50.2: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US4 (Copy and Paste)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15" name="Google Shape;4615;g3a9d5acc26d_0_36"/>
          <p:cNvSpPr/>
          <p:nvPr/>
        </p:nvSpPr>
        <p:spPr>
          <a:xfrm>
            <a:off x="9588138" y="1565165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16" name="Google Shape;4616;g3a9d5acc26d_0_36"/>
          <p:cNvSpPr/>
          <p:nvPr/>
        </p:nvSpPr>
        <p:spPr>
          <a:xfrm>
            <a:off x="10383750" y="1565175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17" name="Google Shape;4617;g3a9d5acc26d_0_36"/>
          <p:cNvSpPr/>
          <p:nvPr/>
        </p:nvSpPr>
        <p:spPr>
          <a:xfrm>
            <a:off x="154750" y="565188"/>
            <a:ext cx="2519700" cy="19080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US14: As an aspiring software engineer, I want to illustrate an US implementation with a use case and a sequence diagram, so that I can detail about my group's work.</a:t>
            </a:r>
            <a:endParaRPr/>
          </a:p>
        </p:txBody>
      </p:sp>
      <p:sp>
        <p:nvSpPr>
          <p:cNvPr id="4618" name="Google Shape;4618;g3a9d5acc26d_0_36"/>
          <p:cNvSpPr/>
          <p:nvPr/>
        </p:nvSpPr>
        <p:spPr>
          <a:xfrm>
            <a:off x="154750" y="2217825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US15: As an aspiring software engineer, I want to think about an US implementation class diagram representation, so that my group is able to design it.</a:t>
            </a:r>
            <a:endParaRPr/>
          </a:p>
        </p:txBody>
      </p:sp>
      <p:sp>
        <p:nvSpPr>
          <p:cNvPr id="4619" name="Google Shape;4619;g3a9d5acc26d_0_36"/>
          <p:cNvSpPr/>
          <p:nvPr/>
        </p:nvSpPr>
        <p:spPr>
          <a:xfrm>
            <a:off x="112850" y="3661425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US16: As an aspiring software engineer, I want to design and perform unit tests on my new functionality, so that I can be sure it is implemented well and bug free.</a:t>
            </a:r>
            <a:endParaRPr/>
          </a:p>
        </p:txBody>
      </p:sp>
      <p:sp>
        <p:nvSpPr>
          <p:cNvPr id="4620" name="Google Shape;4620;g3a9d5acc26d_0_36"/>
          <p:cNvSpPr/>
          <p:nvPr/>
        </p:nvSpPr>
        <p:spPr>
          <a:xfrm>
            <a:off x="112850" y="5198150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US17: As an aspiring software engineer, I want to  write an implementation summary about the code I made, to that I can better showcase the work done to anyone interested in it.</a:t>
            </a:r>
            <a:endParaRPr/>
          </a:p>
        </p:txBody>
      </p:sp>
      <p:sp>
        <p:nvSpPr>
          <p:cNvPr id="4621" name="Google Shape;4621;g3a9d5acc26d_0_36"/>
          <p:cNvSpPr/>
          <p:nvPr/>
        </p:nvSpPr>
        <p:spPr>
          <a:xfrm>
            <a:off x="154750" y="6629250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US18: As an aspiring software engineer, I want to additionally refine previously implemented code, so that I know I am producing the best code possible.</a:t>
            </a:r>
            <a:endParaRPr/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622" name="Google Shape;4622;g3a9d5acc26d_0_36"/>
          <p:cNvSpPr/>
          <p:nvPr/>
        </p:nvSpPr>
        <p:spPr>
          <a:xfrm>
            <a:off x="9588138" y="284342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23" name="Google Shape;4623;g3a9d5acc26d_0_36"/>
          <p:cNvSpPr/>
          <p:nvPr/>
        </p:nvSpPr>
        <p:spPr>
          <a:xfrm>
            <a:off x="10383750" y="2843438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24" name="Google Shape;4624;g3a9d5acc26d_0_36"/>
          <p:cNvSpPr/>
          <p:nvPr/>
        </p:nvSpPr>
        <p:spPr>
          <a:xfrm>
            <a:off x="154750" y="7689200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US19: As an aspiring software engineer, I want to produce a video illustrating the new implemented features, so that I can easily showcase them to anyone interested.</a:t>
            </a:r>
            <a:endParaRPr/>
          </a:p>
        </p:txBody>
      </p:sp>
      <p:sp>
        <p:nvSpPr>
          <p:cNvPr id="4625" name="Google Shape;4625;g3a9d5acc26d_0_36"/>
          <p:cNvSpPr/>
          <p:nvPr/>
        </p:nvSpPr>
        <p:spPr>
          <a:xfrm>
            <a:off x="154750" y="8828250"/>
            <a:ext cx="2519700" cy="19080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US20: As an aspiring software engineer, I want to produce an animation of our scrum board's animation over time, so that I can easily showcase it's progress to anyone interested.</a:t>
            </a:r>
            <a:endParaRPr/>
          </a:p>
        </p:txBody>
      </p:sp>
      <p:sp>
        <p:nvSpPr>
          <p:cNvPr id="4626" name="Google Shape;4626;g3a9d5acc26d_0_36"/>
          <p:cNvSpPr/>
          <p:nvPr/>
        </p:nvSpPr>
        <p:spPr>
          <a:xfrm>
            <a:off x="6192525" y="1221943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US14, US15, US16, US17, US18, US19, </a:t>
            </a:r>
            <a:r>
              <a:rPr lang="en-GB"/>
              <a:t>US20</a:t>
            </a:r>
            <a:endParaRPr/>
          </a:p>
        </p:txBody>
      </p:sp>
      <p:sp>
        <p:nvSpPr>
          <p:cNvPr id="4627" name="Google Shape;4627;g3a9d5acc26d_0_36"/>
          <p:cNvSpPr/>
          <p:nvPr/>
        </p:nvSpPr>
        <p:spPr>
          <a:xfrm>
            <a:off x="6192525" y="2849743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US16, US17, US19, </a:t>
            </a:r>
            <a:r>
              <a:rPr lang="en-GB"/>
              <a:t>US20</a:t>
            </a:r>
            <a:endParaRPr/>
          </a:p>
        </p:txBody>
      </p:sp>
      <p:sp>
        <p:nvSpPr>
          <p:cNvPr id="4628" name="Google Shape;4628;g3a9d5acc26d_0_36"/>
          <p:cNvSpPr/>
          <p:nvPr/>
        </p:nvSpPr>
        <p:spPr>
          <a:xfrm>
            <a:off x="6192525" y="4477539"/>
            <a:ext cx="2589000" cy="600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US16, US17, US18, US19, </a:t>
            </a:r>
            <a:r>
              <a:rPr lang="en-GB"/>
              <a:t>US20</a:t>
            </a:r>
            <a:endParaRPr/>
          </a:p>
        </p:txBody>
      </p:sp>
      <p:sp>
        <p:nvSpPr>
          <p:cNvPr id="4629" name="Google Shape;4629;g3a9d5acc26d_0_36"/>
          <p:cNvSpPr/>
          <p:nvPr/>
        </p:nvSpPr>
        <p:spPr>
          <a:xfrm>
            <a:off x="6192525" y="9103043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US14, US15, US16, US17, US19, </a:t>
            </a:r>
            <a:r>
              <a:rPr lang="en-GB"/>
              <a:t>US20</a:t>
            </a:r>
            <a:endParaRPr/>
          </a:p>
        </p:txBody>
      </p:sp>
      <p:sp>
        <p:nvSpPr>
          <p:cNvPr id="4630" name="Google Shape;4630;g3a9d5acc26d_0_36"/>
          <p:cNvSpPr/>
          <p:nvPr/>
        </p:nvSpPr>
        <p:spPr>
          <a:xfrm>
            <a:off x="6192525" y="5943493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US14, US15, US16, US17, US19, </a:t>
            </a:r>
            <a:r>
              <a:rPr lang="en-GB"/>
              <a:t>US20</a:t>
            </a:r>
            <a:endParaRPr/>
          </a:p>
        </p:txBody>
      </p:sp>
      <p:sp>
        <p:nvSpPr>
          <p:cNvPr id="4631" name="Google Shape;4631;g3a9d5acc26d_0_36"/>
          <p:cNvSpPr/>
          <p:nvPr/>
        </p:nvSpPr>
        <p:spPr>
          <a:xfrm>
            <a:off x="6192525" y="7613318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US14, US15, US16, US17, US19, </a:t>
            </a:r>
            <a:r>
              <a:rPr lang="en-GB"/>
              <a:t>US20</a:t>
            </a:r>
            <a:endParaRPr/>
          </a:p>
        </p:txBody>
      </p:sp>
      <p:sp>
        <p:nvSpPr>
          <p:cNvPr id="4632" name="Google Shape;4632;g3a9d5acc26d_0_36"/>
          <p:cNvSpPr/>
          <p:nvPr/>
        </p:nvSpPr>
        <p:spPr>
          <a:xfrm>
            <a:off x="15477950" y="8881550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33" name="Google Shape;4633;g3a9d5acc26d_0_36"/>
          <p:cNvSpPr/>
          <p:nvPr/>
        </p:nvSpPr>
        <p:spPr>
          <a:xfrm>
            <a:off x="15496075" y="5838700"/>
            <a:ext cx="2519700" cy="13197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34" name="Google Shape;4634;g3a9d5acc26d_0_36"/>
          <p:cNvSpPr/>
          <p:nvPr/>
        </p:nvSpPr>
        <p:spPr>
          <a:xfrm>
            <a:off x="18614450" y="3979725"/>
            <a:ext cx="2519700" cy="1143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T39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US1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Review: #67763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35" name="Google Shape;4635;g3a9d5acc26d_0_36"/>
          <p:cNvSpPr/>
          <p:nvPr/>
        </p:nvSpPr>
        <p:spPr>
          <a:xfrm>
            <a:off x="18614450" y="4411366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US1 would look like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36" name="Google Shape;4636;g3a9d5acc26d_0_36"/>
          <p:cNvSpPr/>
          <p:nvPr/>
        </p:nvSpPr>
        <p:spPr>
          <a:xfrm>
            <a:off x="15477975" y="2316649"/>
            <a:ext cx="2519700" cy="13056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T40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US2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37" name="Google Shape;4637;g3a9d5acc26d_0_36"/>
          <p:cNvSpPr/>
          <p:nvPr/>
        </p:nvSpPr>
        <p:spPr>
          <a:xfrm>
            <a:off x="9588150" y="9752475"/>
            <a:ext cx="3219300" cy="874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T56.6: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38" name="Google Shape;4638;g3a9d5acc26d_0_36"/>
          <p:cNvSpPr/>
          <p:nvPr/>
        </p:nvSpPr>
        <p:spPr>
          <a:xfrm>
            <a:off x="10604703" y="9752482"/>
            <a:ext cx="2395800" cy="1047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T57.6: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39" name="Google Shape;4639;g3a9d5acc26d_0_36"/>
          <p:cNvSpPr/>
          <p:nvPr/>
        </p:nvSpPr>
        <p:spPr>
          <a:xfrm>
            <a:off x="18614450" y="2316648"/>
            <a:ext cx="2519700" cy="1528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US2 would look like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#67804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40" name="Google Shape;4640;g3a9d5acc26d_0_36"/>
          <p:cNvSpPr/>
          <p:nvPr/>
        </p:nvSpPr>
        <p:spPr>
          <a:xfrm>
            <a:off x="15443275" y="2695375"/>
            <a:ext cx="2589000" cy="152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US2 (liquid leak checking)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41" name="Google Shape;4641;g3a9d5acc26d_0_36"/>
          <p:cNvSpPr/>
          <p:nvPr/>
        </p:nvSpPr>
        <p:spPr>
          <a:xfrm>
            <a:off x="13206075" y="9177650"/>
            <a:ext cx="1958400" cy="16068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T54.2: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US4 (Copy and Paste)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42" name="Google Shape;4642;g3a9d5acc26d_0_36"/>
          <p:cNvSpPr/>
          <p:nvPr/>
        </p:nvSpPr>
        <p:spPr>
          <a:xfrm>
            <a:off x="12528175" y="590327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T54.1: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US4 (Copy and Paste)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46" name="Shape 46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647" name="Google Shape;4647;g3aa655d9acb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648" name="Google Shape;4648;g3aa655d9acb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649" name="Google Shape;4649;g3aa655d9acb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650" name="Google Shape;4650;g3aa655d9acb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651" name="Google Shape;4651;g3aa655d9acb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652" name="Google Shape;4652;g3aa655d9acb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53" name="Google Shape;4653;g3aa655d9acb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54" name="Google Shape;4654;g3aa655d9acb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55" name="Google Shape;4655;g3aa655d9acb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56" name="Google Shape;4656;g3aa655d9acb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57" name="Google Shape;4657;g3aa655d9acb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58" name="Google Shape;4658;g3aa655d9acb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59" name="Google Shape;4659;g3aa655d9acb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60" name="Google Shape;4660;g3aa655d9acb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61" name="Google Shape;4661;g3aa655d9acb_0_0"/>
          <p:cNvSpPr/>
          <p:nvPr/>
        </p:nvSpPr>
        <p:spPr>
          <a:xfrm>
            <a:off x="9256900" y="4475137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T57.3: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62" name="Google Shape;4662;g3aa655d9acb_0_0"/>
          <p:cNvSpPr/>
          <p:nvPr/>
        </p:nvSpPr>
        <p:spPr>
          <a:xfrm>
            <a:off x="10245538" y="447512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T56.3: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63" name="Google Shape;4663;g3aa655d9acb_0_0"/>
          <p:cNvSpPr/>
          <p:nvPr/>
        </p:nvSpPr>
        <p:spPr>
          <a:xfrm>
            <a:off x="12795675" y="5463950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T44.1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64" name="Google Shape;4664;g3aa655d9acb_0_0"/>
          <p:cNvSpPr/>
          <p:nvPr/>
        </p:nvSpPr>
        <p:spPr>
          <a:xfrm>
            <a:off x="10383738" y="5463950"/>
            <a:ext cx="20103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T46.1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65" name="Google Shape;4665;g3aa655d9acb_0_0"/>
          <p:cNvSpPr/>
          <p:nvPr/>
        </p:nvSpPr>
        <p:spPr>
          <a:xfrm>
            <a:off x="9588150" y="5900500"/>
            <a:ext cx="20286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T50.1: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US4 (Copy and Paste)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66" name="Google Shape;4666;g3aa655d9acb_0_0"/>
          <p:cNvSpPr/>
          <p:nvPr/>
        </p:nvSpPr>
        <p:spPr>
          <a:xfrm>
            <a:off x="15496075" y="5589649"/>
            <a:ext cx="2519700" cy="152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T54.1: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US4 (Copy and Paste)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67" name="Google Shape;4667;g3aa655d9acb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68" name="Google Shape;4668;g3aa655d9acb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69" name="Google Shape;4669;g3aa655d9acb_0_0"/>
          <p:cNvSpPr/>
          <p:nvPr/>
        </p:nvSpPr>
        <p:spPr>
          <a:xfrm>
            <a:off x="9588138" y="6353765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T56.4: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70" name="Google Shape;4670;g3aa655d9acb_0_0"/>
          <p:cNvSpPr/>
          <p:nvPr/>
        </p:nvSpPr>
        <p:spPr>
          <a:xfrm>
            <a:off x="10383750" y="6353775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T57.4: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71" name="Google Shape;4671;g3aa655d9acb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72" name="Google Shape;4672;g3aa655d9acb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73" name="Google Shape;4673;g3aa655d9acb_0_0"/>
          <p:cNvSpPr/>
          <p:nvPr/>
        </p:nvSpPr>
        <p:spPr>
          <a:xfrm>
            <a:off x="12829975" y="7137375"/>
            <a:ext cx="22179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T43.2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US3 would look like (turret’s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74" name="Google Shape;4674;g3aa655d9acb_0_0"/>
          <p:cNvSpPr/>
          <p:nvPr/>
        </p:nvSpPr>
        <p:spPr>
          <a:xfrm>
            <a:off x="12858713" y="7613325"/>
            <a:ext cx="22179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T45.2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US3 (turret’s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75" name="Google Shape;4675;g3aa655d9acb_0_0"/>
          <p:cNvSpPr/>
          <p:nvPr/>
        </p:nvSpPr>
        <p:spPr>
          <a:xfrm>
            <a:off x="9560275" y="7488825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T49.2: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US3 (Swapping turret's targeting priorities)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676" name="Google Shape;4676;g3aa655d9acb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4677" name="Google Shape;4677;g3aa655d9acb_0_0"/>
          <p:cNvSpPr/>
          <p:nvPr/>
        </p:nvSpPr>
        <p:spPr>
          <a:xfrm>
            <a:off x="10321000" y="7490325"/>
            <a:ext cx="2173200" cy="1686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T53.1: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US3 (Swapping turret's targeting priorities)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678" name="Google Shape;4678;g3aa655d9acb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679" name="Google Shape;4679;g3aa655d9acb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680" name="Google Shape;4680;g3aa655d9acb_0_0"/>
          <p:cNvSpPr/>
          <p:nvPr/>
        </p:nvSpPr>
        <p:spPr>
          <a:xfrm>
            <a:off x="12341500" y="3946937"/>
            <a:ext cx="20286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T47: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US1 (undo/redo)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81" name="Google Shape;4681;g3aa655d9acb_0_0"/>
          <p:cNvSpPr/>
          <p:nvPr/>
        </p:nvSpPr>
        <p:spPr>
          <a:xfrm>
            <a:off x="12832504" y="3945550"/>
            <a:ext cx="20286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US1 (undo/redo)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82" name="Google Shape;4682;g3aa655d9acb_0_0"/>
          <p:cNvSpPr/>
          <p:nvPr/>
        </p:nvSpPr>
        <p:spPr>
          <a:xfrm>
            <a:off x="9588138" y="7929652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T56.5: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83" name="Google Shape;4683;g3aa655d9acb_0_0"/>
          <p:cNvSpPr/>
          <p:nvPr/>
        </p:nvSpPr>
        <p:spPr>
          <a:xfrm>
            <a:off x="10383750" y="7929663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T57.5: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84" name="Google Shape;4684;g3aa655d9acb_0_0"/>
          <p:cNvSpPr/>
          <p:nvPr/>
        </p:nvSpPr>
        <p:spPr>
          <a:xfrm>
            <a:off x="12424700" y="4362150"/>
            <a:ext cx="2217900" cy="8658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T55.2: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Additionally refine previously implemented code.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85" name="Google Shape;4685;g3aa655d9acb_0_0"/>
          <p:cNvSpPr/>
          <p:nvPr/>
        </p:nvSpPr>
        <p:spPr>
          <a:xfrm>
            <a:off x="9808125" y="8367675"/>
            <a:ext cx="2217900" cy="8658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T55.3: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Additionally refine previously implemented code.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86" name="Google Shape;4686;g3aa655d9acb_0_0"/>
          <p:cNvSpPr/>
          <p:nvPr/>
        </p:nvSpPr>
        <p:spPr>
          <a:xfrm>
            <a:off x="12503050" y="672405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T43.1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US3 would look like (turret’s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87" name="Google Shape;4687;g3aa655d9acb_0_0"/>
          <p:cNvSpPr/>
          <p:nvPr/>
        </p:nvSpPr>
        <p:spPr>
          <a:xfrm>
            <a:off x="10321000" y="8889300"/>
            <a:ext cx="2010300" cy="13821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T46.2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88" name="Google Shape;4688;g3aa655d9acb_0_0"/>
          <p:cNvSpPr/>
          <p:nvPr/>
        </p:nvSpPr>
        <p:spPr>
          <a:xfrm>
            <a:off x="13205325" y="765450"/>
            <a:ext cx="2010300" cy="13821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T45.1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US3 (turret’s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89" name="Google Shape;4689;g3aa655d9acb_0_0"/>
          <p:cNvSpPr/>
          <p:nvPr/>
        </p:nvSpPr>
        <p:spPr>
          <a:xfrm>
            <a:off x="9560275" y="112930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T49.1: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US3 (Swapping turret's targeting priorities)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90" name="Google Shape;4690;g3aa655d9acb_0_0"/>
          <p:cNvSpPr/>
          <p:nvPr/>
        </p:nvSpPr>
        <p:spPr>
          <a:xfrm>
            <a:off x="10321000" y="1142950"/>
            <a:ext cx="2217900" cy="17796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T53.1: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US3 (Swapping turret's targeting priorities)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91" name="Google Shape;4691;g3aa655d9acb_0_0"/>
          <p:cNvSpPr/>
          <p:nvPr/>
        </p:nvSpPr>
        <p:spPr>
          <a:xfrm>
            <a:off x="12748600" y="1210350"/>
            <a:ext cx="20286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T55.1: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Additionally refine previously implemented code.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92" name="Google Shape;4692;g3aa655d9acb_0_0"/>
          <p:cNvSpPr/>
          <p:nvPr/>
        </p:nvSpPr>
        <p:spPr>
          <a:xfrm>
            <a:off x="12946575" y="8828250"/>
            <a:ext cx="2217900" cy="1528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T44.2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93" name="Google Shape;4693;g3aa655d9acb_0_0"/>
          <p:cNvSpPr/>
          <p:nvPr/>
        </p:nvSpPr>
        <p:spPr>
          <a:xfrm>
            <a:off x="9560275" y="924748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T50.2: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US4 (Copy and Paste)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94" name="Google Shape;4694;g3aa655d9acb_0_0"/>
          <p:cNvSpPr/>
          <p:nvPr/>
        </p:nvSpPr>
        <p:spPr>
          <a:xfrm>
            <a:off x="9588138" y="1565165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95" name="Google Shape;4695;g3aa655d9acb_0_0"/>
          <p:cNvSpPr/>
          <p:nvPr/>
        </p:nvSpPr>
        <p:spPr>
          <a:xfrm>
            <a:off x="10383750" y="1565175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96" name="Google Shape;4696;g3aa655d9acb_0_0"/>
          <p:cNvSpPr/>
          <p:nvPr/>
        </p:nvSpPr>
        <p:spPr>
          <a:xfrm>
            <a:off x="154750" y="565188"/>
            <a:ext cx="2519700" cy="19080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US14: As an aspiring software engineer, I want to illustrate an US implementation with a use case and a sequence diagram, so that I can detail about my group's work.</a:t>
            </a:r>
            <a:endParaRPr/>
          </a:p>
        </p:txBody>
      </p:sp>
      <p:sp>
        <p:nvSpPr>
          <p:cNvPr id="4697" name="Google Shape;4697;g3aa655d9acb_0_0"/>
          <p:cNvSpPr/>
          <p:nvPr/>
        </p:nvSpPr>
        <p:spPr>
          <a:xfrm>
            <a:off x="154750" y="2217825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US15: As an aspiring software engineer, I want to think about an US implementation class diagram representation, so that my group is able to design it.</a:t>
            </a:r>
            <a:endParaRPr/>
          </a:p>
        </p:txBody>
      </p:sp>
      <p:sp>
        <p:nvSpPr>
          <p:cNvPr id="4698" name="Google Shape;4698;g3aa655d9acb_0_0"/>
          <p:cNvSpPr/>
          <p:nvPr/>
        </p:nvSpPr>
        <p:spPr>
          <a:xfrm>
            <a:off x="112850" y="3661425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US16: As an aspiring software engineer, I want to design and perform unit tests on my new functionality, so that I can be sure it is implemented well and bug free.</a:t>
            </a:r>
            <a:endParaRPr/>
          </a:p>
        </p:txBody>
      </p:sp>
      <p:sp>
        <p:nvSpPr>
          <p:cNvPr id="4699" name="Google Shape;4699;g3aa655d9acb_0_0"/>
          <p:cNvSpPr/>
          <p:nvPr/>
        </p:nvSpPr>
        <p:spPr>
          <a:xfrm>
            <a:off x="112850" y="5198150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US17: As an aspiring software engineer, I want to  write an implementation summary about the code I made, to that I can better showcase the work done to anyone interested in it.</a:t>
            </a:r>
            <a:endParaRPr/>
          </a:p>
        </p:txBody>
      </p:sp>
      <p:sp>
        <p:nvSpPr>
          <p:cNvPr id="4700" name="Google Shape;4700;g3aa655d9acb_0_0"/>
          <p:cNvSpPr/>
          <p:nvPr/>
        </p:nvSpPr>
        <p:spPr>
          <a:xfrm>
            <a:off x="154750" y="6629250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US18: As an aspiring software engineer, I want to additionally refine previously implemented code, so that I know I am producing the best code possible.</a:t>
            </a:r>
            <a:endParaRPr/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701" name="Google Shape;4701;g3aa655d9acb_0_0"/>
          <p:cNvSpPr/>
          <p:nvPr/>
        </p:nvSpPr>
        <p:spPr>
          <a:xfrm>
            <a:off x="9588138" y="284342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02" name="Google Shape;4702;g3aa655d9acb_0_0"/>
          <p:cNvSpPr/>
          <p:nvPr/>
        </p:nvSpPr>
        <p:spPr>
          <a:xfrm>
            <a:off x="10383750" y="2843438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03" name="Google Shape;4703;g3aa655d9acb_0_0"/>
          <p:cNvSpPr/>
          <p:nvPr/>
        </p:nvSpPr>
        <p:spPr>
          <a:xfrm>
            <a:off x="154750" y="7689200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US19: As an aspiring software engineer, I want to produce a video illustrating the new implemented features, so that I can easily showcase them to anyone interested.</a:t>
            </a:r>
            <a:endParaRPr/>
          </a:p>
        </p:txBody>
      </p:sp>
      <p:sp>
        <p:nvSpPr>
          <p:cNvPr id="4704" name="Google Shape;4704;g3aa655d9acb_0_0"/>
          <p:cNvSpPr/>
          <p:nvPr/>
        </p:nvSpPr>
        <p:spPr>
          <a:xfrm>
            <a:off x="154750" y="8828250"/>
            <a:ext cx="2519700" cy="19080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US20: As an aspiring software engineer, I want to produce an animation of our scrum board's animation over time, so that I can easily showcase it's progress to anyone interested.</a:t>
            </a:r>
            <a:endParaRPr/>
          </a:p>
        </p:txBody>
      </p:sp>
      <p:sp>
        <p:nvSpPr>
          <p:cNvPr id="4705" name="Google Shape;4705;g3aa655d9acb_0_0"/>
          <p:cNvSpPr/>
          <p:nvPr/>
        </p:nvSpPr>
        <p:spPr>
          <a:xfrm>
            <a:off x="6192525" y="1221943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US14, US15, US16, US17, US18, US19, </a:t>
            </a:r>
            <a:r>
              <a:rPr lang="en-GB"/>
              <a:t>US20</a:t>
            </a:r>
            <a:endParaRPr/>
          </a:p>
        </p:txBody>
      </p:sp>
      <p:sp>
        <p:nvSpPr>
          <p:cNvPr id="4706" name="Google Shape;4706;g3aa655d9acb_0_0"/>
          <p:cNvSpPr/>
          <p:nvPr/>
        </p:nvSpPr>
        <p:spPr>
          <a:xfrm>
            <a:off x="6192525" y="2849743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US16, US17, US19, </a:t>
            </a:r>
            <a:r>
              <a:rPr lang="en-GB"/>
              <a:t>US20</a:t>
            </a:r>
            <a:endParaRPr/>
          </a:p>
        </p:txBody>
      </p:sp>
      <p:sp>
        <p:nvSpPr>
          <p:cNvPr id="4707" name="Google Shape;4707;g3aa655d9acb_0_0"/>
          <p:cNvSpPr/>
          <p:nvPr/>
        </p:nvSpPr>
        <p:spPr>
          <a:xfrm>
            <a:off x="6192525" y="4477539"/>
            <a:ext cx="2589000" cy="600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US16, US17, US18, US19, </a:t>
            </a:r>
            <a:r>
              <a:rPr lang="en-GB"/>
              <a:t>US20</a:t>
            </a:r>
            <a:endParaRPr/>
          </a:p>
        </p:txBody>
      </p:sp>
      <p:sp>
        <p:nvSpPr>
          <p:cNvPr id="4708" name="Google Shape;4708;g3aa655d9acb_0_0"/>
          <p:cNvSpPr/>
          <p:nvPr/>
        </p:nvSpPr>
        <p:spPr>
          <a:xfrm>
            <a:off x="6192525" y="9103043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US14, US15, US16, US17, US19, </a:t>
            </a:r>
            <a:r>
              <a:rPr lang="en-GB"/>
              <a:t>US20</a:t>
            </a:r>
            <a:endParaRPr/>
          </a:p>
        </p:txBody>
      </p:sp>
      <p:sp>
        <p:nvSpPr>
          <p:cNvPr id="4709" name="Google Shape;4709;g3aa655d9acb_0_0"/>
          <p:cNvSpPr/>
          <p:nvPr/>
        </p:nvSpPr>
        <p:spPr>
          <a:xfrm>
            <a:off x="6192525" y="5943493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US14, US15, US16, US17, US19, </a:t>
            </a:r>
            <a:r>
              <a:rPr lang="en-GB"/>
              <a:t>US20</a:t>
            </a:r>
            <a:endParaRPr/>
          </a:p>
        </p:txBody>
      </p:sp>
      <p:sp>
        <p:nvSpPr>
          <p:cNvPr id="4710" name="Google Shape;4710;g3aa655d9acb_0_0"/>
          <p:cNvSpPr/>
          <p:nvPr/>
        </p:nvSpPr>
        <p:spPr>
          <a:xfrm>
            <a:off x="6192525" y="7613318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US14, US15, US16, US17, US19, </a:t>
            </a:r>
            <a:r>
              <a:rPr lang="en-GB"/>
              <a:t>US20</a:t>
            </a:r>
            <a:endParaRPr/>
          </a:p>
        </p:txBody>
      </p:sp>
      <p:sp>
        <p:nvSpPr>
          <p:cNvPr id="4711" name="Google Shape;4711;g3aa655d9acb_0_0"/>
          <p:cNvSpPr/>
          <p:nvPr/>
        </p:nvSpPr>
        <p:spPr>
          <a:xfrm>
            <a:off x="15477950" y="8881550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12" name="Google Shape;4712;g3aa655d9acb_0_0"/>
          <p:cNvSpPr/>
          <p:nvPr/>
        </p:nvSpPr>
        <p:spPr>
          <a:xfrm>
            <a:off x="15496075" y="5966762"/>
            <a:ext cx="2519700" cy="13197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13" name="Google Shape;4713;g3aa655d9acb_0_0"/>
          <p:cNvSpPr/>
          <p:nvPr/>
        </p:nvSpPr>
        <p:spPr>
          <a:xfrm>
            <a:off x="18614450" y="3979725"/>
            <a:ext cx="2519700" cy="1143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T39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US1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Review: #67763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14" name="Google Shape;4714;g3aa655d9acb_0_0"/>
          <p:cNvSpPr/>
          <p:nvPr/>
        </p:nvSpPr>
        <p:spPr>
          <a:xfrm>
            <a:off x="18614450" y="4411366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US1 would look like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15" name="Google Shape;4715;g3aa655d9acb_0_0"/>
          <p:cNvSpPr/>
          <p:nvPr/>
        </p:nvSpPr>
        <p:spPr>
          <a:xfrm>
            <a:off x="15477975" y="2316649"/>
            <a:ext cx="2519700" cy="13056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T40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US2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16" name="Google Shape;4716;g3aa655d9acb_0_0"/>
          <p:cNvSpPr/>
          <p:nvPr/>
        </p:nvSpPr>
        <p:spPr>
          <a:xfrm>
            <a:off x="9588150" y="9752475"/>
            <a:ext cx="3219300" cy="874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T56.6: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17" name="Google Shape;4717;g3aa655d9acb_0_0"/>
          <p:cNvSpPr/>
          <p:nvPr/>
        </p:nvSpPr>
        <p:spPr>
          <a:xfrm>
            <a:off x="10604703" y="9752482"/>
            <a:ext cx="2395800" cy="1047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T57.6: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18" name="Google Shape;4718;g3aa655d9acb_0_0"/>
          <p:cNvSpPr/>
          <p:nvPr/>
        </p:nvSpPr>
        <p:spPr>
          <a:xfrm>
            <a:off x="18614450" y="2316648"/>
            <a:ext cx="2519700" cy="1528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US2 would look like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#67804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19" name="Google Shape;4719;g3aa655d9acb_0_0"/>
          <p:cNvSpPr/>
          <p:nvPr/>
        </p:nvSpPr>
        <p:spPr>
          <a:xfrm>
            <a:off x="15443275" y="2695375"/>
            <a:ext cx="2589000" cy="152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US2 (liquid leak checking)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20" name="Google Shape;4720;g3aa655d9acb_0_0"/>
          <p:cNvSpPr/>
          <p:nvPr/>
        </p:nvSpPr>
        <p:spPr>
          <a:xfrm>
            <a:off x="16299225" y="8881550"/>
            <a:ext cx="1958400" cy="17796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T54.2: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US4 (Copy and Paste)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21" name="Google Shape;4721;g3aa655d9acb_0_0"/>
          <p:cNvSpPr/>
          <p:nvPr/>
        </p:nvSpPr>
        <p:spPr>
          <a:xfrm>
            <a:off x="16088025" y="2843450"/>
            <a:ext cx="1958400" cy="152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T48: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US2 (liquid leak checking)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25" name="Shape 47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726" name="Google Shape;4726;g3aac0abdb85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727" name="Google Shape;4727;g3aac0abdb85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728" name="Google Shape;4728;g3aac0abdb85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729" name="Google Shape;4729;g3aac0abdb85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730" name="Google Shape;4730;g3aac0abdb85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731" name="Google Shape;4731;g3aac0abdb85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32" name="Google Shape;4732;g3aac0abdb85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33" name="Google Shape;4733;g3aac0abdb85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34" name="Google Shape;4734;g3aac0abdb85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35" name="Google Shape;4735;g3aac0abdb85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36" name="Google Shape;4736;g3aac0abdb85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37" name="Google Shape;4737;g3aac0abdb85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38" name="Google Shape;4738;g3aac0abdb85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39" name="Google Shape;4739;g3aac0abdb85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40" name="Google Shape;4740;g3aac0abdb85_0_0"/>
          <p:cNvSpPr/>
          <p:nvPr/>
        </p:nvSpPr>
        <p:spPr>
          <a:xfrm>
            <a:off x="9256900" y="4475137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T57.3: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41" name="Google Shape;4741;g3aac0abdb85_0_0"/>
          <p:cNvSpPr/>
          <p:nvPr/>
        </p:nvSpPr>
        <p:spPr>
          <a:xfrm>
            <a:off x="10245538" y="447512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T56.3: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42" name="Google Shape;4742;g3aac0abdb85_0_0"/>
          <p:cNvSpPr/>
          <p:nvPr/>
        </p:nvSpPr>
        <p:spPr>
          <a:xfrm>
            <a:off x="12872263" y="5463950"/>
            <a:ext cx="20103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T46.1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43" name="Google Shape;4743;g3aac0abdb85_0_0"/>
          <p:cNvSpPr/>
          <p:nvPr/>
        </p:nvSpPr>
        <p:spPr>
          <a:xfrm>
            <a:off x="9537725" y="5871525"/>
            <a:ext cx="20286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T50.1: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US4 (Copy and Paste)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44" name="Google Shape;4744;g3aac0abdb85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45" name="Google Shape;4745;g3aac0abdb85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46" name="Google Shape;4746;g3aac0abdb85_0_0"/>
          <p:cNvSpPr/>
          <p:nvPr/>
        </p:nvSpPr>
        <p:spPr>
          <a:xfrm>
            <a:off x="9588138" y="6353765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T56.4: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47" name="Google Shape;4747;g3aac0abdb85_0_0"/>
          <p:cNvSpPr/>
          <p:nvPr/>
        </p:nvSpPr>
        <p:spPr>
          <a:xfrm>
            <a:off x="10383750" y="6353775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T57.4: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48" name="Google Shape;4748;g3aac0abdb85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49" name="Google Shape;4749;g3aac0abdb85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50" name="Google Shape;4750;g3aac0abdb85_0_0"/>
          <p:cNvSpPr/>
          <p:nvPr/>
        </p:nvSpPr>
        <p:spPr>
          <a:xfrm>
            <a:off x="12829975" y="7137375"/>
            <a:ext cx="22179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T43.2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US3 would look like (turret’s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51" name="Google Shape;4751;g3aac0abdb85_0_0"/>
          <p:cNvSpPr/>
          <p:nvPr/>
        </p:nvSpPr>
        <p:spPr>
          <a:xfrm>
            <a:off x="12858713" y="7613325"/>
            <a:ext cx="22179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T45.2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US3 (turret’s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52" name="Google Shape;4752;g3aac0abdb85_0_0"/>
          <p:cNvSpPr/>
          <p:nvPr/>
        </p:nvSpPr>
        <p:spPr>
          <a:xfrm>
            <a:off x="9560275" y="7488825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T49.2: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US3 (Swapping turret's targeting priorities)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753" name="Google Shape;4753;g3aac0abdb85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4754" name="Google Shape;4754;g3aac0abdb85_0_0"/>
          <p:cNvSpPr/>
          <p:nvPr/>
        </p:nvSpPr>
        <p:spPr>
          <a:xfrm>
            <a:off x="13522325" y="7109200"/>
            <a:ext cx="2173200" cy="1686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T53.1: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US3 (Swapping turret's targeting priorities)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755" name="Google Shape;4755;g3aac0abdb85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756" name="Google Shape;4756;g3aac0abdb85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757" name="Google Shape;4757;g3aac0abdb85_0_0"/>
          <p:cNvSpPr/>
          <p:nvPr/>
        </p:nvSpPr>
        <p:spPr>
          <a:xfrm>
            <a:off x="12341500" y="3946937"/>
            <a:ext cx="20286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T47: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US1 (undo/redo)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58" name="Google Shape;4758;g3aac0abdb85_0_0"/>
          <p:cNvSpPr/>
          <p:nvPr/>
        </p:nvSpPr>
        <p:spPr>
          <a:xfrm>
            <a:off x="12832500" y="3945550"/>
            <a:ext cx="2028600" cy="13056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US1 (undo/redo)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59" name="Google Shape;4759;g3aac0abdb85_0_0"/>
          <p:cNvSpPr/>
          <p:nvPr/>
        </p:nvSpPr>
        <p:spPr>
          <a:xfrm>
            <a:off x="9588138" y="7929652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T56.5: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60" name="Google Shape;4760;g3aac0abdb85_0_0"/>
          <p:cNvSpPr/>
          <p:nvPr/>
        </p:nvSpPr>
        <p:spPr>
          <a:xfrm>
            <a:off x="10383750" y="7929663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T57.5: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61" name="Google Shape;4761;g3aac0abdb85_0_0"/>
          <p:cNvSpPr/>
          <p:nvPr/>
        </p:nvSpPr>
        <p:spPr>
          <a:xfrm>
            <a:off x="15676600" y="7496750"/>
            <a:ext cx="22179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T55.3: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Additionally refine previously implemented code.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62" name="Google Shape;4762;g3aac0abdb85_0_0"/>
          <p:cNvSpPr/>
          <p:nvPr/>
        </p:nvSpPr>
        <p:spPr>
          <a:xfrm>
            <a:off x="12424700" y="4362150"/>
            <a:ext cx="2217900" cy="8658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T55.2: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Additionally refine previously implemented code.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63" name="Google Shape;4763;g3aac0abdb85_0_0"/>
          <p:cNvSpPr/>
          <p:nvPr/>
        </p:nvSpPr>
        <p:spPr>
          <a:xfrm>
            <a:off x="12369225" y="684775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T43.1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US3 would look like (turret’s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64" name="Google Shape;4764;g3aac0abdb85_0_0"/>
          <p:cNvSpPr/>
          <p:nvPr/>
        </p:nvSpPr>
        <p:spPr>
          <a:xfrm>
            <a:off x="12914475" y="8889300"/>
            <a:ext cx="2010300" cy="13821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T46.2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65" name="Google Shape;4765;g3aac0abdb85_0_0"/>
          <p:cNvSpPr/>
          <p:nvPr/>
        </p:nvSpPr>
        <p:spPr>
          <a:xfrm>
            <a:off x="13112063" y="765450"/>
            <a:ext cx="2010300" cy="13821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T45.1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US3 (turret’s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66" name="Google Shape;4766;g3aac0abdb85_0_0"/>
          <p:cNvSpPr/>
          <p:nvPr/>
        </p:nvSpPr>
        <p:spPr>
          <a:xfrm>
            <a:off x="9560275" y="112930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T49.1: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US3 (Swapping turret's targeting priorities)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67" name="Google Shape;4767;g3aac0abdb85_0_0"/>
          <p:cNvSpPr/>
          <p:nvPr/>
        </p:nvSpPr>
        <p:spPr>
          <a:xfrm>
            <a:off x="12868188" y="1142950"/>
            <a:ext cx="2217900" cy="17796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T53.1: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US3 (Swapping turret's targeting priorities)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68" name="Google Shape;4768;g3aac0abdb85_0_0"/>
          <p:cNvSpPr/>
          <p:nvPr/>
        </p:nvSpPr>
        <p:spPr>
          <a:xfrm>
            <a:off x="15695525" y="765450"/>
            <a:ext cx="2028600" cy="13197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T55.1: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Additionally refine previously implemented code.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69" name="Google Shape;4769;g3aac0abdb85_0_0"/>
          <p:cNvSpPr/>
          <p:nvPr/>
        </p:nvSpPr>
        <p:spPr>
          <a:xfrm>
            <a:off x="9560275" y="924748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T50.2: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US4 (Copy and Paste)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70" name="Google Shape;4770;g3aac0abdb85_0_0"/>
          <p:cNvSpPr/>
          <p:nvPr/>
        </p:nvSpPr>
        <p:spPr>
          <a:xfrm>
            <a:off x="9588138" y="1565165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71" name="Google Shape;4771;g3aac0abdb85_0_0"/>
          <p:cNvSpPr/>
          <p:nvPr/>
        </p:nvSpPr>
        <p:spPr>
          <a:xfrm>
            <a:off x="10383750" y="1565175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72" name="Google Shape;4772;g3aac0abdb85_0_0"/>
          <p:cNvSpPr/>
          <p:nvPr/>
        </p:nvSpPr>
        <p:spPr>
          <a:xfrm>
            <a:off x="154750" y="565188"/>
            <a:ext cx="2519700" cy="19080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US14: As an aspiring software engineer, I want to illustrate an US implementation with a use case and a sequence diagram, so that I can detail about my group's work.</a:t>
            </a:r>
            <a:endParaRPr/>
          </a:p>
        </p:txBody>
      </p:sp>
      <p:sp>
        <p:nvSpPr>
          <p:cNvPr id="4773" name="Google Shape;4773;g3aac0abdb85_0_0"/>
          <p:cNvSpPr/>
          <p:nvPr/>
        </p:nvSpPr>
        <p:spPr>
          <a:xfrm>
            <a:off x="154750" y="2217825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US15: As an aspiring software engineer, I want to think about an US implementation class diagram representation, so that my group is able to design it.</a:t>
            </a:r>
            <a:endParaRPr/>
          </a:p>
        </p:txBody>
      </p:sp>
      <p:sp>
        <p:nvSpPr>
          <p:cNvPr id="4774" name="Google Shape;4774;g3aac0abdb85_0_0"/>
          <p:cNvSpPr/>
          <p:nvPr/>
        </p:nvSpPr>
        <p:spPr>
          <a:xfrm>
            <a:off x="112850" y="3661425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US16: As an aspiring software engineer, I want to design and perform unit tests on my new functionality, so that I can be sure it is implemented well and bug free.</a:t>
            </a:r>
            <a:endParaRPr/>
          </a:p>
        </p:txBody>
      </p:sp>
      <p:sp>
        <p:nvSpPr>
          <p:cNvPr id="4775" name="Google Shape;4775;g3aac0abdb85_0_0"/>
          <p:cNvSpPr/>
          <p:nvPr/>
        </p:nvSpPr>
        <p:spPr>
          <a:xfrm>
            <a:off x="112850" y="5198150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US17: As an aspiring software engineer, I want to  write an implementation summary about the code I made, to that I can better showcase the work done to anyone interested in it.</a:t>
            </a:r>
            <a:endParaRPr/>
          </a:p>
        </p:txBody>
      </p:sp>
      <p:sp>
        <p:nvSpPr>
          <p:cNvPr id="4776" name="Google Shape;4776;g3aac0abdb85_0_0"/>
          <p:cNvSpPr/>
          <p:nvPr/>
        </p:nvSpPr>
        <p:spPr>
          <a:xfrm>
            <a:off x="154750" y="6629250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US18: As an aspiring software engineer, I want to additionally refine previously implemented code, so that I know I am producing the best code possible.</a:t>
            </a:r>
            <a:endParaRPr/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777" name="Google Shape;4777;g3aac0abdb85_0_0"/>
          <p:cNvSpPr/>
          <p:nvPr/>
        </p:nvSpPr>
        <p:spPr>
          <a:xfrm>
            <a:off x="9588138" y="284342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78" name="Google Shape;4778;g3aac0abdb85_0_0"/>
          <p:cNvSpPr/>
          <p:nvPr/>
        </p:nvSpPr>
        <p:spPr>
          <a:xfrm>
            <a:off x="10383750" y="2843438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79" name="Google Shape;4779;g3aac0abdb85_0_0"/>
          <p:cNvSpPr/>
          <p:nvPr/>
        </p:nvSpPr>
        <p:spPr>
          <a:xfrm>
            <a:off x="154750" y="7689200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US19: As an aspiring software engineer, I want to produce a video illustrating the new implemented features, so that I can easily showcase them to anyone interested.</a:t>
            </a:r>
            <a:endParaRPr/>
          </a:p>
        </p:txBody>
      </p:sp>
      <p:sp>
        <p:nvSpPr>
          <p:cNvPr id="4780" name="Google Shape;4780;g3aac0abdb85_0_0"/>
          <p:cNvSpPr/>
          <p:nvPr/>
        </p:nvSpPr>
        <p:spPr>
          <a:xfrm>
            <a:off x="154750" y="8828250"/>
            <a:ext cx="2519700" cy="19080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US20: As an aspiring software engineer, I want to produce an animation of our scrum board's animation over time, so that I can easily showcase it's progress to anyone interested.</a:t>
            </a:r>
            <a:endParaRPr/>
          </a:p>
        </p:txBody>
      </p:sp>
      <p:sp>
        <p:nvSpPr>
          <p:cNvPr id="4781" name="Google Shape;4781;g3aac0abdb85_0_0"/>
          <p:cNvSpPr/>
          <p:nvPr/>
        </p:nvSpPr>
        <p:spPr>
          <a:xfrm>
            <a:off x="6192525" y="1221943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US14, US15, US16, US17, US18, US19, </a:t>
            </a:r>
            <a:r>
              <a:rPr lang="en-GB"/>
              <a:t>US20</a:t>
            </a:r>
            <a:endParaRPr/>
          </a:p>
        </p:txBody>
      </p:sp>
      <p:sp>
        <p:nvSpPr>
          <p:cNvPr id="4782" name="Google Shape;4782;g3aac0abdb85_0_0"/>
          <p:cNvSpPr/>
          <p:nvPr/>
        </p:nvSpPr>
        <p:spPr>
          <a:xfrm>
            <a:off x="6192525" y="2849743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US16, US17, US19, </a:t>
            </a:r>
            <a:r>
              <a:rPr lang="en-GB"/>
              <a:t>US20</a:t>
            </a:r>
            <a:endParaRPr/>
          </a:p>
        </p:txBody>
      </p:sp>
      <p:sp>
        <p:nvSpPr>
          <p:cNvPr id="4783" name="Google Shape;4783;g3aac0abdb85_0_0"/>
          <p:cNvSpPr/>
          <p:nvPr/>
        </p:nvSpPr>
        <p:spPr>
          <a:xfrm>
            <a:off x="6192525" y="4477539"/>
            <a:ext cx="2589000" cy="600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US16, US17, US18, US19, </a:t>
            </a:r>
            <a:r>
              <a:rPr lang="en-GB"/>
              <a:t>US20</a:t>
            </a:r>
            <a:endParaRPr/>
          </a:p>
        </p:txBody>
      </p:sp>
      <p:sp>
        <p:nvSpPr>
          <p:cNvPr id="4784" name="Google Shape;4784;g3aac0abdb85_0_0"/>
          <p:cNvSpPr/>
          <p:nvPr/>
        </p:nvSpPr>
        <p:spPr>
          <a:xfrm>
            <a:off x="15488650" y="5487799"/>
            <a:ext cx="2519700" cy="152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T54.1: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US4 (Copy and Paste)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85" name="Google Shape;4785;g3aac0abdb85_0_0"/>
          <p:cNvSpPr/>
          <p:nvPr/>
        </p:nvSpPr>
        <p:spPr>
          <a:xfrm>
            <a:off x="6192525" y="9103043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US14, US15, US16, US17, US19, </a:t>
            </a:r>
            <a:r>
              <a:rPr lang="en-GB"/>
              <a:t>US20</a:t>
            </a:r>
            <a:endParaRPr/>
          </a:p>
        </p:txBody>
      </p:sp>
      <p:sp>
        <p:nvSpPr>
          <p:cNvPr id="4786" name="Google Shape;4786;g3aac0abdb85_0_0"/>
          <p:cNvSpPr/>
          <p:nvPr/>
        </p:nvSpPr>
        <p:spPr>
          <a:xfrm>
            <a:off x="6192525" y="5943493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US14, US15, US16, US17, US19, </a:t>
            </a:r>
            <a:r>
              <a:rPr lang="en-GB"/>
              <a:t>US20</a:t>
            </a:r>
            <a:endParaRPr/>
          </a:p>
        </p:txBody>
      </p:sp>
      <p:sp>
        <p:nvSpPr>
          <p:cNvPr id="4787" name="Google Shape;4787;g3aac0abdb85_0_0"/>
          <p:cNvSpPr/>
          <p:nvPr/>
        </p:nvSpPr>
        <p:spPr>
          <a:xfrm>
            <a:off x="6192525" y="7613318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US14, US15, US16, US17, US19, </a:t>
            </a:r>
            <a:r>
              <a:rPr lang="en-GB"/>
              <a:t>US20</a:t>
            </a:r>
            <a:endParaRPr/>
          </a:p>
        </p:txBody>
      </p:sp>
      <p:sp>
        <p:nvSpPr>
          <p:cNvPr id="4788" name="Google Shape;4788;g3aac0abdb85_0_0"/>
          <p:cNvSpPr/>
          <p:nvPr/>
        </p:nvSpPr>
        <p:spPr>
          <a:xfrm>
            <a:off x="15477950" y="8881550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89" name="Google Shape;4789;g3aac0abdb85_0_0"/>
          <p:cNvSpPr/>
          <p:nvPr/>
        </p:nvSpPr>
        <p:spPr>
          <a:xfrm>
            <a:off x="15496100" y="5966750"/>
            <a:ext cx="2519700" cy="13197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90" name="Google Shape;4790;g3aac0abdb85_0_0"/>
          <p:cNvSpPr/>
          <p:nvPr/>
        </p:nvSpPr>
        <p:spPr>
          <a:xfrm>
            <a:off x="18614450" y="3979725"/>
            <a:ext cx="2519700" cy="1143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T39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US1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Review: #67763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91" name="Google Shape;4791;g3aac0abdb85_0_0"/>
          <p:cNvSpPr/>
          <p:nvPr/>
        </p:nvSpPr>
        <p:spPr>
          <a:xfrm>
            <a:off x="18614450" y="4411366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US1 would look like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92" name="Google Shape;4792;g3aac0abdb85_0_0"/>
          <p:cNvSpPr/>
          <p:nvPr/>
        </p:nvSpPr>
        <p:spPr>
          <a:xfrm>
            <a:off x="15477975" y="2316649"/>
            <a:ext cx="2519700" cy="13056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T40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US2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93" name="Google Shape;4793;g3aac0abdb85_0_0"/>
          <p:cNvSpPr/>
          <p:nvPr/>
        </p:nvSpPr>
        <p:spPr>
          <a:xfrm>
            <a:off x="9588150" y="9752475"/>
            <a:ext cx="3219300" cy="874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T56.6: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94" name="Google Shape;4794;g3aac0abdb85_0_0"/>
          <p:cNvSpPr/>
          <p:nvPr/>
        </p:nvSpPr>
        <p:spPr>
          <a:xfrm>
            <a:off x="10604703" y="9752482"/>
            <a:ext cx="2395800" cy="1047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T57.6: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95" name="Google Shape;4795;g3aac0abdb85_0_0"/>
          <p:cNvSpPr/>
          <p:nvPr/>
        </p:nvSpPr>
        <p:spPr>
          <a:xfrm>
            <a:off x="18614450" y="2316648"/>
            <a:ext cx="2519700" cy="1528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US2 would look like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#67804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96" name="Google Shape;4796;g3aac0abdb85_0_0"/>
          <p:cNvSpPr/>
          <p:nvPr/>
        </p:nvSpPr>
        <p:spPr>
          <a:xfrm>
            <a:off x="15443275" y="2695375"/>
            <a:ext cx="2589000" cy="152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US2 (liquid leak checking)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97" name="Google Shape;4797;g3aac0abdb85_0_0"/>
          <p:cNvSpPr/>
          <p:nvPr/>
        </p:nvSpPr>
        <p:spPr>
          <a:xfrm>
            <a:off x="16299225" y="5487800"/>
            <a:ext cx="2173200" cy="17628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T44.1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98" name="Google Shape;4798;g3aac0abdb85_0_0"/>
          <p:cNvSpPr/>
          <p:nvPr/>
        </p:nvSpPr>
        <p:spPr>
          <a:xfrm>
            <a:off x="16299225" y="8881550"/>
            <a:ext cx="1958400" cy="17796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T54.2: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US4 (Copy and Paste)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99" name="Google Shape;4799;g3aac0abdb85_0_0"/>
          <p:cNvSpPr/>
          <p:nvPr/>
        </p:nvSpPr>
        <p:spPr>
          <a:xfrm>
            <a:off x="16088025" y="2843450"/>
            <a:ext cx="1958400" cy="152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T48: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US2 (liquid leak checking)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00" name="Google Shape;4800;g3aac0abdb85_0_0"/>
          <p:cNvSpPr/>
          <p:nvPr/>
        </p:nvSpPr>
        <p:spPr>
          <a:xfrm>
            <a:off x="15477975" y="9374850"/>
            <a:ext cx="2703000" cy="13821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T44.2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04" name="Shape 4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805" name="Google Shape;4805;g391200a0120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06" name="Google Shape;4806;g391200a0120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07" name="Google Shape;4807;g391200a0120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08" name="Google Shape;4808;g391200a0120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09" name="Google Shape;4809;g391200a0120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810" name="Google Shape;4810;g391200a0120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11" name="Google Shape;4811;g391200a0120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12" name="Google Shape;4812;g391200a0120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13" name="Google Shape;4813;g391200a0120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14" name="Google Shape;4814;g391200a0120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15" name="Google Shape;4815;g391200a0120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16" name="Google Shape;4816;g391200a0120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17" name="Google Shape;4817;g391200a0120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18" name="Google Shape;4818;g391200a0120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19" name="Google Shape;4819;g391200a0120_0_0"/>
          <p:cNvSpPr/>
          <p:nvPr/>
        </p:nvSpPr>
        <p:spPr>
          <a:xfrm>
            <a:off x="9256900" y="4475137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T57.3: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20" name="Google Shape;4820;g391200a0120_0_0"/>
          <p:cNvSpPr/>
          <p:nvPr/>
        </p:nvSpPr>
        <p:spPr>
          <a:xfrm>
            <a:off x="10245538" y="447512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T56.3: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21" name="Google Shape;4821;g391200a0120_0_0"/>
          <p:cNvSpPr/>
          <p:nvPr/>
        </p:nvSpPr>
        <p:spPr>
          <a:xfrm>
            <a:off x="12872263" y="5463950"/>
            <a:ext cx="20103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T46.1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22" name="Google Shape;4822;g391200a0120_0_0"/>
          <p:cNvSpPr/>
          <p:nvPr/>
        </p:nvSpPr>
        <p:spPr>
          <a:xfrm>
            <a:off x="9537725" y="5871525"/>
            <a:ext cx="20286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T50.1: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US4 (Copy and Paste)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23" name="Google Shape;4823;g391200a0120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24" name="Google Shape;4824;g391200a0120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25" name="Google Shape;4825;g391200a0120_0_0"/>
          <p:cNvSpPr/>
          <p:nvPr/>
        </p:nvSpPr>
        <p:spPr>
          <a:xfrm>
            <a:off x="9588138" y="6353765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T56.4: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26" name="Google Shape;4826;g391200a0120_0_0"/>
          <p:cNvSpPr/>
          <p:nvPr/>
        </p:nvSpPr>
        <p:spPr>
          <a:xfrm>
            <a:off x="10383750" y="6353775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T57.4: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27" name="Google Shape;4827;g391200a0120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28" name="Google Shape;4828;g391200a0120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29" name="Google Shape;4829;g391200a0120_0_0"/>
          <p:cNvSpPr/>
          <p:nvPr/>
        </p:nvSpPr>
        <p:spPr>
          <a:xfrm>
            <a:off x="12829975" y="7137375"/>
            <a:ext cx="22179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T43.2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US3 would look like (turret’s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30" name="Google Shape;4830;g391200a0120_0_0"/>
          <p:cNvSpPr/>
          <p:nvPr/>
        </p:nvSpPr>
        <p:spPr>
          <a:xfrm>
            <a:off x="12857375" y="7518363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T49.2: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US3 (Swapping turret's targeting priorities)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831" name="Google Shape;4831;g391200a0120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4832" name="Google Shape;4832;g391200a0120_0_0"/>
          <p:cNvSpPr/>
          <p:nvPr/>
        </p:nvSpPr>
        <p:spPr>
          <a:xfrm>
            <a:off x="13522325" y="7109200"/>
            <a:ext cx="2173200" cy="1686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T53.1: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US3 (Swapping turret's targeting priorities)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833" name="Google Shape;4833;g391200a0120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34" name="Google Shape;4834;g391200a0120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835" name="Google Shape;4835;g391200a0120_0_0"/>
          <p:cNvSpPr/>
          <p:nvPr/>
        </p:nvSpPr>
        <p:spPr>
          <a:xfrm>
            <a:off x="12832500" y="3945550"/>
            <a:ext cx="2028600" cy="13056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US1 (undo/redo)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36" name="Google Shape;4836;g391200a0120_0_0"/>
          <p:cNvSpPr/>
          <p:nvPr/>
        </p:nvSpPr>
        <p:spPr>
          <a:xfrm>
            <a:off x="13559713" y="7487375"/>
            <a:ext cx="22179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T45.2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US3 (turret’s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37" name="Google Shape;4837;g391200a0120_0_0"/>
          <p:cNvSpPr/>
          <p:nvPr/>
        </p:nvSpPr>
        <p:spPr>
          <a:xfrm>
            <a:off x="9588138" y="7929652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T56.5: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38" name="Google Shape;4838;g391200a0120_0_0"/>
          <p:cNvSpPr/>
          <p:nvPr/>
        </p:nvSpPr>
        <p:spPr>
          <a:xfrm>
            <a:off x="10383750" y="7929663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T57.5: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39" name="Google Shape;4839;g391200a0120_0_0"/>
          <p:cNvSpPr/>
          <p:nvPr/>
        </p:nvSpPr>
        <p:spPr>
          <a:xfrm>
            <a:off x="15676600" y="7496750"/>
            <a:ext cx="22179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T55.3: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Additionally refine previously implemented code.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40" name="Google Shape;4840;g391200a0120_0_0"/>
          <p:cNvSpPr/>
          <p:nvPr/>
        </p:nvSpPr>
        <p:spPr>
          <a:xfrm>
            <a:off x="12369225" y="684775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T43.1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US3 would look like (turret’s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41" name="Google Shape;4841;g391200a0120_0_0"/>
          <p:cNvSpPr/>
          <p:nvPr/>
        </p:nvSpPr>
        <p:spPr>
          <a:xfrm>
            <a:off x="12914475" y="8889300"/>
            <a:ext cx="2010300" cy="13821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T46.2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42" name="Google Shape;4842;g391200a0120_0_0"/>
          <p:cNvSpPr/>
          <p:nvPr/>
        </p:nvSpPr>
        <p:spPr>
          <a:xfrm>
            <a:off x="13112063" y="765450"/>
            <a:ext cx="2010300" cy="13821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T45.1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US3 (turret’s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43" name="Google Shape;4843;g391200a0120_0_0"/>
          <p:cNvSpPr/>
          <p:nvPr/>
        </p:nvSpPr>
        <p:spPr>
          <a:xfrm>
            <a:off x="12369225" y="109130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T49.1: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US3 (Swapping turret's targeting priorities)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44" name="Google Shape;4844;g391200a0120_0_0"/>
          <p:cNvSpPr/>
          <p:nvPr/>
        </p:nvSpPr>
        <p:spPr>
          <a:xfrm>
            <a:off x="13064425" y="1129300"/>
            <a:ext cx="2217900" cy="17796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T53.1: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US3 (Swapping turret's targeting priorities)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45" name="Google Shape;4845;g391200a0120_0_0"/>
          <p:cNvSpPr/>
          <p:nvPr/>
        </p:nvSpPr>
        <p:spPr>
          <a:xfrm>
            <a:off x="15695525" y="765450"/>
            <a:ext cx="2028600" cy="13197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T55.1: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Additionally refine previously implemented code.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46" name="Google Shape;4846;g391200a0120_0_0"/>
          <p:cNvSpPr/>
          <p:nvPr/>
        </p:nvSpPr>
        <p:spPr>
          <a:xfrm>
            <a:off x="9560275" y="924748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T50.2: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US4 (Copy and Paste)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47" name="Google Shape;4847;g391200a0120_0_0"/>
          <p:cNvSpPr/>
          <p:nvPr/>
        </p:nvSpPr>
        <p:spPr>
          <a:xfrm>
            <a:off x="9588138" y="1565165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48" name="Google Shape;4848;g391200a0120_0_0"/>
          <p:cNvSpPr/>
          <p:nvPr/>
        </p:nvSpPr>
        <p:spPr>
          <a:xfrm>
            <a:off x="10383750" y="1565175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49" name="Google Shape;4849;g391200a0120_0_0"/>
          <p:cNvSpPr/>
          <p:nvPr/>
        </p:nvSpPr>
        <p:spPr>
          <a:xfrm>
            <a:off x="154750" y="565188"/>
            <a:ext cx="2519700" cy="19080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US14: As an aspiring software engineer, I want to illustrate an US implementation with a use case and a sequence diagram, so that I can detail about my group's work.</a:t>
            </a:r>
            <a:endParaRPr/>
          </a:p>
        </p:txBody>
      </p:sp>
      <p:sp>
        <p:nvSpPr>
          <p:cNvPr id="4850" name="Google Shape;4850;g391200a0120_0_0"/>
          <p:cNvSpPr/>
          <p:nvPr/>
        </p:nvSpPr>
        <p:spPr>
          <a:xfrm>
            <a:off x="154750" y="2217825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US15: As an aspiring software engineer, I want to think about an US implementation class diagram representation, so that my group is able to design it.</a:t>
            </a:r>
            <a:endParaRPr/>
          </a:p>
        </p:txBody>
      </p:sp>
      <p:sp>
        <p:nvSpPr>
          <p:cNvPr id="4851" name="Google Shape;4851;g391200a0120_0_0"/>
          <p:cNvSpPr/>
          <p:nvPr/>
        </p:nvSpPr>
        <p:spPr>
          <a:xfrm>
            <a:off x="112850" y="3661425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US16: As an aspiring software engineer, I want to design and perform unit tests on my new functionality, so that I can be sure it is implemented well and bug free.</a:t>
            </a:r>
            <a:endParaRPr/>
          </a:p>
        </p:txBody>
      </p:sp>
      <p:sp>
        <p:nvSpPr>
          <p:cNvPr id="4852" name="Google Shape;4852;g391200a0120_0_0"/>
          <p:cNvSpPr/>
          <p:nvPr/>
        </p:nvSpPr>
        <p:spPr>
          <a:xfrm>
            <a:off x="112850" y="5198150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US17: As an aspiring software engineer, I want to  write an implementation summary about the code I made, to that I can better showcase the work done to anyone interested in it.</a:t>
            </a:r>
            <a:endParaRPr/>
          </a:p>
        </p:txBody>
      </p:sp>
      <p:sp>
        <p:nvSpPr>
          <p:cNvPr id="4853" name="Google Shape;4853;g391200a0120_0_0"/>
          <p:cNvSpPr/>
          <p:nvPr/>
        </p:nvSpPr>
        <p:spPr>
          <a:xfrm>
            <a:off x="154750" y="6629250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US18: As an aspiring software engineer, I want to additionally refine previously implemented code, so that I know I am producing the best code possible.</a:t>
            </a:r>
            <a:endParaRPr/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854" name="Google Shape;4854;g391200a0120_0_0"/>
          <p:cNvSpPr/>
          <p:nvPr/>
        </p:nvSpPr>
        <p:spPr>
          <a:xfrm>
            <a:off x="9588138" y="284342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55" name="Google Shape;4855;g391200a0120_0_0"/>
          <p:cNvSpPr/>
          <p:nvPr/>
        </p:nvSpPr>
        <p:spPr>
          <a:xfrm>
            <a:off x="10383750" y="2843438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56" name="Google Shape;4856;g391200a0120_0_0"/>
          <p:cNvSpPr/>
          <p:nvPr/>
        </p:nvSpPr>
        <p:spPr>
          <a:xfrm>
            <a:off x="154750" y="7689200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US19: As an aspiring software engineer, I want to produce a video illustrating the new implemented features, so that I can easily showcase them to anyone interested.</a:t>
            </a:r>
            <a:endParaRPr/>
          </a:p>
        </p:txBody>
      </p:sp>
      <p:sp>
        <p:nvSpPr>
          <p:cNvPr id="4857" name="Google Shape;4857;g391200a0120_0_0"/>
          <p:cNvSpPr/>
          <p:nvPr/>
        </p:nvSpPr>
        <p:spPr>
          <a:xfrm>
            <a:off x="154750" y="8828250"/>
            <a:ext cx="2519700" cy="19080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US20: As an aspiring software engineer, I want to produce an animation of our scrum board's animation over time, so that I can easily showcase it's progress to anyone interested.</a:t>
            </a:r>
            <a:endParaRPr/>
          </a:p>
        </p:txBody>
      </p:sp>
      <p:sp>
        <p:nvSpPr>
          <p:cNvPr id="4858" name="Google Shape;4858;g391200a0120_0_0"/>
          <p:cNvSpPr/>
          <p:nvPr/>
        </p:nvSpPr>
        <p:spPr>
          <a:xfrm>
            <a:off x="6192525" y="1221943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US14, US15, US16, US17, US18, US19, </a:t>
            </a:r>
            <a:r>
              <a:rPr lang="en-GB"/>
              <a:t>US20</a:t>
            </a:r>
            <a:endParaRPr/>
          </a:p>
        </p:txBody>
      </p:sp>
      <p:sp>
        <p:nvSpPr>
          <p:cNvPr id="4859" name="Google Shape;4859;g391200a0120_0_0"/>
          <p:cNvSpPr/>
          <p:nvPr/>
        </p:nvSpPr>
        <p:spPr>
          <a:xfrm>
            <a:off x="6192525" y="2849743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US16, US17, US19, </a:t>
            </a:r>
            <a:r>
              <a:rPr lang="en-GB"/>
              <a:t>US20</a:t>
            </a:r>
            <a:endParaRPr/>
          </a:p>
        </p:txBody>
      </p:sp>
      <p:sp>
        <p:nvSpPr>
          <p:cNvPr id="4860" name="Google Shape;4860;g391200a0120_0_0"/>
          <p:cNvSpPr/>
          <p:nvPr/>
        </p:nvSpPr>
        <p:spPr>
          <a:xfrm>
            <a:off x="6192525" y="4477539"/>
            <a:ext cx="2589000" cy="600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US16, US17, US18, US19, </a:t>
            </a:r>
            <a:r>
              <a:rPr lang="en-GB"/>
              <a:t>US20</a:t>
            </a:r>
            <a:endParaRPr/>
          </a:p>
        </p:txBody>
      </p:sp>
      <p:sp>
        <p:nvSpPr>
          <p:cNvPr id="4861" name="Google Shape;4861;g391200a0120_0_0"/>
          <p:cNvSpPr/>
          <p:nvPr/>
        </p:nvSpPr>
        <p:spPr>
          <a:xfrm>
            <a:off x="15488650" y="5487799"/>
            <a:ext cx="2519700" cy="152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T54.1: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US4 (Copy and Paste)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62" name="Google Shape;4862;g391200a0120_0_0"/>
          <p:cNvSpPr/>
          <p:nvPr/>
        </p:nvSpPr>
        <p:spPr>
          <a:xfrm>
            <a:off x="6192525" y="9103043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US14, US15, US16, US17, US19, </a:t>
            </a:r>
            <a:r>
              <a:rPr lang="en-GB"/>
              <a:t>US20</a:t>
            </a:r>
            <a:endParaRPr/>
          </a:p>
        </p:txBody>
      </p:sp>
      <p:sp>
        <p:nvSpPr>
          <p:cNvPr id="4863" name="Google Shape;4863;g391200a0120_0_0"/>
          <p:cNvSpPr/>
          <p:nvPr/>
        </p:nvSpPr>
        <p:spPr>
          <a:xfrm>
            <a:off x="6192525" y="5943493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US14, US15, US16, US17, US19, </a:t>
            </a:r>
            <a:r>
              <a:rPr lang="en-GB"/>
              <a:t>US20</a:t>
            </a:r>
            <a:endParaRPr/>
          </a:p>
        </p:txBody>
      </p:sp>
      <p:sp>
        <p:nvSpPr>
          <p:cNvPr id="4864" name="Google Shape;4864;g391200a0120_0_0"/>
          <p:cNvSpPr/>
          <p:nvPr/>
        </p:nvSpPr>
        <p:spPr>
          <a:xfrm>
            <a:off x="6192525" y="7613318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US14, US15, US16, US17, US19, </a:t>
            </a:r>
            <a:r>
              <a:rPr lang="en-GB"/>
              <a:t>US20</a:t>
            </a:r>
            <a:endParaRPr/>
          </a:p>
        </p:txBody>
      </p:sp>
      <p:sp>
        <p:nvSpPr>
          <p:cNvPr id="4865" name="Google Shape;4865;g391200a0120_0_0"/>
          <p:cNvSpPr/>
          <p:nvPr/>
        </p:nvSpPr>
        <p:spPr>
          <a:xfrm>
            <a:off x="15477950" y="8881550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66" name="Google Shape;4866;g391200a0120_0_0"/>
          <p:cNvSpPr/>
          <p:nvPr/>
        </p:nvSpPr>
        <p:spPr>
          <a:xfrm>
            <a:off x="15496100" y="5966750"/>
            <a:ext cx="2519700" cy="13197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67" name="Google Shape;4867;g391200a0120_0_0"/>
          <p:cNvSpPr/>
          <p:nvPr/>
        </p:nvSpPr>
        <p:spPr>
          <a:xfrm>
            <a:off x="18614450" y="3979725"/>
            <a:ext cx="2519700" cy="1143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T39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US1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Review: #67763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68" name="Google Shape;4868;g391200a0120_0_0"/>
          <p:cNvSpPr/>
          <p:nvPr/>
        </p:nvSpPr>
        <p:spPr>
          <a:xfrm>
            <a:off x="18614450" y="4411366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US1 would look like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69" name="Google Shape;4869;g391200a0120_0_0"/>
          <p:cNvSpPr/>
          <p:nvPr/>
        </p:nvSpPr>
        <p:spPr>
          <a:xfrm>
            <a:off x="15477975" y="2316649"/>
            <a:ext cx="2519700" cy="13056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T40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US2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70" name="Google Shape;4870;g391200a0120_0_0"/>
          <p:cNvSpPr/>
          <p:nvPr/>
        </p:nvSpPr>
        <p:spPr>
          <a:xfrm>
            <a:off x="9588150" y="9752475"/>
            <a:ext cx="3219300" cy="874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T56.6: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71" name="Google Shape;4871;g391200a0120_0_0"/>
          <p:cNvSpPr/>
          <p:nvPr/>
        </p:nvSpPr>
        <p:spPr>
          <a:xfrm>
            <a:off x="10604703" y="9752482"/>
            <a:ext cx="2395800" cy="1047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T57.6: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72" name="Google Shape;4872;g391200a0120_0_0"/>
          <p:cNvSpPr/>
          <p:nvPr/>
        </p:nvSpPr>
        <p:spPr>
          <a:xfrm>
            <a:off x="18614450" y="2316648"/>
            <a:ext cx="2519700" cy="1528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US2 would look like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#67804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73" name="Google Shape;4873;g391200a0120_0_0"/>
          <p:cNvSpPr/>
          <p:nvPr/>
        </p:nvSpPr>
        <p:spPr>
          <a:xfrm>
            <a:off x="15443275" y="2695375"/>
            <a:ext cx="2589000" cy="152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US2 (liquid leak checking)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74" name="Google Shape;4874;g391200a0120_0_0"/>
          <p:cNvSpPr/>
          <p:nvPr/>
        </p:nvSpPr>
        <p:spPr>
          <a:xfrm>
            <a:off x="16299225" y="5487800"/>
            <a:ext cx="2173200" cy="17628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T44.1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75" name="Google Shape;4875;g391200a0120_0_0"/>
          <p:cNvSpPr/>
          <p:nvPr/>
        </p:nvSpPr>
        <p:spPr>
          <a:xfrm>
            <a:off x="16299225" y="8881550"/>
            <a:ext cx="1958400" cy="17796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T54.2: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US4 (Copy and Paste)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76" name="Google Shape;4876;g391200a0120_0_0"/>
          <p:cNvSpPr/>
          <p:nvPr/>
        </p:nvSpPr>
        <p:spPr>
          <a:xfrm>
            <a:off x="16088025" y="2843450"/>
            <a:ext cx="1958400" cy="152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T48: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US2 (liquid leak checking)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77" name="Google Shape;4877;g391200a0120_0_0"/>
          <p:cNvSpPr/>
          <p:nvPr/>
        </p:nvSpPr>
        <p:spPr>
          <a:xfrm>
            <a:off x="15477975" y="9374850"/>
            <a:ext cx="2703000" cy="13821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T44.2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78" name="Google Shape;4878;g391200a0120_0_0"/>
          <p:cNvSpPr/>
          <p:nvPr/>
        </p:nvSpPr>
        <p:spPr>
          <a:xfrm>
            <a:off x="15434850" y="3946937"/>
            <a:ext cx="20286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T47: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US1 (undo/redo)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79" name="Google Shape;4879;g391200a0120_0_0"/>
          <p:cNvSpPr/>
          <p:nvPr/>
        </p:nvSpPr>
        <p:spPr>
          <a:xfrm>
            <a:off x="15828525" y="4362150"/>
            <a:ext cx="2217900" cy="1047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T55.2: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Additionally refine previously implemented code.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83" name="Shape 48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884" name="Google Shape;4884;g3acb3a15d61_0_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85" name="Google Shape;4885;g3acb3a15d61_0_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86" name="Google Shape;4886;g3acb3a15d61_0_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87" name="Google Shape;4887;g3acb3a15d61_0_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88" name="Google Shape;4888;g3acb3a15d61_0_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889" name="Google Shape;4889;g3acb3a15d61_0_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90" name="Google Shape;4890;g3acb3a15d61_0_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91" name="Google Shape;4891;g3acb3a15d61_0_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92" name="Google Shape;4892;g3acb3a15d61_0_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93" name="Google Shape;4893;g3acb3a15d61_0_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94" name="Google Shape;4894;g3acb3a15d61_0_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95" name="Google Shape;4895;g3acb3a15d61_0_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96" name="Google Shape;4896;g3acb3a15d61_0_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97" name="Google Shape;4897;g3acb3a15d61_0_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98" name="Google Shape;4898;g3acb3a15d61_0_6"/>
          <p:cNvSpPr/>
          <p:nvPr/>
        </p:nvSpPr>
        <p:spPr>
          <a:xfrm>
            <a:off x="9256900" y="4475137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T57.3: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99" name="Google Shape;4899;g3acb3a15d61_0_6"/>
          <p:cNvSpPr/>
          <p:nvPr/>
        </p:nvSpPr>
        <p:spPr>
          <a:xfrm>
            <a:off x="10245538" y="447512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T56.3: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00" name="Google Shape;4900;g3acb3a15d61_0_6"/>
          <p:cNvSpPr/>
          <p:nvPr/>
        </p:nvSpPr>
        <p:spPr>
          <a:xfrm>
            <a:off x="12872263" y="5463950"/>
            <a:ext cx="20103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T46.1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01" name="Google Shape;4901;g3acb3a15d61_0_6"/>
          <p:cNvSpPr/>
          <p:nvPr/>
        </p:nvSpPr>
        <p:spPr>
          <a:xfrm>
            <a:off x="9537725" y="5871525"/>
            <a:ext cx="20286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T50.1: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US4 (Copy and Paste)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02" name="Google Shape;4902;g3acb3a15d61_0_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03" name="Google Shape;4903;g3acb3a15d61_0_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04" name="Google Shape;4904;g3acb3a15d61_0_6"/>
          <p:cNvSpPr/>
          <p:nvPr/>
        </p:nvSpPr>
        <p:spPr>
          <a:xfrm>
            <a:off x="9588138" y="6353765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T56.4: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05" name="Google Shape;4905;g3acb3a15d61_0_6"/>
          <p:cNvSpPr/>
          <p:nvPr/>
        </p:nvSpPr>
        <p:spPr>
          <a:xfrm>
            <a:off x="10383750" y="6353775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T57.4: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06" name="Google Shape;4906;g3acb3a15d61_0_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07" name="Google Shape;4907;g3acb3a15d61_0_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08" name="Google Shape;4908;g3acb3a15d61_0_6"/>
          <p:cNvSpPr/>
          <p:nvPr/>
        </p:nvSpPr>
        <p:spPr>
          <a:xfrm>
            <a:off x="12829975" y="7137375"/>
            <a:ext cx="22179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T43.2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US3 would look like (turret’s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909" name="Google Shape;4909;g3acb3a15d61_0_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910" name="Google Shape;4910;g3acb3a15d61_0_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911" name="Google Shape;4911;g3acb3a15d61_0_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912" name="Google Shape;4912;g3acb3a15d61_0_6"/>
          <p:cNvSpPr/>
          <p:nvPr/>
        </p:nvSpPr>
        <p:spPr>
          <a:xfrm>
            <a:off x="12832500" y="3945550"/>
            <a:ext cx="2028600" cy="13056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US1 (undo/redo)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13" name="Google Shape;4913;g3acb3a15d61_0_6"/>
          <p:cNvSpPr/>
          <p:nvPr/>
        </p:nvSpPr>
        <p:spPr>
          <a:xfrm>
            <a:off x="9588138" y="7929652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T56.5: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14" name="Google Shape;4914;g3acb3a15d61_0_6"/>
          <p:cNvSpPr/>
          <p:nvPr/>
        </p:nvSpPr>
        <p:spPr>
          <a:xfrm>
            <a:off x="10383750" y="7929663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T57.5: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15" name="Google Shape;4915;g3acb3a15d61_0_6"/>
          <p:cNvSpPr/>
          <p:nvPr/>
        </p:nvSpPr>
        <p:spPr>
          <a:xfrm>
            <a:off x="15676600" y="7496750"/>
            <a:ext cx="22179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T55.3: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Additionally refine previously implemented code.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16" name="Google Shape;4916;g3acb3a15d61_0_6"/>
          <p:cNvSpPr/>
          <p:nvPr/>
        </p:nvSpPr>
        <p:spPr>
          <a:xfrm>
            <a:off x="12369225" y="684775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T43.1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US3 would look like (turret’s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17" name="Google Shape;4917;g3acb3a15d61_0_6"/>
          <p:cNvSpPr/>
          <p:nvPr/>
        </p:nvSpPr>
        <p:spPr>
          <a:xfrm>
            <a:off x="12914475" y="8889300"/>
            <a:ext cx="2010300" cy="13821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T46.2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18" name="Google Shape;4918;g3acb3a15d61_0_6"/>
          <p:cNvSpPr/>
          <p:nvPr/>
        </p:nvSpPr>
        <p:spPr>
          <a:xfrm>
            <a:off x="13112050" y="765450"/>
            <a:ext cx="2010300" cy="13821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T45.1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US3 (turret’s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19" name="Google Shape;4919;g3acb3a15d61_0_6"/>
          <p:cNvSpPr/>
          <p:nvPr/>
        </p:nvSpPr>
        <p:spPr>
          <a:xfrm>
            <a:off x="15695525" y="765450"/>
            <a:ext cx="2028600" cy="13197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T55.1: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Additionally refine previously implemented code.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20" name="Google Shape;4920;g3acb3a15d61_0_6"/>
          <p:cNvSpPr/>
          <p:nvPr/>
        </p:nvSpPr>
        <p:spPr>
          <a:xfrm>
            <a:off x="16451400" y="7487375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T49.2: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US3 (Swapping turret's targeting priorities)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21" name="Google Shape;4921;g3acb3a15d61_0_6"/>
          <p:cNvSpPr/>
          <p:nvPr/>
        </p:nvSpPr>
        <p:spPr>
          <a:xfrm>
            <a:off x="9560275" y="924748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T50.2: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US4 (Copy and Paste)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22" name="Google Shape;4922;g3acb3a15d61_0_6"/>
          <p:cNvSpPr/>
          <p:nvPr/>
        </p:nvSpPr>
        <p:spPr>
          <a:xfrm>
            <a:off x="16451400" y="743975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T49.1: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US3 (Swapping turret's targeting priorities)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23" name="Google Shape;4923;g3acb3a15d61_0_6"/>
          <p:cNvSpPr/>
          <p:nvPr/>
        </p:nvSpPr>
        <p:spPr>
          <a:xfrm>
            <a:off x="9588138" y="1565165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24" name="Google Shape;4924;g3acb3a15d61_0_6"/>
          <p:cNvSpPr/>
          <p:nvPr/>
        </p:nvSpPr>
        <p:spPr>
          <a:xfrm>
            <a:off x="10383750" y="1565175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25" name="Google Shape;4925;g3acb3a15d61_0_6"/>
          <p:cNvSpPr/>
          <p:nvPr/>
        </p:nvSpPr>
        <p:spPr>
          <a:xfrm>
            <a:off x="154750" y="565188"/>
            <a:ext cx="2519700" cy="19080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US14: As an aspiring software engineer, I want to illustrate an US implementation with a use case and a sequence diagram, so that I can detail about my group's work.</a:t>
            </a:r>
            <a:endParaRPr/>
          </a:p>
        </p:txBody>
      </p:sp>
      <p:sp>
        <p:nvSpPr>
          <p:cNvPr id="4926" name="Google Shape;4926;g3acb3a15d61_0_6"/>
          <p:cNvSpPr/>
          <p:nvPr/>
        </p:nvSpPr>
        <p:spPr>
          <a:xfrm>
            <a:off x="154750" y="2217825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US15: As an aspiring software engineer, I want to think about an US implementation class diagram representation, so that my group is able to design it.</a:t>
            </a:r>
            <a:endParaRPr/>
          </a:p>
        </p:txBody>
      </p:sp>
      <p:sp>
        <p:nvSpPr>
          <p:cNvPr id="4927" name="Google Shape;4927;g3acb3a15d61_0_6"/>
          <p:cNvSpPr/>
          <p:nvPr/>
        </p:nvSpPr>
        <p:spPr>
          <a:xfrm>
            <a:off x="112850" y="3661425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US16: As an aspiring software engineer, I want to design and perform unit tests on my new functionality, so that I can be sure it is implemented well and bug free.</a:t>
            </a:r>
            <a:endParaRPr/>
          </a:p>
        </p:txBody>
      </p:sp>
      <p:sp>
        <p:nvSpPr>
          <p:cNvPr id="4928" name="Google Shape;4928;g3acb3a15d61_0_6"/>
          <p:cNvSpPr/>
          <p:nvPr/>
        </p:nvSpPr>
        <p:spPr>
          <a:xfrm>
            <a:off x="112850" y="5198150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US17: As an aspiring software engineer, I want to  write an implementation summary about the code I made, to that I can better showcase the work done to anyone interested in it.</a:t>
            </a:r>
            <a:endParaRPr/>
          </a:p>
        </p:txBody>
      </p:sp>
      <p:sp>
        <p:nvSpPr>
          <p:cNvPr id="4929" name="Google Shape;4929;g3acb3a15d61_0_6"/>
          <p:cNvSpPr/>
          <p:nvPr/>
        </p:nvSpPr>
        <p:spPr>
          <a:xfrm>
            <a:off x="154750" y="6629250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US18: As an aspiring software engineer, I want to additionally refine previously implemented code, so that I know I am producing the best code possible.</a:t>
            </a:r>
            <a:endParaRPr/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930" name="Google Shape;4930;g3acb3a15d61_0_6"/>
          <p:cNvSpPr/>
          <p:nvPr/>
        </p:nvSpPr>
        <p:spPr>
          <a:xfrm>
            <a:off x="9588138" y="284342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31" name="Google Shape;4931;g3acb3a15d61_0_6"/>
          <p:cNvSpPr/>
          <p:nvPr/>
        </p:nvSpPr>
        <p:spPr>
          <a:xfrm>
            <a:off x="10383750" y="2843438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32" name="Google Shape;4932;g3acb3a15d61_0_6"/>
          <p:cNvSpPr/>
          <p:nvPr/>
        </p:nvSpPr>
        <p:spPr>
          <a:xfrm>
            <a:off x="154750" y="7689200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US19: As an aspiring software engineer, I want to produce a video illustrating the new implemented features, so that I can easily showcase them to anyone interested.</a:t>
            </a:r>
            <a:endParaRPr/>
          </a:p>
        </p:txBody>
      </p:sp>
      <p:sp>
        <p:nvSpPr>
          <p:cNvPr id="4933" name="Google Shape;4933;g3acb3a15d61_0_6"/>
          <p:cNvSpPr/>
          <p:nvPr/>
        </p:nvSpPr>
        <p:spPr>
          <a:xfrm>
            <a:off x="154750" y="8828250"/>
            <a:ext cx="2519700" cy="19080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US20: As an aspiring software engineer, I want to produce an animation of our scrum board's animation over time, so that I can easily showcase it's progress to anyone interested.</a:t>
            </a:r>
            <a:endParaRPr/>
          </a:p>
        </p:txBody>
      </p:sp>
      <p:sp>
        <p:nvSpPr>
          <p:cNvPr id="4934" name="Google Shape;4934;g3acb3a15d61_0_6"/>
          <p:cNvSpPr/>
          <p:nvPr/>
        </p:nvSpPr>
        <p:spPr>
          <a:xfrm>
            <a:off x="6192525" y="1221943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US14, US15, US16, US17, US18, US19, </a:t>
            </a:r>
            <a:r>
              <a:rPr lang="en-GB"/>
              <a:t>US20</a:t>
            </a:r>
            <a:endParaRPr/>
          </a:p>
        </p:txBody>
      </p:sp>
      <p:sp>
        <p:nvSpPr>
          <p:cNvPr id="4935" name="Google Shape;4935;g3acb3a15d61_0_6"/>
          <p:cNvSpPr/>
          <p:nvPr/>
        </p:nvSpPr>
        <p:spPr>
          <a:xfrm>
            <a:off x="6192525" y="2849743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US16, US17, US19, </a:t>
            </a:r>
            <a:r>
              <a:rPr lang="en-GB"/>
              <a:t>US20</a:t>
            </a:r>
            <a:endParaRPr/>
          </a:p>
        </p:txBody>
      </p:sp>
      <p:sp>
        <p:nvSpPr>
          <p:cNvPr id="4936" name="Google Shape;4936;g3acb3a15d61_0_6"/>
          <p:cNvSpPr/>
          <p:nvPr/>
        </p:nvSpPr>
        <p:spPr>
          <a:xfrm>
            <a:off x="6192525" y="4477539"/>
            <a:ext cx="2589000" cy="600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US16, US17, US18, US19, </a:t>
            </a:r>
            <a:r>
              <a:rPr lang="en-GB"/>
              <a:t>US20</a:t>
            </a:r>
            <a:endParaRPr/>
          </a:p>
        </p:txBody>
      </p:sp>
      <p:sp>
        <p:nvSpPr>
          <p:cNvPr id="4937" name="Google Shape;4937;g3acb3a15d61_0_6"/>
          <p:cNvSpPr/>
          <p:nvPr/>
        </p:nvSpPr>
        <p:spPr>
          <a:xfrm>
            <a:off x="15488650" y="5487799"/>
            <a:ext cx="2519700" cy="152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T54.1: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US4 (Copy and Paste)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38" name="Google Shape;4938;g3acb3a15d61_0_6"/>
          <p:cNvSpPr/>
          <p:nvPr/>
        </p:nvSpPr>
        <p:spPr>
          <a:xfrm>
            <a:off x="6192525" y="9103043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US14, US15, US16, US17, US19, </a:t>
            </a:r>
            <a:r>
              <a:rPr lang="en-GB"/>
              <a:t>US20</a:t>
            </a:r>
            <a:endParaRPr/>
          </a:p>
        </p:txBody>
      </p:sp>
      <p:sp>
        <p:nvSpPr>
          <p:cNvPr id="4939" name="Google Shape;4939;g3acb3a15d61_0_6"/>
          <p:cNvSpPr/>
          <p:nvPr/>
        </p:nvSpPr>
        <p:spPr>
          <a:xfrm>
            <a:off x="6192525" y="5943493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US14, US15, US16, US17, US19, </a:t>
            </a:r>
            <a:r>
              <a:rPr lang="en-GB"/>
              <a:t>US20</a:t>
            </a:r>
            <a:endParaRPr/>
          </a:p>
        </p:txBody>
      </p:sp>
      <p:sp>
        <p:nvSpPr>
          <p:cNvPr id="4940" name="Google Shape;4940;g3acb3a15d61_0_6"/>
          <p:cNvSpPr/>
          <p:nvPr/>
        </p:nvSpPr>
        <p:spPr>
          <a:xfrm>
            <a:off x="6192525" y="7613318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US14, US15, US16, US17, US19, </a:t>
            </a:r>
            <a:r>
              <a:rPr lang="en-GB"/>
              <a:t>US20</a:t>
            </a:r>
            <a:endParaRPr/>
          </a:p>
        </p:txBody>
      </p:sp>
      <p:sp>
        <p:nvSpPr>
          <p:cNvPr id="4941" name="Google Shape;4941;g3acb3a15d61_0_6"/>
          <p:cNvSpPr/>
          <p:nvPr/>
        </p:nvSpPr>
        <p:spPr>
          <a:xfrm>
            <a:off x="15477950" y="8881550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42" name="Google Shape;4942;g3acb3a15d61_0_6"/>
          <p:cNvSpPr/>
          <p:nvPr/>
        </p:nvSpPr>
        <p:spPr>
          <a:xfrm>
            <a:off x="15496100" y="5966750"/>
            <a:ext cx="2519700" cy="13197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43" name="Google Shape;4943;g3acb3a15d61_0_6"/>
          <p:cNvSpPr/>
          <p:nvPr/>
        </p:nvSpPr>
        <p:spPr>
          <a:xfrm>
            <a:off x="18614450" y="3979725"/>
            <a:ext cx="2519700" cy="1143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T39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US1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Review: #67763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44" name="Google Shape;4944;g3acb3a15d61_0_6"/>
          <p:cNvSpPr/>
          <p:nvPr/>
        </p:nvSpPr>
        <p:spPr>
          <a:xfrm>
            <a:off x="18614450" y="4411366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US1 would look like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45" name="Google Shape;4945;g3acb3a15d61_0_6"/>
          <p:cNvSpPr/>
          <p:nvPr/>
        </p:nvSpPr>
        <p:spPr>
          <a:xfrm>
            <a:off x="15477975" y="2316649"/>
            <a:ext cx="2519700" cy="13056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T40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US2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46" name="Google Shape;4946;g3acb3a15d61_0_6"/>
          <p:cNvSpPr/>
          <p:nvPr/>
        </p:nvSpPr>
        <p:spPr>
          <a:xfrm>
            <a:off x="9588150" y="9752475"/>
            <a:ext cx="3219300" cy="874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T56.6: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47" name="Google Shape;4947;g3acb3a15d61_0_6"/>
          <p:cNvSpPr/>
          <p:nvPr/>
        </p:nvSpPr>
        <p:spPr>
          <a:xfrm>
            <a:off x="10604703" y="9752482"/>
            <a:ext cx="2395800" cy="1047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T57.6: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48" name="Google Shape;4948;g3acb3a15d61_0_6"/>
          <p:cNvSpPr/>
          <p:nvPr/>
        </p:nvSpPr>
        <p:spPr>
          <a:xfrm>
            <a:off x="18614450" y="2316648"/>
            <a:ext cx="2519700" cy="1528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US2 would look like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#67804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49" name="Google Shape;4949;g3acb3a15d61_0_6"/>
          <p:cNvSpPr/>
          <p:nvPr/>
        </p:nvSpPr>
        <p:spPr>
          <a:xfrm>
            <a:off x="15443275" y="2695375"/>
            <a:ext cx="2589000" cy="152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US2 (liquid leak checking)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50" name="Google Shape;4950;g3acb3a15d61_0_6"/>
          <p:cNvSpPr/>
          <p:nvPr/>
        </p:nvSpPr>
        <p:spPr>
          <a:xfrm>
            <a:off x="16299225" y="5487800"/>
            <a:ext cx="2173200" cy="17628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T44.1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51" name="Google Shape;4951;g3acb3a15d61_0_6"/>
          <p:cNvSpPr/>
          <p:nvPr/>
        </p:nvSpPr>
        <p:spPr>
          <a:xfrm>
            <a:off x="16299225" y="8881550"/>
            <a:ext cx="1958400" cy="17796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T54.2: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US4 (Copy and Paste)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52" name="Google Shape;4952;g3acb3a15d61_0_6"/>
          <p:cNvSpPr/>
          <p:nvPr/>
        </p:nvSpPr>
        <p:spPr>
          <a:xfrm>
            <a:off x="16088025" y="2843450"/>
            <a:ext cx="1958400" cy="152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T48: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US2 (liquid leak checking)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53" name="Google Shape;4953;g3acb3a15d61_0_6"/>
          <p:cNvSpPr/>
          <p:nvPr/>
        </p:nvSpPr>
        <p:spPr>
          <a:xfrm>
            <a:off x="15477975" y="9374850"/>
            <a:ext cx="2703000" cy="13821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T44.2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54" name="Google Shape;4954;g3acb3a15d61_0_6"/>
          <p:cNvSpPr/>
          <p:nvPr/>
        </p:nvSpPr>
        <p:spPr>
          <a:xfrm>
            <a:off x="15434850" y="3946937"/>
            <a:ext cx="20286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T47: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US1 (undo/redo)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55" name="Google Shape;4955;g3acb3a15d61_0_6"/>
          <p:cNvSpPr/>
          <p:nvPr/>
        </p:nvSpPr>
        <p:spPr>
          <a:xfrm>
            <a:off x="15828525" y="4362150"/>
            <a:ext cx="2217900" cy="1047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T55.2: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Additionally refine previously implemented code.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56" name="Google Shape;4956;g3acb3a15d61_0_6"/>
          <p:cNvSpPr/>
          <p:nvPr/>
        </p:nvSpPr>
        <p:spPr>
          <a:xfrm>
            <a:off x="13522325" y="7109200"/>
            <a:ext cx="2173200" cy="1686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T53.2: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US3 (Swapping turret's targeting priorities)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57" name="Google Shape;4957;g3acb3a15d61_0_6"/>
          <p:cNvSpPr/>
          <p:nvPr/>
        </p:nvSpPr>
        <p:spPr>
          <a:xfrm>
            <a:off x="13170675" y="1142950"/>
            <a:ext cx="2217900" cy="17796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T53.1: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US3 (Swapping turret's targeting priorities)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58" name="Google Shape;4958;g3acb3a15d61_0_6"/>
          <p:cNvSpPr/>
          <p:nvPr/>
        </p:nvSpPr>
        <p:spPr>
          <a:xfrm>
            <a:off x="13522313" y="7549250"/>
            <a:ext cx="22179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T45.2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US3 (turret’s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62" name="Shape 49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963" name="Google Shape;4963;g3acb3a15d61_0_8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964" name="Google Shape;4964;g3acb3a15d61_0_8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965" name="Google Shape;4965;g3acb3a15d61_0_8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966" name="Google Shape;4966;g3acb3a15d61_0_8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967" name="Google Shape;4967;g3acb3a15d61_0_8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968" name="Google Shape;4968;g3acb3a15d61_0_8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69" name="Google Shape;4969;g3acb3a15d61_0_8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70" name="Google Shape;4970;g3acb3a15d61_0_8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71" name="Google Shape;4971;g3acb3a15d61_0_8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72" name="Google Shape;4972;g3acb3a15d61_0_8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73" name="Google Shape;4973;g3acb3a15d61_0_8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74" name="Google Shape;4974;g3acb3a15d61_0_8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75" name="Google Shape;4975;g3acb3a15d61_0_8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76" name="Google Shape;4976;g3acb3a15d61_0_8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77" name="Google Shape;4977;g3acb3a15d61_0_86"/>
          <p:cNvSpPr/>
          <p:nvPr/>
        </p:nvSpPr>
        <p:spPr>
          <a:xfrm>
            <a:off x="9256900" y="4475137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T57.3: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78" name="Google Shape;4978;g3acb3a15d61_0_86"/>
          <p:cNvSpPr/>
          <p:nvPr/>
        </p:nvSpPr>
        <p:spPr>
          <a:xfrm>
            <a:off x="10245538" y="447512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T56.3: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79" name="Google Shape;4979;g3acb3a15d61_0_86"/>
          <p:cNvSpPr/>
          <p:nvPr/>
        </p:nvSpPr>
        <p:spPr>
          <a:xfrm>
            <a:off x="12872263" y="5463950"/>
            <a:ext cx="20103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T46.1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80" name="Google Shape;4980;g3acb3a15d61_0_86"/>
          <p:cNvSpPr/>
          <p:nvPr/>
        </p:nvSpPr>
        <p:spPr>
          <a:xfrm>
            <a:off x="13000500" y="5871525"/>
            <a:ext cx="20286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T50.1: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US4 (Copy and Paste)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81" name="Google Shape;4981;g3acb3a15d61_0_8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82" name="Google Shape;4982;g3acb3a15d61_0_8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83" name="Google Shape;4983;g3acb3a15d61_0_86"/>
          <p:cNvSpPr/>
          <p:nvPr/>
        </p:nvSpPr>
        <p:spPr>
          <a:xfrm>
            <a:off x="9588138" y="6353765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T56.4: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84" name="Google Shape;4984;g3acb3a15d61_0_86"/>
          <p:cNvSpPr/>
          <p:nvPr/>
        </p:nvSpPr>
        <p:spPr>
          <a:xfrm>
            <a:off x="10383750" y="6353775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T57.4: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85" name="Google Shape;4985;g3acb3a15d61_0_8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86" name="Google Shape;4986;g3acb3a15d61_0_8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87" name="Google Shape;4987;g3acb3a15d61_0_86"/>
          <p:cNvSpPr/>
          <p:nvPr/>
        </p:nvSpPr>
        <p:spPr>
          <a:xfrm>
            <a:off x="12829975" y="7137375"/>
            <a:ext cx="22179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T43.2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US3 would look like (turret’s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988" name="Google Shape;4988;g3acb3a15d61_0_8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989" name="Google Shape;4989;g3acb3a15d61_0_8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990" name="Google Shape;4990;g3acb3a15d61_0_8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991" name="Google Shape;4991;g3acb3a15d61_0_86"/>
          <p:cNvSpPr/>
          <p:nvPr/>
        </p:nvSpPr>
        <p:spPr>
          <a:xfrm>
            <a:off x="9588138" y="7929652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T56.5: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92" name="Google Shape;4992;g3acb3a15d61_0_86"/>
          <p:cNvSpPr/>
          <p:nvPr/>
        </p:nvSpPr>
        <p:spPr>
          <a:xfrm>
            <a:off x="10383750" y="7929663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T57.5: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93" name="Google Shape;4993;g3acb3a15d61_0_86"/>
          <p:cNvSpPr/>
          <p:nvPr/>
        </p:nvSpPr>
        <p:spPr>
          <a:xfrm>
            <a:off x="12395950" y="684775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T43.1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US3 would look like (turret’s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94" name="Google Shape;4994;g3acb3a15d61_0_86"/>
          <p:cNvSpPr/>
          <p:nvPr/>
        </p:nvSpPr>
        <p:spPr>
          <a:xfrm>
            <a:off x="12914475" y="8889300"/>
            <a:ext cx="2010300" cy="13821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T46.2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95" name="Google Shape;4995;g3acb3a15d61_0_86"/>
          <p:cNvSpPr/>
          <p:nvPr/>
        </p:nvSpPr>
        <p:spPr>
          <a:xfrm>
            <a:off x="15695525" y="765450"/>
            <a:ext cx="2028600" cy="13197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T55.1: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Additionally refine previously implemented code.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96" name="Google Shape;4996;g3acb3a15d61_0_86"/>
          <p:cNvSpPr/>
          <p:nvPr/>
        </p:nvSpPr>
        <p:spPr>
          <a:xfrm>
            <a:off x="16462125" y="7706650"/>
            <a:ext cx="22179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T45.2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US3 (turret’s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97" name="Google Shape;4997;g3acb3a15d61_0_86"/>
          <p:cNvSpPr/>
          <p:nvPr/>
        </p:nvSpPr>
        <p:spPr>
          <a:xfrm>
            <a:off x="12914475" y="924748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T50.2: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US4 (Copy and Paste)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98" name="Google Shape;4998;g3acb3a15d61_0_86"/>
          <p:cNvSpPr/>
          <p:nvPr/>
        </p:nvSpPr>
        <p:spPr>
          <a:xfrm>
            <a:off x="9588138" y="1565165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99" name="Google Shape;4999;g3acb3a15d61_0_86"/>
          <p:cNvSpPr/>
          <p:nvPr/>
        </p:nvSpPr>
        <p:spPr>
          <a:xfrm>
            <a:off x="10383750" y="1565175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00" name="Google Shape;5000;g3acb3a15d61_0_86"/>
          <p:cNvSpPr/>
          <p:nvPr/>
        </p:nvSpPr>
        <p:spPr>
          <a:xfrm>
            <a:off x="15656100" y="1129300"/>
            <a:ext cx="2217900" cy="190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T53.1: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US3 (Swapping turret's targeting priorities)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01" name="Google Shape;5001;g3acb3a15d61_0_86"/>
          <p:cNvSpPr/>
          <p:nvPr/>
        </p:nvSpPr>
        <p:spPr>
          <a:xfrm>
            <a:off x="154750" y="565188"/>
            <a:ext cx="2519700" cy="19080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US14: As an aspiring software engineer, I want to illustrate an US implementation with a use case and a sequence diagram, so that I can detail about my group's work.</a:t>
            </a:r>
            <a:endParaRPr/>
          </a:p>
        </p:txBody>
      </p:sp>
      <p:sp>
        <p:nvSpPr>
          <p:cNvPr id="5002" name="Google Shape;5002;g3acb3a15d61_0_86"/>
          <p:cNvSpPr/>
          <p:nvPr/>
        </p:nvSpPr>
        <p:spPr>
          <a:xfrm>
            <a:off x="16462125" y="765450"/>
            <a:ext cx="2010300" cy="152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T45.1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US3 (turret’s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03" name="Google Shape;5003;g3acb3a15d61_0_86"/>
          <p:cNvSpPr/>
          <p:nvPr/>
        </p:nvSpPr>
        <p:spPr>
          <a:xfrm>
            <a:off x="154750" y="2217825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US15: As an aspiring software engineer, I want to think about an US implementation class diagram representation, so that my group is able to design it.</a:t>
            </a:r>
            <a:endParaRPr/>
          </a:p>
        </p:txBody>
      </p:sp>
      <p:sp>
        <p:nvSpPr>
          <p:cNvPr id="5004" name="Google Shape;5004;g3acb3a15d61_0_86"/>
          <p:cNvSpPr/>
          <p:nvPr/>
        </p:nvSpPr>
        <p:spPr>
          <a:xfrm>
            <a:off x="112850" y="3661425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US16: As an aspiring software engineer, I want to design and perform unit tests on my new functionality, so that I can be sure it is implemented well and bug free.</a:t>
            </a:r>
            <a:endParaRPr/>
          </a:p>
        </p:txBody>
      </p:sp>
      <p:sp>
        <p:nvSpPr>
          <p:cNvPr id="5005" name="Google Shape;5005;g3acb3a15d61_0_86"/>
          <p:cNvSpPr/>
          <p:nvPr/>
        </p:nvSpPr>
        <p:spPr>
          <a:xfrm>
            <a:off x="112850" y="5198150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US17: As an aspiring software engineer, I want to  write an implementation summary about the code I made, to that I can better showcase the work done to anyone interested in it.</a:t>
            </a:r>
            <a:endParaRPr/>
          </a:p>
        </p:txBody>
      </p:sp>
      <p:sp>
        <p:nvSpPr>
          <p:cNvPr id="5006" name="Google Shape;5006;g3acb3a15d61_0_86"/>
          <p:cNvSpPr/>
          <p:nvPr/>
        </p:nvSpPr>
        <p:spPr>
          <a:xfrm>
            <a:off x="154750" y="6629250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US18: As an aspiring software engineer, I want to additionally refine previously implemented code, so that I know I am producing the best code possible.</a:t>
            </a:r>
            <a:endParaRPr/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007" name="Google Shape;5007;g3acb3a15d61_0_86"/>
          <p:cNvSpPr/>
          <p:nvPr/>
        </p:nvSpPr>
        <p:spPr>
          <a:xfrm>
            <a:off x="9588138" y="284342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08" name="Google Shape;5008;g3acb3a15d61_0_86"/>
          <p:cNvSpPr/>
          <p:nvPr/>
        </p:nvSpPr>
        <p:spPr>
          <a:xfrm>
            <a:off x="10383750" y="2843438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09" name="Google Shape;5009;g3acb3a15d61_0_86"/>
          <p:cNvSpPr/>
          <p:nvPr/>
        </p:nvSpPr>
        <p:spPr>
          <a:xfrm>
            <a:off x="154750" y="7689200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US19: As an aspiring software engineer, I want to produce a video illustrating the new implemented features, so that I can easily showcase them to anyone interested.</a:t>
            </a:r>
            <a:endParaRPr/>
          </a:p>
        </p:txBody>
      </p:sp>
      <p:sp>
        <p:nvSpPr>
          <p:cNvPr id="5010" name="Google Shape;5010;g3acb3a15d61_0_86"/>
          <p:cNvSpPr/>
          <p:nvPr/>
        </p:nvSpPr>
        <p:spPr>
          <a:xfrm>
            <a:off x="154750" y="8828250"/>
            <a:ext cx="2519700" cy="19080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US20: As an aspiring software engineer, I want to produce an animation of our scrum board's animation over time, so that I can easily showcase it's progress to anyone interested.</a:t>
            </a:r>
            <a:endParaRPr/>
          </a:p>
        </p:txBody>
      </p:sp>
      <p:sp>
        <p:nvSpPr>
          <p:cNvPr id="5011" name="Google Shape;5011;g3acb3a15d61_0_86"/>
          <p:cNvSpPr/>
          <p:nvPr/>
        </p:nvSpPr>
        <p:spPr>
          <a:xfrm>
            <a:off x="6192525" y="1221943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US14, US15, US16, US17, US18, US19, </a:t>
            </a:r>
            <a:r>
              <a:rPr lang="en-GB"/>
              <a:t>US20</a:t>
            </a:r>
            <a:endParaRPr/>
          </a:p>
        </p:txBody>
      </p:sp>
      <p:sp>
        <p:nvSpPr>
          <p:cNvPr id="5012" name="Google Shape;5012;g3acb3a15d61_0_86"/>
          <p:cNvSpPr/>
          <p:nvPr/>
        </p:nvSpPr>
        <p:spPr>
          <a:xfrm>
            <a:off x="6192525" y="2849743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US16, US17, US19, </a:t>
            </a:r>
            <a:r>
              <a:rPr lang="en-GB"/>
              <a:t>US20</a:t>
            </a:r>
            <a:endParaRPr/>
          </a:p>
        </p:txBody>
      </p:sp>
      <p:sp>
        <p:nvSpPr>
          <p:cNvPr id="5013" name="Google Shape;5013;g3acb3a15d61_0_86"/>
          <p:cNvSpPr/>
          <p:nvPr/>
        </p:nvSpPr>
        <p:spPr>
          <a:xfrm>
            <a:off x="6192525" y="4477539"/>
            <a:ext cx="2589000" cy="600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US16, US17, US18, US19, </a:t>
            </a:r>
            <a:r>
              <a:rPr lang="en-GB"/>
              <a:t>US20</a:t>
            </a:r>
            <a:endParaRPr/>
          </a:p>
        </p:txBody>
      </p:sp>
      <p:sp>
        <p:nvSpPr>
          <p:cNvPr id="5014" name="Google Shape;5014;g3acb3a15d61_0_86"/>
          <p:cNvSpPr/>
          <p:nvPr/>
        </p:nvSpPr>
        <p:spPr>
          <a:xfrm>
            <a:off x="6192525" y="9103043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US14, US15, US16, US17, US19, </a:t>
            </a:r>
            <a:r>
              <a:rPr lang="en-GB"/>
              <a:t>US20</a:t>
            </a:r>
            <a:endParaRPr/>
          </a:p>
        </p:txBody>
      </p:sp>
      <p:sp>
        <p:nvSpPr>
          <p:cNvPr id="5015" name="Google Shape;5015;g3acb3a15d61_0_86"/>
          <p:cNvSpPr/>
          <p:nvPr/>
        </p:nvSpPr>
        <p:spPr>
          <a:xfrm>
            <a:off x="6192525" y="5943493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US14, US15, US16, US17, US19, </a:t>
            </a:r>
            <a:r>
              <a:rPr lang="en-GB"/>
              <a:t>US20</a:t>
            </a:r>
            <a:endParaRPr/>
          </a:p>
        </p:txBody>
      </p:sp>
      <p:sp>
        <p:nvSpPr>
          <p:cNvPr id="5016" name="Google Shape;5016;g3acb3a15d61_0_86"/>
          <p:cNvSpPr/>
          <p:nvPr/>
        </p:nvSpPr>
        <p:spPr>
          <a:xfrm>
            <a:off x="6192525" y="7613318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US14, US15, US16, US17, US19, </a:t>
            </a:r>
            <a:r>
              <a:rPr lang="en-GB"/>
              <a:t>US20</a:t>
            </a:r>
            <a:endParaRPr/>
          </a:p>
        </p:txBody>
      </p:sp>
      <p:sp>
        <p:nvSpPr>
          <p:cNvPr id="5017" name="Google Shape;5017;g3acb3a15d61_0_86"/>
          <p:cNvSpPr/>
          <p:nvPr/>
        </p:nvSpPr>
        <p:spPr>
          <a:xfrm>
            <a:off x="18614450" y="3979725"/>
            <a:ext cx="2519700" cy="1143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T39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US1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Review: #67763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18" name="Google Shape;5018;g3acb3a15d61_0_86"/>
          <p:cNvSpPr/>
          <p:nvPr/>
        </p:nvSpPr>
        <p:spPr>
          <a:xfrm>
            <a:off x="18614450" y="4411366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US1 would look like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19" name="Google Shape;5019;g3acb3a15d61_0_86"/>
          <p:cNvSpPr/>
          <p:nvPr/>
        </p:nvSpPr>
        <p:spPr>
          <a:xfrm>
            <a:off x="9588150" y="9752475"/>
            <a:ext cx="3219300" cy="874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T56.6: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20" name="Google Shape;5020;g3acb3a15d61_0_86"/>
          <p:cNvSpPr/>
          <p:nvPr/>
        </p:nvSpPr>
        <p:spPr>
          <a:xfrm>
            <a:off x="10604703" y="9752482"/>
            <a:ext cx="2395800" cy="1047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T57.6: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21" name="Google Shape;5021;g3acb3a15d61_0_86"/>
          <p:cNvSpPr/>
          <p:nvPr/>
        </p:nvSpPr>
        <p:spPr>
          <a:xfrm>
            <a:off x="18614450" y="2316648"/>
            <a:ext cx="2519700" cy="1528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US2 would look like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#67804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22" name="Google Shape;5022;g3acb3a15d61_0_86"/>
          <p:cNvSpPr/>
          <p:nvPr/>
        </p:nvSpPr>
        <p:spPr>
          <a:xfrm>
            <a:off x="16451400" y="1189250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T49.1: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US3 (Swapping turret's targeting priorities)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23" name="Google Shape;5023;g3acb3a15d61_0_86"/>
          <p:cNvSpPr/>
          <p:nvPr/>
        </p:nvSpPr>
        <p:spPr>
          <a:xfrm>
            <a:off x="16484475" y="7313875"/>
            <a:ext cx="2173200" cy="19977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T53.2: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US3 (Swapping turret's targeting priorities)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24" name="Google Shape;5024;g3acb3a15d61_0_86"/>
          <p:cNvSpPr/>
          <p:nvPr/>
        </p:nvSpPr>
        <p:spPr>
          <a:xfrm>
            <a:off x="15677625" y="7399575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T49.2: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US3 (Swapping turret's targeting priorities)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25" name="Google Shape;5025;g3acb3a15d61_0_86"/>
          <p:cNvSpPr/>
          <p:nvPr/>
        </p:nvSpPr>
        <p:spPr>
          <a:xfrm>
            <a:off x="15770000" y="7795900"/>
            <a:ext cx="22179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T55.3: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Additionally refine previously implemented code.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26" name="Google Shape;5026;g3acb3a15d61_0_86"/>
          <p:cNvSpPr/>
          <p:nvPr/>
        </p:nvSpPr>
        <p:spPr>
          <a:xfrm>
            <a:off x="15488650" y="5487799"/>
            <a:ext cx="2519700" cy="152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T54.1: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US4 (Copy and Paste)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27" name="Google Shape;5027;g3acb3a15d61_0_86"/>
          <p:cNvSpPr/>
          <p:nvPr/>
        </p:nvSpPr>
        <p:spPr>
          <a:xfrm>
            <a:off x="15477950" y="8881550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28" name="Google Shape;5028;g3acb3a15d61_0_86"/>
          <p:cNvSpPr/>
          <p:nvPr/>
        </p:nvSpPr>
        <p:spPr>
          <a:xfrm>
            <a:off x="15496100" y="5966750"/>
            <a:ext cx="2519700" cy="13197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29" name="Google Shape;5029;g3acb3a15d61_0_86"/>
          <p:cNvSpPr/>
          <p:nvPr/>
        </p:nvSpPr>
        <p:spPr>
          <a:xfrm>
            <a:off x="15477975" y="2316649"/>
            <a:ext cx="2519700" cy="13056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T40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US2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30" name="Google Shape;5030;g3acb3a15d61_0_86"/>
          <p:cNvSpPr/>
          <p:nvPr/>
        </p:nvSpPr>
        <p:spPr>
          <a:xfrm>
            <a:off x="15443275" y="2695375"/>
            <a:ext cx="2589000" cy="152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US2 (liquid leak checking)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31" name="Google Shape;5031;g3acb3a15d61_0_86"/>
          <p:cNvSpPr/>
          <p:nvPr/>
        </p:nvSpPr>
        <p:spPr>
          <a:xfrm>
            <a:off x="16299225" y="5487800"/>
            <a:ext cx="2173200" cy="17628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T44.1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32" name="Google Shape;5032;g3acb3a15d61_0_86"/>
          <p:cNvSpPr/>
          <p:nvPr/>
        </p:nvSpPr>
        <p:spPr>
          <a:xfrm>
            <a:off x="16299225" y="8881550"/>
            <a:ext cx="1958400" cy="17796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T54.2: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US4 (Copy and Paste)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33" name="Google Shape;5033;g3acb3a15d61_0_86"/>
          <p:cNvSpPr/>
          <p:nvPr/>
        </p:nvSpPr>
        <p:spPr>
          <a:xfrm>
            <a:off x="16088025" y="2843450"/>
            <a:ext cx="1958400" cy="152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T48: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US2 (liquid leak checking)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34" name="Google Shape;5034;g3acb3a15d61_0_86"/>
          <p:cNvSpPr/>
          <p:nvPr/>
        </p:nvSpPr>
        <p:spPr>
          <a:xfrm>
            <a:off x="15477975" y="9374850"/>
            <a:ext cx="2703000" cy="13821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T44.2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35" name="Google Shape;5035;g3acb3a15d61_0_86"/>
          <p:cNvSpPr/>
          <p:nvPr/>
        </p:nvSpPr>
        <p:spPr>
          <a:xfrm>
            <a:off x="15434850" y="3946937"/>
            <a:ext cx="20286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T47: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US1 (undo/redo)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36" name="Google Shape;5036;g3acb3a15d61_0_86"/>
          <p:cNvSpPr/>
          <p:nvPr/>
        </p:nvSpPr>
        <p:spPr>
          <a:xfrm>
            <a:off x="16017825" y="3948075"/>
            <a:ext cx="20286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US1 (undo/redo)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37" name="Google Shape;5037;g3acb3a15d61_0_86"/>
          <p:cNvSpPr/>
          <p:nvPr/>
        </p:nvSpPr>
        <p:spPr>
          <a:xfrm>
            <a:off x="15828525" y="4362150"/>
            <a:ext cx="2217900" cy="1047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T55.2: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Additionally refine previously implemented code.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41" name="Shape 50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042" name="Google Shape;5042;g3acb3a15d61_0_16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043" name="Google Shape;5043;g3acb3a15d61_0_16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044" name="Google Shape;5044;g3acb3a15d61_0_16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045" name="Google Shape;5045;g3acb3a15d61_0_16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046" name="Google Shape;5046;g3acb3a15d61_0_16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047" name="Google Shape;5047;g3acb3a15d61_0_16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48" name="Google Shape;5048;g3acb3a15d61_0_16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49" name="Google Shape;5049;g3acb3a15d61_0_16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50" name="Google Shape;5050;g3acb3a15d61_0_16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51" name="Google Shape;5051;g3acb3a15d61_0_16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52" name="Google Shape;5052;g3acb3a15d61_0_16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53" name="Google Shape;5053;g3acb3a15d61_0_16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54" name="Google Shape;5054;g3acb3a15d61_0_16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55" name="Google Shape;5055;g3acb3a15d61_0_16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56" name="Google Shape;5056;g3acb3a15d61_0_166"/>
          <p:cNvSpPr/>
          <p:nvPr/>
        </p:nvSpPr>
        <p:spPr>
          <a:xfrm>
            <a:off x="9256900" y="4475137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T57.3: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57" name="Google Shape;5057;g3acb3a15d61_0_16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58" name="Google Shape;5058;g3acb3a15d61_0_16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59" name="Google Shape;5059;g3acb3a15d61_0_166"/>
          <p:cNvSpPr/>
          <p:nvPr/>
        </p:nvSpPr>
        <p:spPr>
          <a:xfrm>
            <a:off x="9650900" y="6322025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T57.4: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60" name="Google Shape;5060;g3acb3a15d61_0_16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61" name="Google Shape;5061;g3acb3a15d61_0_16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5062" name="Google Shape;5062;g3acb3a15d61_0_16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5063" name="Google Shape;5063;g3acb3a15d61_0_166"/>
          <p:cNvSpPr/>
          <p:nvPr/>
        </p:nvSpPr>
        <p:spPr>
          <a:xfrm>
            <a:off x="9588150" y="7458575"/>
            <a:ext cx="2173200" cy="1686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T53.1: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US3 (Swapping turret's targeting priorities)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5064" name="Google Shape;5064;g3acb3a15d61_0_16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065" name="Google Shape;5065;g3acb3a15d61_0_16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066" name="Google Shape;5066;g3acb3a15d61_0_166"/>
          <p:cNvSpPr/>
          <p:nvPr/>
        </p:nvSpPr>
        <p:spPr>
          <a:xfrm>
            <a:off x="9650900" y="7897913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T57.5: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67" name="Google Shape;5067;g3acb3a15d61_0_166"/>
          <p:cNvSpPr/>
          <p:nvPr/>
        </p:nvSpPr>
        <p:spPr>
          <a:xfrm>
            <a:off x="15676600" y="7496750"/>
            <a:ext cx="22179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T55.3: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Additionally refine previously implemented code.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68" name="Google Shape;5068;g3acb3a15d61_0_166"/>
          <p:cNvSpPr/>
          <p:nvPr/>
        </p:nvSpPr>
        <p:spPr>
          <a:xfrm>
            <a:off x="12299600" y="684775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T43.1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US3 would look like (turret’s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69" name="Google Shape;5069;g3acb3a15d61_0_166"/>
          <p:cNvSpPr/>
          <p:nvPr/>
        </p:nvSpPr>
        <p:spPr>
          <a:xfrm>
            <a:off x="9640463" y="765450"/>
            <a:ext cx="2217900" cy="17796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T53.1: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US3 (Swapping turret's targeting priorities)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70" name="Google Shape;5070;g3acb3a15d61_0_166"/>
          <p:cNvSpPr/>
          <p:nvPr/>
        </p:nvSpPr>
        <p:spPr>
          <a:xfrm>
            <a:off x="15695525" y="765450"/>
            <a:ext cx="2028600" cy="13197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T55.1: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Additionally refine previously implemented code.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71" name="Google Shape;5071;g3acb3a15d61_0_166"/>
          <p:cNvSpPr/>
          <p:nvPr/>
        </p:nvSpPr>
        <p:spPr>
          <a:xfrm>
            <a:off x="9703213" y="1187675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72" name="Google Shape;5072;g3acb3a15d61_0_166"/>
          <p:cNvSpPr/>
          <p:nvPr/>
        </p:nvSpPr>
        <p:spPr>
          <a:xfrm>
            <a:off x="154750" y="565188"/>
            <a:ext cx="2519700" cy="19080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US14: As an aspiring software engineer, I want to illustrate an US implementation with a use case and a sequence diagram, so that I can detail about my group's work.</a:t>
            </a:r>
            <a:endParaRPr/>
          </a:p>
        </p:txBody>
      </p:sp>
      <p:sp>
        <p:nvSpPr>
          <p:cNvPr id="5073" name="Google Shape;5073;g3acb3a15d61_0_166"/>
          <p:cNvSpPr/>
          <p:nvPr/>
        </p:nvSpPr>
        <p:spPr>
          <a:xfrm>
            <a:off x="154750" y="2217825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US15: As an aspiring software engineer, I want to think about an US implementation class diagram representation, so that my group is able to design it.</a:t>
            </a:r>
            <a:endParaRPr/>
          </a:p>
        </p:txBody>
      </p:sp>
      <p:sp>
        <p:nvSpPr>
          <p:cNvPr id="5074" name="Google Shape;5074;g3acb3a15d61_0_166"/>
          <p:cNvSpPr/>
          <p:nvPr/>
        </p:nvSpPr>
        <p:spPr>
          <a:xfrm>
            <a:off x="112850" y="3661425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US16: As an aspiring software engineer, I want to design and perform unit tests on my new functionality, so that I can be sure it is implemented well and bug free.</a:t>
            </a:r>
            <a:endParaRPr/>
          </a:p>
        </p:txBody>
      </p:sp>
      <p:sp>
        <p:nvSpPr>
          <p:cNvPr id="5075" name="Google Shape;5075;g3acb3a15d61_0_166"/>
          <p:cNvSpPr/>
          <p:nvPr/>
        </p:nvSpPr>
        <p:spPr>
          <a:xfrm>
            <a:off x="112850" y="5198150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US17: As an aspiring software engineer, I want to  write an implementation summary about the code I made, to that I can better showcase the work done to anyone interested in it.</a:t>
            </a:r>
            <a:endParaRPr/>
          </a:p>
        </p:txBody>
      </p:sp>
      <p:sp>
        <p:nvSpPr>
          <p:cNvPr id="5076" name="Google Shape;5076;g3acb3a15d61_0_166"/>
          <p:cNvSpPr/>
          <p:nvPr/>
        </p:nvSpPr>
        <p:spPr>
          <a:xfrm>
            <a:off x="154750" y="6629250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US18: As an aspiring software engineer, I want to additionally refine previously implemented code, so that I know I am producing the best code possible.</a:t>
            </a:r>
            <a:endParaRPr/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077" name="Google Shape;5077;g3acb3a15d61_0_166"/>
          <p:cNvSpPr/>
          <p:nvPr/>
        </p:nvSpPr>
        <p:spPr>
          <a:xfrm>
            <a:off x="9703200" y="2728663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78" name="Google Shape;5078;g3acb3a15d61_0_166"/>
          <p:cNvSpPr/>
          <p:nvPr/>
        </p:nvSpPr>
        <p:spPr>
          <a:xfrm>
            <a:off x="154750" y="7689200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US19: As an aspiring software engineer, I want to produce a video illustrating the new implemented features, so that I can easily showcase them to anyone interested.</a:t>
            </a:r>
            <a:endParaRPr/>
          </a:p>
        </p:txBody>
      </p:sp>
      <p:sp>
        <p:nvSpPr>
          <p:cNvPr id="5079" name="Google Shape;5079;g3acb3a15d61_0_166"/>
          <p:cNvSpPr/>
          <p:nvPr/>
        </p:nvSpPr>
        <p:spPr>
          <a:xfrm>
            <a:off x="154750" y="8828250"/>
            <a:ext cx="2519700" cy="19080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US20: As an aspiring software engineer, I want to produce an animation of our scrum board's animation over time, so that I can easily showcase it's progress to anyone interested.</a:t>
            </a:r>
            <a:endParaRPr/>
          </a:p>
        </p:txBody>
      </p:sp>
      <p:sp>
        <p:nvSpPr>
          <p:cNvPr id="5080" name="Google Shape;5080;g3acb3a15d61_0_166"/>
          <p:cNvSpPr/>
          <p:nvPr/>
        </p:nvSpPr>
        <p:spPr>
          <a:xfrm>
            <a:off x="6192525" y="1221943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US14, US15, US16, US17, US18, US19, </a:t>
            </a:r>
            <a:r>
              <a:rPr lang="en-GB"/>
              <a:t>US20</a:t>
            </a:r>
            <a:endParaRPr/>
          </a:p>
        </p:txBody>
      </p:sp>
      <p:sp>
        <p:nvSpPr>
          <p:cNvPr id="5081" name="Google Shape;5081;g3acb3a15d61_0_166"/>
          <p:cNvSpPr/>
          <p:nvPr/>
        </p:nvSpPr>
        <p:spPr>
          <a:xfrm>
            <a:off x="6192525" y="2849743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US16, US17, US19, </a:t>
            </a:r>
            <a:r>
              <a:rPr lang="en-GB"/>
              <a:t>US20</a:t>
            </a:r>
            <a:endParaRPr/>
          </a:p>
        </p:txBody>
      </p:sp>
      <p:sp>
        <p:nvSpPr>
          <p:cNvPr id="5082" name="Google Shape;5082;g3acb3a15d61_0_166"/>
          <p:cNvSpPr/>
          <p:nvPr/>
        </p:nvSpPr>
        <p:spPr>
          <a:xfrm>
            <a:off x="6192525" y="4477539"/>
            <a:ext cx="2589000" cy="600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US16, US17, US18, US19, </a:t>
            </a:r>
            <a:r>
              <a:rPr lang="en-GB"/>
              <a:t>US20</a:t>
            </a:r>
            <a:endParaRPr/>
          </a:p>
        </p:txBody>
      </p:sp>
      <p:sp>
        <p:nvSpPr>
          <p:cNvPr id="5083" name="Google Shape;5083;g3acb3a15d61_0_166"/>
          <p:cNvSpPr/>
          <p:nvPr/>
        </p:nvSpPr>
        <p:spPr>
          <a:xfrm>
            <a:off x="15488650" y="5487799"/>
            <a:ext cx="2519700" cy="152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T54.1: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US4 (Copy and Paste)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84" name="Google Shape;5084;g3acb3a15d61_0_166"/>
          <p:cNvSpPr/>
          <p:nvPr/>
        </p:nvSpPr>
        <p:spPr>
          <a:xfrm>
            <a:off x="6192525" y="9103043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US14, US15, US16, US17, US19, </a:t>
            </a:r>
            <a:r>
              <a:rPr lang="en-GB"/>
              <a:t>US20</a:t>
            </a:r>
            <a:endParaRPr/>
          </a:p>
        </p:txBody>
      </p:sp>
      <p:sp>
        <p:nvSpPr>
          <p:cNvPr id="5085" name="Google Shape;5085;g3acb3a15d61_0_166"/>
          <p:cNvSpPr/>
          <p:nvPr/>
        </p:nvSpPr>
        <p:spPr>
          <a:xfrm>
            <a:off x="6192525" y="5943493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US14, US15, US16, US17, US19, </a:t>
            </a:r>
            <a:r>
              <a:rPr lang="en-GB"/>
              <a:t>US20</a:t>
            </a:r>
            <a:endParaRPr/>
          </a:p>
        </p:txBody>
      </p:sp>
      <p:sp>
        <p:nvSpPr>
          <p:cNvPr id="5086" name="Google Shape;5086;g3acb3a15d61_0_166"/>
          <p:cNvSpPr/>
          <p:nvPr/>
        </p:nvSpPr>
        <p:spPr>
          <a:xfrm>
            <a:off x="6192525" y="7613318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US14, US15, US16, US17, US19, </a:t>
            </a:r>
            <a:r>
              <a:rPr lang="en-GB"/>
              <a:t>US20</a:t>
            </a:r>
            <a:endParaRPr/>
          </a:p>
        </p:txBody>
      </p:sp>
      <p:sp>
        <p:nvSpPr>
          <p:cNvPr id="5087" name="Google Shape;5087;g3acb3a15d61_0_166"/>
          <p:cNvSpPr/>
          <p:nvPr/>
        </p:nvSpPr>
        <p:spPr>
          <a:xfrm>
            <a:off x="15496100" y="5966750"/>
            <a:ext cx="2519700" cy="13197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88" name="Google Shape;5088;g3acb3a15d61_0_166"/>
          <p:cNvSpPr/>
          <p:nvPr/>
        </p:nvSpPr>
        <p:spPr>
          <a:xfrm>
            <a:off x="18614450" y="3979725"/>
            <a:ext cx="2519700" cy="1143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T39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US1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Review: #67763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89" name="Google Shape;5089;g3acb3a15d61_0_166"/>
          <p:cNvSpPr/>
          <p:nvPr/>
        </p:nvSpPr>
        <p:spPr>
          <a:xfrm>
            <a:off x="15656100" y="1129300"/>
            <a:ext cx="2217900" cy="190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T53.1: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US3 (Swapping turret's targeting priorities)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90" name="Google Shape;5090;g3acb3a15d61_0_166"/>
          <p:cNvSpPr/>
          <p:nvPr/>
        </p:nvSpPr>
        <p:spPr>
          <a:xfrm>
            <a:off x="18614450" y="4411366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US1 would look like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91" name="Google Shape;5091;g3acb3a15d61_0_166"/>
          <p:cNvSpPr/>
          <p:nvPr/>
        </p:nvSpPr>
        <p:spPr>
          <a:xfrm>
            <a:off x="15477975" y="2316649"/>
            <a:ext cx="2519700" cy="13056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T40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US2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92" name="Google Shape;5092;g3acb3a15d61_0_166"/>
          <p:cNvSpPr/>
          <p:nvPr/>
        </p:nvSpPr>
        <p:spPr>
          <a:xfrm>
            <a:off x="9650103" y="9505557"/>
            <a:ext cx="2395800" cy="1047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T57.6: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93" name="Google Shape;5093;g3acb3a15d61_0_166"/>
          <p:cNvSpPr/>
          <p:nvPr/>
        </p:nvSpPr>
        <p:spPr>
          <a:xfrm>
            <a:off x="18614450" y="2316648"/>
            <a:ext cx="2519700" cy="1528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US2 would look like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#67804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94" name="Google Shape;5094;g3acb3a15d61_0_166"/>
          <p:cNvSpPr/>
          <p:nvPr/>
        </p:nvSpPr>
        <p:spPr>
          <a:xfrm>
            <a:off x="15443275" y="2695375"/>
            <a:ext cx="2589000" cy="152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US2 (liquid leak checking)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95" name="Google Shape;5095;g3acb3a15d61_0_166"/>
          <p:cNvSpPr/>
          <p:nvPr/>
        </p:nvSpPr>
        <p:spPr>
          <a:xfrm>
            <a:off x="19103225" y="5487800"/>
            <a:ext cx="2173200" cy="17628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T44.1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#67775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96" name="Google Shape;5096;g3acb3a15d61_0_166"/>
          <p:cNvSpPr/>
          <p:nvPr/>
        </p:nvSpPr>
        <p:spPr>
          <a:xfrm>
            <a:off x="16088025" y="2843450"/>
            <a:ext cx="1958400" cy="152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T48: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US2 (liquid leak checking)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97" name="Google Shape;5097;g3acb3a15d61_0_166"/>
          <p:cNvSpPr/>
          <p:nvPr/>
        </p:nvSpPr>
        <p:spPr>
          <a:xfrm>
            <a:off x="18896525" y="9374850"/>
            <a:ext cx="2703000" cy="13821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T44.2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#67775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98" name="Google Shape;5098;g3acb3a15d61_0_166"/>
          <p:cNvSpPr/>
          <p:nvPr/>
        </p:nvSpPr>
        <p:spPr>
          <a:xfrm>
            <a:off x="15434850" y="3946937"/>
            <a:ext cx="20286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T47: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US1 (undo/redo)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99" name="Google Shape;5099;g3acb3a15d61_0_166"/>
          <p:cNvSpPr/>
          <p:nvPr/>
        </p:nvSpPr>
        <p:spPr>
          <a:xfrm>
            <a:off x="16017825" y="3948075"/>
            <a:ext cx="20286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US1 (undo/redo)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00" name="Google Shape;5100;g3acb3a15d61_0_166"/>
          <p:cNvSpPr/>
          <p:nvPr/>
        </p:nvSpPr>
        <p:spPr>
          <a:xfrm>
            <a:off x="15828525" y="4362150"/>
            <a:ext cx="2217900" cy="1047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T55.2: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Additionally refine previously implemented code.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01" name="Google Shape;5101;g3acb3a15d61_0_166"/>
          <p:cNvSpPr/>
          <p:nvPr/>
        </p:nvSpPr>
        <p:spPr>
          <a:xfrm>
            <a:off x="16484475" y="7313875"/>
            <a:ext cx="2173200" cy="19977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T53.2: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US3 (Swapping turret's targeting priorities)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02" name="Google Shape;5102;g3acb3a15d61_0_166"/>
          <p:cNvSpPr/>
          <p:nvPr/>
        </p:nvSpPr>
        <p:spPr>
          <a:xfrm>
            <a:off x="16264125" y="5871525"/>
            <a:ext cx="2028600" cy="13197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T50.1: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US4 (Copy and Paste)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03" name="Google Shape;5103;g3acb3a15d61_0_166"/>
          <p:cNvSpPr/>
          <p:nvPr/>
        </p:nvSpPr>
        <p:spPr>
          <a:xfrm>
            <a:off x="16462125" y="7772000"/>
            <a:ext cx="22179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T45.2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US3 (turret’s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04" name="Google Shape;5104;g3acb3a15d61_0_166"/>
          <p:cNvSpPr/>
          <p:nvPr/>
        </p:nvSpPr>
        <p:spPr>
          <a:xfrm>
            <a:off x="16462125" y="765450"/>
            <a:ext cx="2010300" cy="152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T45.1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US3 (turret’s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graphicFrame>
        <p:nvGraphicFramePr>
          <p:cNvPr id="5105" name="Google Shape;5105;g3acb3a15d61_0_166"/>
          <p:cNvGraphicFramePr/>
          <p:nvPr/>
        </p:nvGraphicFramePr>
        <p:xfrm>
          <a:off x="152400" y="152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{87755BEC-70D7-4811-B4C1-190133110C0C}</a:tableStyleId>
              </a:tblPr>
              <a:tblGrid>
                <a:gridCol w="800100"/>
              </a:tblGrid>
              <a:tr h="40957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0.5</a:t>
                      </a:r>
                      <a:endParaRPr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106" name="Google Shape;5106;g3acb3a15d61_0_166"/>
          <p:cNvSpPr txBox="1"/>
          <p:nvPr/>
        </p:nvSpPr>
        <p:spPr>
          <a:xfrm>
            <a:off x="304800" y="30480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	 	 	 	 	 	 </a:t>
            </a:r>
            <a:endParaRPr/>
          </a:p>
        </p:txBody>
      </p:sp>
      <p:sp>
        <p:nvSpPr>
          <p:cNvPr id="5107" name="Google Shape;5107;g3acb3a15d61_0_166"/>
          <p:cNvSpPr/>
          <p:nvPr/>
        </p:nvSpPr>
        <p:spPr>
          <a:xfrm>
            <a:off x="12494200" y="1565165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08" name="Google Shape;5108;g3acb3a15d61_0_166"/>
          <p:cNvSpPr/>
          <p:nvPr/>
        </p:nvSpPr>
        <p:spPr>
          <a:xfrm>
            <a:off x="15477950" y="8881550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09" name="Google Shape;5109;g3acb3a15d61_0_166"/>
          <p:cNvSpPr/>
          <p:nvPr/>
        </p:nvSpPr>
        <p:spPr>
          <a:xfrm>
            <a:off x="16299225" y="8881550"/>
            <a:ext cx="1958400" cy="17796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T54.2: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US4 (Copy and Paste)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10" name="Google Shape;5110;g3acb3a15d61_0_166"/>
          <p:cNvSpPr/>
          <p:nvPr/>
        </p:nvSpPr>
        <p:spPr>
          <a:xfrm>
            <a:off x="16219300" y="924748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T50.2: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US4 (Copy and Paste)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11" name="Google Shape;5111;g3acb3a15d61_0_166"/>
          <p:cNvSpPr/>
          <p:nvPr/>
        </p:nvSpPr>
        <p:spPr>
          <a:xfrm>
            <a:off x="12494200" y="284342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12" name="Google Shape;5112;g3acb3a15d61_0_166"/>
          <p:cNvSpPr/>
          <p:nvPr/>
        </p:nvSpPr>
        <p:spPr>
          <a:xfrm>
            <a:off x="12682513" y="447512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T56.3: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13" name="Google Shape;5113;g3acb3a15d61_0_166"/>
          <p:cNvSpPr/>
          <p:nvPr/>
        </p:nvSpPr>
        <p:spPr>
          <a:xfrm>
            <a:off x="12872263" y="5667650"/>
            <a:ext cx="20103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T46.1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14" name="Google Shape;5114;g3acb3a15d61_0_166"/>
          <p:cNvSpPr/>
          <p:nvPr/>
        </p:nvSpPr>
        <p:spPr>
          <a:xfrm>
            <a:off x="12507225" y="620237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T56.4: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15" name="Google Shape;5115;g3acb3a15d61_0_166"/>
          <p:cNvSpPr/>
          <p:nvPr/>
        </p:nvSpPr>
        <p:spPr>
          <a:xfrm>
            <a:off x="12833413" y="7259450"/>
            <a:ext cx="22179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T43.2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US3 would look like (turret’s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16" name="Google Shape;5116;g3acb3a15d61_0_166"/>
          <p:cNvSpPr/>
          <p:nvPr/>
        </p:nvSpPr>
        <p:spPr>
          <a:xfrm>
            <a:off x="12770438" y="767802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T56.5: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17" name="Google Shape;5117;g3acb3a15d61_0_166"/>
          <p:cNvSpPr/>
          <p:nvPr/>
        </p:nvSpPr>
        <p:spPr>
          <a:xfrm>
            <a:off x="12914475" y="8889300"/>
            <a:ext cx="2010300" cy="13821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T46.2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18" name="Google Shape;5118;g3acb3a15d61_0_166"/>
          <p:cNvSpPr/>
          <p:nvPr/>
        </p:nvSpPr>
        <p:spPr>
          <a:xfrm>
            <a:off x="12609222" y="9301850"/>
            <a:ext cx="2315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T56.6: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19" name="Google Shape;5119;g3acb3a15d61_0_166"/>
          <p:cNvSpPr/>
          <p:nvPr/>
        </p:nvSpPr>
        <p:spPr>
          <a:xfrm>
            <a:off x="18739000" y="816925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T49.1: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US3 (Swapping turret's targeting priorities)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#67775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20" name="Google Shape;5120;g3acb3a15d61_0_166"/>
          <p:cNvSpPr/>
          <p:nvPr/>
        </p:nvSpPr>
        <p:spPr>
          <a:xfrm>
            <a:off x="18896525" y="7399575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T49.2: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US3 (Swapping turret's targeting priorities)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#67775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24" name="Shape 5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125" name="Google Shape;5125;g39143dbacec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126" name="Google Shape;5126;g39143dbacec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127" name="Google Shape;5127;g39143dbacec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128" name="Google Shape;5128;g39143dbacec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129" name="Google Shape;5129;g39143dbacec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130" name="Google Shape;5130;g39143dbacec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31" name="Google Shape;5131;g39143dbacec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32" name="Google Shape;5132;g39143dbacec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33" name="Google Shape;5133;g39143dbacec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34" name="Google Shape;5134;g39143dbacec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35" name="Google Shape;5135;g39143dbacec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36" name="Google Shape;5136;g39143dbacec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37" name="Google Shape;5137;g39143dbacec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38" name="Google Shape;5138;g39143dbacec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39" name="Google Shape;5139;g39143dbacec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40" name="Google Shape;5140;g39143dbacec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41" name="Google Shape;5141;g39143dbacec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42" name="Google Shape;5142;g39143dbacec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5143" name="Google Shape;5143;g39143dbacec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144" name="Google Shape;5144;g39143dbacec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145" name="Google Shape;5145;g39143dbacec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146" name="Google Shape;5146;g39143dbacec_0_0"/>
          <p:cNvSpPr/>
          <p:nvPr/>
        </p:nvSpPr>
        <p:spPr>
          <a:xfrm>
            <a:off x="15656100" y="7337300"/>
            <a:ext cx="22179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T55.3: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Additionally refine previously implemented code.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47" name="Google Shape;5147;g39143dbacec_0_0"/>
          <p:cNvSpPr/>
          <p:nvPr/>
        </p:nvSpPr>
        <p:spPr>
          <a:xfrm>
            <a:off x="15695525" y="765450"/>
            <a:ext cx="2028600" cy="13197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T55.1: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Additionally refine previously implemented code.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48" name="Google Shape;5148;g39143dbacec_0_0"/>
          <p:cNvSpPr/>
          <p:nvPr/>
        </p:nvSpPr>
        <p:spPr>
          <a:xfrm>
            <a:off x="154750" y="565188"/>
            <a:ext cx="2519700" cy="19080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US14: As an aspiring software engineer, I want to illustrate an US implementation with a use case and a sequence diagram, so that I can detail about my group's work.</a:t>
            </a:r>
            <a:endParaRPr/>
          </a:p>
        </p:txBody>
      </p:sp>
      <p:sp>
        <p:nvSpPr>
          <p:cNvPr id="5149" name="Google Shape;5149;g39143dbacec_0_0"/>
          <p:cNvSpPr/>
          <p:nvPr/>
        </p:nvSpPr>
        <p:spPr>
          <a:xfrm>
            <a:off x="154750" y="2217825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US15: As an aspiring software engineer, I want to think about an US implementation class diagram representation, so that my group is able to design it.</a:t>
            </a:r>
            <a:endParaRPr/>
          </a:p>
        </p:txBody>
      </p:sp>
      <p:sp>
        <p:nvSpPr>
          <p:cNvPr id="5150" name="Google Shape;5150;g39143dbacec_0_0"/>
          <p:cNvSpPr/>
          <p:nvPr/>
        </p:nvSpPr>
        <p:spPr>
          <a:xfrm>
            <a:off x="112850" y="3661425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US16: As an aspiring software engineer, I want to design and perform unit tests on my new functionality, so that I can be sure it is implemented well and bug free.</a:t>
            </a:r>
            <a:endParaRPr/>
          </a:p>
        </p:txBody>
      </p:sp>
      <p:sp>
        <p:nvSpPr>
          <p:cNvPr id="5151" name="Google Shape;5151;g39143dbacec_0_0"/>
          <p:cNvSpPr/>
          <p:nvPr/>
        </p:nvSpPr>
        <p:spPr>
          <a:xfrm>
            <a:off x="112850" y="5198150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US17: As an aspiring software engineer, I want to  write an implementation summary about the code I made, to that I can better showcase the work done to anyone interested in it.</a:t>
            </a:r>
            <a:endParaRPr/>
          </a:p>
        </p:txBody>
      </p:sp>
      <p:sp>
        <p:nvSpPr>
          <p:cNvPr id="5152" name="Google Shape;5152;g39143dbacec_0_0"/>
          <p:cNvSpPr/>
          <p:nvPr/>
        </p:nvSpPr>
        <p:spPr>
          <a:xfrm>
            <a:off x="154750" y="6629250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US18: As an aspiring software engineer, I want to additionally refine previously implemented code, so that I know I am producing the best code possible.</a:t>
            </a:r>
            <a:endParaRPr/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153" name="Google Shape;5153;g39143dbacec_0_0"/>
          <p:cNvSpPr/>
          <p:nvPr/>
        </p:nvSpPr>
        <p:spPr>
          <a:xfrm>
            <a:off x="154750" y="7689200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US19: As an aspiring software engineer, I want to produce a video illustrating the new implemented features, so that I can easily showcase them to anyone interested.</a:t>
            </a:r>
            <a:endParaRPr/>
          </a:p>
        </p:txBody>
      </p:sp>
      <p:sp>
        <p:nvSpPr>
          <p:cNvPr id="5154" name="Google Shape;5154;g39143dbacec_0_0"/>
          <p:cNvSpPr/>
          <p:nvPr/>
        </p:nvSpPr>
        <p:spPr>
          <a:xfrm>
            <a:off x="154750" y="8828250"/>
            <a:ext cx="2519700" cy="19080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US20: As an aspiring software engineer, I want to produce an animation of our scrum board's animation over time, so that I can easily showcase it's progress to anyone interested.</a:t>
            </a:r>
            <a:endParaRPr/>
          </a:p>
        </p:txBody>
      </p:sp>
      <p:sp>
        <p:nvSpPr>
          <p:cNvPr id="5155" name="Google Shape;5155;g39143dbacec_0_0"/>
          <p:cNvSpPr/>
          <p:nvPr/>
        </p:nvSpPr>
        <p:spPr>
          <a:xfrm>
            <a:off x="6192525" y="1221943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US14, US15, US16, US17, US18, US19, </a:t>
            </a:r>
            <a:r>
              <a:rPr lang="en-GB"/>
              <a:t>US20</a:t>
            </a:r>
            <a:endParaRPr/>
          </a:p>
        </p:txBody>
      </p:sp>
      <p:sp>
        <p:nvSpPr>
          <p:cNvPr id="5156" name="Google Shape;5156;g39143dbacec_0_0"/>
          <p:cNvSpPr/>
          <p:nvPr/>
        </p:nvSpPr>
        <p:spPr>
          <a:xfrm>
            <a:off x="6192525" y="2849743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US16, US17, US19, </a:t>
            </a:r>
            <a:r>
              <a:rPr lang="en-GB"/>
              <a:t>US20</a:t>
            </a:r>
            <a:endParaRPr/>
          </a:p>
        </p:txBody>
      </p:sp>
      <p:sp>
        <p:nvSpPr>
          <p:cNvPr id="5157" name="Google Shape;5157;g39143dbacec_0_0"/>
          <p:cNvSpPr/>
          <p:nvPr/>
        </p:nvSpPr>
        <p:spPr>
          <a:xfrm>
            <a:off x="16484475" y="748888"/>
            <a:ext cx="2173200" cy="17628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T43.1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US3 would look like (turret’s targeting).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58" name="Google Shape;5158;g39143dbacec_0_0"/>
          <p:cNvSpPr/>
          <p:nvPr/>
        </p:nvSpPr>
        <p:spPr>
          <a:xfrm>
            <a:off x="6192525" y="4477539"/>
            <a:ext cx="2589000" cy="600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US16, US17, US18, US19, </a:t>
            </a:r>
            <a:r>
              <a:rPr lang="en-GB"/>
              <a:t>US20</a:t>
            </a:r>
            <a:endParaRPr/>
          </a:p>
        </p:txBody>
      </p:sp>
      <p:sp>
        <p:nvSpPr>
          <p:cNvPr id="5159" name="Google Shape;5159;g39143dbacec_0_0"/>
          <p:cNvSpPr/>
          <p:nvPr/>
        </p:nvSpPr>
        <p:spPr>
          <a:xfrm>
            <a:off x="6192525" y="9103043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US14, US15, US16, US17, US19, </a:t>
            </a:r>
            <a:r>
              <a:rPr lang="en-GB"/>
              <a:t>US20</a:t>
            </a:r>
            <a:endParaRPr/>
          </a:p>
        </p:txBody>
      </p:sp>
      <p:sp>
        <p:nvSpPr>
          <p:cNvPr id="5160" name="Google Shape;5160;g39143dbacec_0_0"/>
          <p:cNvSpPr/>
          <p:nvPr/>
        </p:nvSpPr>
        <p:spPr>
          <a:xfrm>
            <a:off x="6192525" y="5943493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US14, US15, US16, US17, US19, </a:t>
            </a:r>
            <a:r>
              <a:rPr lang="en-GB"/>
              <a:t>US20</a:t>
            </a:r>
            <a:endParaRPr/>
          </a:p>
        </p:txBody>
      </p:sp>
      <p:sp>
        <p:nvSpPr>
          <p:cNvPr id="5161" name="Google Shape;5161;g39143dbacec_0_0"/>
          <p:cNvSpPr/>
          <p:nvPr/>
        </p:nvSpPr>
        <p:spPr>
          <a:xfrm>
            <a:off x="6192525" y="7613318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US14, US15, US16, US17, US19, </a:t>
            </a:r>
            <a:r>
              <a:rPr lang="en-GB"/>
              <a:t>US20</a:t>
            </a:r>
            <a:endParaRPr/>
          </a:p>
        </p:txBody>
      </p:sp>
      <p:sp>
        <p:nvSpPr>
          <p:cNvPr id="5162" name="Google Shape;5162;g39143dbacec_0_0"/>
          <p:cNvSpPr/>
          <p:nvPr/>
        </p:nvSpPr>
        <p:spPr>
          <a:xfrm>
            <a:off x="15656100" y="1129300"/>
            <a:ext cx="2217900" cy="190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T53.1: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US3 (Swapping turret's targeting priorities)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63" name="Google Shape;5163;g39143dbacec_0_0"/>
          <p:cNvSpPr/>
          <p:nvPr/>
        </p:nvSpPr>
        <p:spPr>
          <a:xfrm>
            <a:off x="16484475" y="7313875"/>
            <a:ext cx="2173200" cy="19977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T53.2: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US3 (Swapping turret's targeting priorities)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64" name="Google Shape;5164;g39143dbacec_0_0"/>
          <p:cNvSpPr/>
          <p:nvPr/>
        </p:nvSpPr>
        <p:spPr>
          <a:xfrm>
            <a:off x="15695525" y="7725950"/>
            <a:ext cx="22179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T43.2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US3 would look like (turret’s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65" name="Google Shape;5165;g39143dbacec_0_0"/>
          <p:cNvSpPr/>
          <p:nvPr/>
        </p:nvSpPr>
        <p:spPr>
          <a:xfrm>
            <a:off x="18614450" y="3979725"/>
            <a:ext cx="2519700" cy="1143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T39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US1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Review: #67763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66" name="Google Shape;5166;g39143dbacec_0_0"/>
          <p:cNvSpPr/>
          <p:nvPr/>
        </p:nvSpPr>
        <p:spPr>
          <a:xfrm>
            <a:off x="18614450" y="4411366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US1 would look like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67" name="Google Shape;5167;g39143dbacec_0_0"/>
          <p:cNvSpPr/>
          <p:nvPr/>
        </p:nvSpPr>
        <p:spPr>
          <a:xfrm>
            <a:off x="15477975" y="2316649"/>
            <a:ext cx="2519700" cy="13056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T40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US2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68" name="Google Shape;5168;g39143dbacec_0_0"/>
          <p:cNvSpPr/>
          <p:nvPr/>
        </p:nvSpPr>
        <p:spPr>
          <a:xfrm>
            <a:off x="18614450" y="2316648"/>
            <a:ext cx="2519700" cy="1528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US2 would look like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#67804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69" name="Google Shape;5169;g39143dbacec_0_0"/>
          <p:cNvSpPr/>
          <p:nvPr/>
        </p:nvSpPr>
        <p:spPr>
          <a:xfrm>
            <a:off x="15443275" y="2695375"/>
            <a:ext cx="2589000" cy="152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US2 (liquid leak checking)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70" name="Google Shape;5170;g39143dbacec_0_0"/>
          <p:cNvSpPr/>
          <p:nvPr/>
        </p:nvSpPr>
        <p:spPr>
          <a:xfrm>
            <a:off x="18739000" y="618500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T49.1: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US3 (Swapping turret's targeting priorities)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#67775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71" name="Google Shape;5171;g39143dbacec_0_0"/>
          <p:cNvSpPr/>
          <p:nvPr/>
        </p:nvSpPr>
        <p:spPr>
          <a:xfrm>
            <a:off x="18896525" y="7399575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T49.2: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US3 (Swapping turret's targeting priorities)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#67775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72" name="Google Shape;5172;g39143dbacec_0_0"/>
          <p:cNvSpPr/>
          <p:nvPr/>
        </p:nvSpPr>
        <p:spPr>
          <a:xfrm>
            <a:off x="19103225" y="5487800"/>
            <a:ext cx="2173200" cy="17628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T44.1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#67775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73" name="Google Shape;5173;g39143dbacec_0_0"/>
          <p:cNvSpPr/>
          <p:nvPr/>
        </p:nvSpPr>
        <p:spPr>
          <a:xfrm>
            <a:off x="16088025" y="2843450"/>
            <a:ext cx="1958400" cy="152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T48: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US2 (liquid leak checking)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74" name="Google Shape;5174;g39143dbacec_0_0"/>
          <p:cNvSpPr/>
          <p:nvPr/>
        </p:nvSpPr>
        <p:spPr>
          <a:xfrm>
            <a:off x="19432275" y="676825"/>
            <a:ext cx="2010300" cy="152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T45.1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US3 (turret’s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#67763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75" name="Google Shape;5175;g39143dbacec_0_0"/>
          <p:cNvSpPr/>
          <p:nvPr/>
        </p:nvSpPr>
        <p:spPr>
          <a:xfrm>
            <a:off x="18896525" y="9374850"/>
            <a:ext cx="2703000" cy="13821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T44.2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#67775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76" name="Google Shape;5176;g39143dbacec_0_0"/>
          <p:cNvSpPr/>
          <p:nvPr/>
        </p:nvSpPr>
        <p:spPr>
          <a:xfrm>
            <a:off x="19297625" y="3956475"/>
            <a:ext cx="20286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T47: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US1 (undo/redo)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77" name="Google Shape;5177;g39143dbacec_0_0"/>
          <p:cNvSpPr/>
          <p:nvPr/>
        </p:nvSpPr>
        <p:spPr>
          <a:xfrm>
            <a:off x="19202981" y="4374425"/>
            <a:ext cx="2217900" cy="1047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T55.2: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Additionally refine previously implemented code.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78" name="Google Shape;5178;g39143dbacec_0_0"/>
          <p:cNvSpPr/>
          <p:nvPr/>
        </p:nvSpPr>
        <p:spPr>
          <a:xfrm>
            <a:off x="19432275" y="7754075"/>
            <a:ext cx="22179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T45.2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US3 (turret’s targeting).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79" name="Google Shape;5179;g39143dbacec_0_0"/>
          <p:cNvSpPr/>
          <p:nvPr/>
        </p:nvSpPr>
        <p:spPr>
          <a:xfrm>
            <a:off x="15488650" y="5487799"/>
            <a:ext cx="2519700" cy="152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T54.1: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US4 (Copy and Paste)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80" name="Google Shape;5180;g39143dbacec_0_0"/>
          <p:cNvSpPr/>
          <p:nvPr/>
        </p:nvSpPr>
        <p:spPr>
          <a:xfrm>
            <a:off x="19923775" y="3924950"/>
            <a:ext cx="1795200" cy="17058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US1 (undo/redo)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#67804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81" name="Google Shape;5181;g39143dbacec_0_0"/>
          <p:cNvSpPr/>
          <p:nvPr/>
        </p:nvSpPr>
        <p:spPr>
          <a:xfrm>
            <a:off x="15496100" y="5966750"/>
            <a:ext cx="2519700" cy="13197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82" name="Google Shape;5182;g39143dbacec_0_0"/>
          <p:cNvSpPr/>
          <p:nvPr/>
        </p:nvSpPr>
        <p:spPr>
          <a:xfrm>
            <a:off x="15477950" y="8881550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83" name="Google Shape;5183;g39143dbacec_0_0"/>
          <p:cNvSpPr/>
          <p:nvPr/>
        </p:nvSpPr>
        <p:spPr>
          <a:xfrm>
            <a:off x="15532400" y="9339000"/>
            <a:ext cx="2010300" cy="13821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T46.2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84" name="Google Shape;5184;g39143dbacec_0_0"/>
          <p:cNvSpPr/>
          <p:nvPr/>
        </p:nvSpPr>
        <p:spPr>
          <a:xfrm>
            <a:off x="16299225" y="8881550"/>
            <a:ext cx="1958400" cy="17796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T54.2: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US4 (Copy and Paste)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85" name="Google Shape;5185;g39143dbacec_0_0"/>
          <p:cNvSpPr/>
          <p:nvPr/>
        </p:nvSpPr>
        <p:spPr>
          <a:xfrm>
            <a:off x="16219300" y="924748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T50.2: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US4 (Copy and Paste)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86" name="Google Shape;5186;g39143dbacec_0_0"/>
          <p:cNvSpPr/>
          <p:nvPr/>
        </p:nvSpPr>
        <p:spPr>
          <a:xfrm>
            <a:off x="16464338" y="5487800"/>
            <a:ext cx="20103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T46.1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87" name="Google Shape;5187;g39143dbacec_0_0"/>
          <p:cNvSpPr/>
          <p:nvPr/>
        </p:nvSpPr>
        <p:spPr>
          <a:xfrm>
            <a:off x="16264125" y="5871525"/>
            <a:ext cx="2028600" cy="13197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T50.1: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US4 (Copy and Paste)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graphicFrame>
        <p:nvGraphicFramePr>
          <p:cNvPr id="5188" name="Google Shape;5188;g39143dbacec_0_0"/>
          <p:cNvGraphicFramePr/>
          <p:nvPr/>
        </p:nvGraphicFramePr>
        <p:xfrm>
          <a:off x="152400" y="152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{87755BEC-70D7-4811-B4C1-190133110C0C}</a:tableStyleId>
              </a:tblPr>
              <a:tblGrid>
                <a:gridCol w="800100"/>
              </a:tblGrid>
              <a:tr h="40957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0.5</a:t>
                      </a:r>
                      <a:endParaRPr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189" name="Google Shape;5189;g39143dbacec_0_0"/>
          <p:cNvSpPr txBox="1"/>
          <p:nvPr/>
        </p:nvSpPr>
        <p:spPr>
          <a:xfrm>
            <a:off x="304800" y="30480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	 	 	 	 	 	 </a:t>
            </a:r>
            <a:endParaRPr/>
          </a:p>
        </p:txBody>
      </p:sp>
      <p:sp>
        <p:nvSpPr>
          <p:cNvPr id="5190" name="Google Shape;5190;g39143dbacec_0_0"/>
          <p:cNvSpPr/>
          <p:nvPr/>
        </p:nvSpPr>
        <p:spPr>
          <a:xfrm>
            <a:off x="12494200" y="284342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91" name="Google Shape;5191;g39143dbacec_0_0"/>
          <p:cNvSpPr/>
          <p:nvPr/>
        </p:nvSpPr>
        <p:spPr>
          <a:xfrm>
            <a:off x="13092800" y="662088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92" name="Google Shape;5192;g39143dbacec_0_0"/>
          <p:cNvSpPr/>
          <p:nvPr/>
        </p:nvSpPr>
        <p:spPr>
          <a:xfrm>
            <a:off x="13338300" y="2825913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93" name="Google Shape;5193;g39143dbacec_0_0"/>
          <p:cNvSpPr/>
          <p:nvPr/>
        </p:nvSpPr>
        <p:spPr>
          <a:xfrm>
            <a:off x="13092800" y="1071550"/>
            <a:ext cx="1875000" cy="152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94" name="Google Shape;5194;g39143dbacec_0_0"/>
          <p:cNvSpPr/>
          <p:nvPr/>
        </p:nvSpPr>
        <p:spPr>
          <a:xfrm>
            <a:off x="12682513" y="447512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T56.3: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95" name="Google Shape;5195;g39143dbacec_0_0"/>
          <p:cNvSpPr/>
          <p:nvPr/>
        </p:nvSpPr>
        <p:spPr>
          <a:xfrm>
            <a:off x="13415138" y="4492662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T57.3: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96" name="Google Shape;5196;g39143dbacec_0_0"/>
          <p:cNvSpPr/>
          <p:nvPr/>
        </p:nvSpPr>
        <p:spPr>
          <a:xfrm>
            <a:off x="12840700" y="620237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T56.4: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97" name="Google Shape;5197;g39143dbacec_0_0"/>
          <p:cNvSpPr/>
          <p:nvPr/>
        </p:nvSpPr>
        <p:spPr>
          <a:xfrm>
            <a:off x="13514025" y="6211150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T57.4: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98" name="Google Shape;5198;g39143dbacec_0_0"/>
          <p:cNvSpPr/>
          <p:nvPr/>
        </p:nvSpPr>
        <p:spPr>
          <a:xfrm>
            <a:off x="12770438" y="767802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T56.5: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99" name="Google Shape;5199;g39143dbacec_0_0"/>
          <p:cNvSpPr/>
          <p:nvPr/>
        </p:nvSpPr>
        <p:spPr>
          <a:xfrm>
            <a:off x="13485400" y="7665188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T57.5: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00" name="Google Shape;5200;g39143dbacec_0_0"/>
          <p:cNvSpPr/>
          <p:nvPr/>
        </p:nvSpPr>
        <p:spPr>
          <a:xfrm>
            <a:off x="12609222" y="9301850"/>
            <a:ext cx="2315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T56.6: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01" name="Google Shape;5201;g39143dbacec_0_0"/>
          <p:cNvSpPr/>
          <p:nvPr/>
        </p:nvSpPr>
        <p:spPr>
          <a:xfrm>
            <a:off x="13665975" y="8866100"/>
            <a:ext cx="1571100" cy="152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T57.6: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05" name="Shape 5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206" name="Google Shape;5206;g3ad9e36b878_1_81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07" name="Google Shape;5207;g3ad9e36b878_1_81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08" name="Google Shape;5208;g3ad9e36b878_1_81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09" name="Google Shape;5209;g3ad9e36b878_1_81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10" name="Google Shape;5210;g3ad9e36b878_1_81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211" name="Google Shape;5211;g3ad9e36b878_1_81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12" name="Google Shape;5212;g3ad9e36b878_1_81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13" name="Google Shape;5213;g3ad9e36b878_1_81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14" name="Google Shape;5214;g3ad9e36b878_1_81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15" name="Google Shape;5215;g3ad9e36b878_1_81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16" name="Google Shape;5216;g3ad9e36b878_1_81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17" name="Google Shape;5217;g3ad9e36b878_1_81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18" name="Google Shape;5218;g3ad9e36b878_1_81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19" name="Google Shape;5219;g3ad9e36b878_1_81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20" name="Google Shape;5220;g3ad9e36b878_1_81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21" name="Google Shape;5221;g3ad9e36b878_1_81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22" name="Google Shape;5222;g3ad9e36b878_1_81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23" name="Google Shape;5223;g3ad9e36b878_1_81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5224" name="Google Shape;5224;g3ad9e36b878_1_81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25" name="Google Shape;5225;g3ad9e36b878_1_81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26" name="Google Shape;5226;g3ad9e36b878_1_81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227" name="Google Shape;5227;g3ad9e36b878_1_81"/>
          <p:cNvSpPr/>
          <p:nvPr/>
        </p:nvSpPr>
        <p:spPr>
          <a:xfrm>
            <a:off x="154750" y="565188"/>
            <a:ext cx="2519700" cy="19080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US14: As an aspiring software engineer, I want to illustrate an US implementation with a use case and a sequence diagram, so that I can detail about my group's work.</a:t>
            </a:r>
            <a:endParaRPr/>
          </a:p>
        </p:txBody>
      </p:sp>
      <p:sp>
        <p:nvSpPr>
          <p:cNvPr id="5228" name="Google Shape;5228;g3ad9e36b878_1_81"/>
          <p:cNvSpPr/>
          <p:nvPr/>
        </p:nvSpPr>
        <p:spPr>
          <a:xfrm>
            <a:off x="154750" y="2217825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US15: As an aspiring software engineer, I want to think about an US implementation class diagram representation, so that my group is able to design it.</a:t>
            </a:r>
            <a:endParaRPr/>
          </a:p>
        </p:txBody>
      </p:sp>
      <p:sp>
        <p:nvSpPr>
          <p:cNvPr id="5229" name="Google Shape;5229;g3ad9e36b878_1_81"/>
          <p:cNvSpPr/>
          <p:nvPr/>
        </p:nvSpPr>
        <p:spPr>
          <a:xfrm>
            <a:off x="112850" y="3661425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US16: As an aspiring software engineer, I want to design and perform unit tests on my new functionality, so that I can be sure it is implemented well and bug free.</a:t>
            </a:r>
            <a:endParaRPr/>
          </a:p>
        </p:txBody>
      </p:sp>
      <p:sp>
        <p:nvSpPr>
          <p:cNvPr id="5230" name="Google Shape;5230;g3ad9e36b878_1_81"/>
          <p:cNvSpPr/>
          <p:nvPr/>
        </p:nvSpPr>
        <p:spPr>
          <a:xfrm>
            <a:off x="112850" y="5198150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US17: As an aspiring software engineer, I want to  write an implementation summary about the code I made, to that I can better showcase the work done to anyone interested in it.</a:t>
            </a:r>
            <a:endParaRPr/>
          </a:p>
        </p:txBody>
      </p:sp>
      <p:sp>
        <p:nvSpPr>
          <p:cNvPr id="5231" name="Google Shape;5231;g3ad9e36b878_1_81"/>
          <p:cNvSpPr/>
          <p:nvPr/>
        </p:nvSpPr>
        <p:spPr>
          <a:xfrm>
            <a:off x="154750" y="6629250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US18: As an aspiring software engineer, I want to additionally refine previously implemented code, so that I know I am producing the best code possible.</a:t>
            </a:r>
            <a:endParaRPr/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232" name="Google Shape;5232;g3ad9e36b878_1_81"/>
          <p:cNvSpPr/>
          <p:nvPr/>
        </p:nvSpPr>
        <p:spPr>
          <a:xfrm>
            <a:off x="154750" y="7689200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US19: As an aspiring software engineer, I want to produce a video illustrating the new implemented features, so that I can easily showcase them to anyone interested.</a:t>
            </a:r>
            <a:endParaRPr/>
          </a:p>
        </p:txBody>
      </p:sp>
      <p:sp>
        <p:nvSpPr>
          <p:cNvPr id="5233" name="Google Shape;5233;g3ad9e36b878_1_81"/>
          <p:cNvSpPr/>
          <p:nvPr/>
        </p:nvSpPr>
        <p:spPr>
          <a:xfrm>
            <a:off x="154750" y="8828250"/>
            <a:ext cx="2519700" cy="19080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US20: As an aspiring software engineer, I want to produce an animation of our scrum board's animation over time, so that I can easily showcase it's progress to anyone interested.</a:t>
            </a:r>
            <a:endParaRPr/>
          </a:p>
        </p:txBody>
      </p:sp>
      <p:sp>
        <p:nvSpPr>
          <p:cNvPr id="5234" name="Google Shape;5234;g3ad9e36b878_1_81"/>
          <p:cNvSpPr/>
          <p:nvPr/>
        </p:nvSpPr>
        <p:spPr>
          <a:xfrm>
            <a:off x="6192525" y="1221943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US14, US15, US16, US17, US18, US19, </a:t>
            </a:r>
            <a:r>
              <a:rPr lang="en-GB"/>
              <a:t>US20</a:t>
            </a:r>
            <a:endParaRPr/>
          </a:p>
        </p:txBody>
      </p:sp>
      <p:sp>
        <p:nvSpPr>
          <p:cNvPr id="5235" name="Google Shape;5235;g3ad9e36b878_1_81"/>
          <p:cNvSpPr/>
          <p:nvPr/>
        </p:nvSpPr>
        <p:spPr>
          <a:xfrm>
            <a:off x="6192525" y="2849743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US16, US17, US19, </a:t>
            </a:r>
            <a:r>
              <a:rPr lang="en-GB"/>
              <a:t>US20</a:t>
            </a:r>
            <a:endParaRPr/>
          </a:p>
        </p:txBody>
      </p:sp>
      <p:sp>
        <p:nvSpPr>
          <p:cNvPr id="5236" name="Google Shape;5236;g3ad9e36b878_1_81"/>
          <p:cNvSpPr/>
          <p:nvPr/>
        </p:nvSpPr>
        <p:spPr>
          <a:xfrm>
            <a:off x="6192525" y="4477539"/>
            <a:ext cx="2589000" cy="600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US16, US17, US18, US19, </a:t>
            </a:r>
            <a:r>
              <a:rPr lang="en-GB"/>
              <a:t>US20</a:t>
            </a:r>
            <a:endParaRPr/>
          </a:p>
        </p:txBody>
      </p:sp>
      <p:sp>
        <p:nvSpPr>
          <p:cNvPr id="5237" name="Google Shape;5237;g3ad9e36b878_1_81"/>
          <p:cNvSpPr/>
          <p:nvPr/>
        </p:nvSpPr>
        <p:spPr>
          <a:xfrm>
            <a:off x="6192525" y="9103043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US14, US15, US16, US17, US19, </a:t>
            </a:r>
            <a:r>
              <a:rPr lang="en-GB"/>
              <a:t>US20</a:t>
            </a:r>
            <a:endParaRPr/>
          </a:p>
        </p:txBody>
      </p:sp>
      <p:sp>
        <p:nvSpPr>
          <p:cNvPr id="5238" name="Google Shape;5238;g3ad9e36b878_1_81"/>
          <p:cNvSpPr/>
          <p:nvPr/>
        </p:nvSpPr>
        <p:spPr>
          <a:xfrm>
            <a:off x="6192525" y="5943493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US14, US15, US16, US17, US19, </a:t>
            </a:r>
            <a:r>
              <a:rPr lang="en-GB"/>
              <a:t>US20</a:t>
            </a:r>
            <a:endParaRPr/>
          </a:p>
        </p:txBody>
      </p:sp>
      <p:sp>
        <p:nvSpPr>
          <p:cNvPr id="5239" name="Google Shape;5239;g3ad9e36b878_1_81"/>
          <p:cNvSpPr/>
          <p:nvPr/>
        </p:nvSpPr>
        <p:spPr>
          <a:xfrm>
            <a:off x="14811638" y="4777850"/>
            <a:ext cx="3236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T56.3: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40" name="Google Shape;5240;g3ad9e36b878_1_81"/>
          <p:cNvSpPr/>
          <p:nvPr/>
        </p:nvSpPr>
        <p:spPr>
          <a:xfrm>
            <a:off x="6192525" y="7613318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US14, US15, US16, US17, US19, </a:t>
            </a:r>
            <a:r>
              <a:rPr lang="en-GB"/>
              <a:t>US20</a:t>
            </a:r>
            <a:endParaRPr/>
          </a:p>
        </p:txBody>
      </p:sp>
      <p:sp>
        <p:nvSpPr>
          <p:cNvPr id="5241" name="Google Shape;5241;g3ad9e36b878_1_81"/>
          <p:cNvSpPr/>
          <p:nvPr/>
        </p:nvSpPr>
        <p:spPr>
          <a:xfrm>
            <a:off x="18044575" y="618500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T49.1: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US3 (Swapping turret's targeting priorities)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#67775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42" name="Google Shape;5242;g3ad9e36b878_1_81"/>
          <p:cNvSpPr/>
          <p:nvPr/>
        </p:nvSpPr>
        <p:spPr>
          <a:xfrm>
            <a:off x="18737850" y="676825"/>
            <a:ext cx="2010300" cy="152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T45.1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US3 (turret’s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#67763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43" name="Google Shape;5243;g3ad9e36b878_1_81"/>
          <p:cNvSpPr/>
          <p:nvPr/>
        </p:nvSpPr>
        <p:spPr>
          <a:xfrm>
            <a:off x="18070925" y="1071550"/>
            <a:ext cx="2217900" cy="190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T53.1: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US3 (Swapping turret's targeting priorities)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#68547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44" name="Google Shape;5244;g3ad9e36b878_1_81"/>
          <p:cNvSpPr/>
          <p:nvPr/>
        </p:nvSpPr>
        <p:spPr>
          <a:xfrm>
            <a:off x="15568713" y="5541350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T57.4: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45" name="Google Shape;5245;g3ad9e36b878_1_81"/>
          <p:cNvSpPr/>
          <p:nvPr/>
        </p:nvSpPr>
        <p:spPr>
          <a:xfrm>
            <a:off x="15556188" y="5980725"/>
            <a:ext cx="1795200" cy="2034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T56.4: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#67775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46" name="Google Shape;5246;g3ad9e36b878_1_81"/>
          <p:cNvSpPr/>
          <p:nvPr/>
        </p:nvSpPr>
        <p:spPr>
          <a:xfrm>
            <a:off x="18885638" y="1071550"/>
            <a:ext cx="2028600" cy="13197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T55.1: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Additionally refine previously implemented code.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#68547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47" name="Google Shape;5247;g3ad9e36b878_1_81"/>
          <p:cNvSpPr/>
          <p:nvPr/>
        </p:nvSpPr>
        <p:spPr>
          <a:xfrm>
            <a:off x="18093275" y="1470038"/>
            <a:ext cx="2173200" cy="17628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T43.1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US3 would look like (turret’s targeting).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#67804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48" name="Google Shape;5248;g3ad9e36b878_1_81"/>
          <p:cNvSpPr/>
          <p:nvPr/>
        </p:nvSpPr>
        <p:spPr>
          <a:xfrm>
            <a:off x="17920025" y="2316648"/>
            <a:ext cx="2519700" cy="1528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US2 would look like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#67804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graphicFrame>
        <p:nvGraphicFramePr>
          <p:cNvPr id="5249" name="Google Shape;5249;g3ad9e36b878_1_81"/>
          <p:cNvGraphicFramePr/>
          <p:nvPr/>
        </p:nvGraphicFramePr>
        <p:xfrm>
          <a:off x="152400" y="152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{87755BEC-70D7-4811-B4C1-190133110C0C}</a:tableStyleId>
              </a:tblPr>
              <a:tblGrid>
                <a:gridCol w="800100"/>
              </a:tblGrid>
              <a:tr h="40957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0.5</a:t>
                      </a:r>
                      <a:endParaRPr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250" name="Google Shape;5250;g3ad9e36b878_1_81"/>
          <p:cNvSpPr txBox="1"/>
          <p:nvPr/>
        </p:nvSpPr>
        <p:spPr>
          <a:xfrm>
            <a:off x="304800" y="30480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	 	 	 	 	 	 </a:t>
            </a:r>
            <a:endParaRPr/>
          </a:p>
        </p:txBody>
      </p:sp>
      <p:sp>
        <p:nvSpPr>
          <p:cNvPr id="5251" name="Google Shape;5251;g3ad9e36b878_1_81"/>
          <p:cNvSpPr/>
          <p:nvPr/>
        </p:nvSpPr>
        <p:spPr>
          <a:xfrm>
            <a:off x="15416950" y="7312150"/>
            <a:ext cx="2166000" cy="17628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T56.5: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#67804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52" name="Google Shape;5252;g3ad9e36b878_1_81"/>
          <p:cNvSpPr/>
          <p:nvPr/>
        </p:nvSpPr>
        <p:spPr>
          <a:xfrm>
            <a:off x="15454700" y="7749013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T57.5: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#68547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53" name="Google Shape;5253;g3ad9e36b878_1_81"/>
          <p:cNvSpPr/>
          <p:nvPr/>
        </p:nvSpPr>
        <p:spPr>
          <a:xfrm>
            <a:off x="17974475" y="2686899"/>
            <a:ext cx="2519700" cy="13056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T40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US2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54" name="Google Shape;5254;g3ad9e36b878_1_81"/>
          <p:cNvSpPr/>
          <p:nvPr/>
        </p:nvSpPr>
        <p:spPr>
          <a:xfrm>
            <a:off x="18638300" y="2328275"/>
            <a:ext cx="1958400" cy="152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T48: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US2 (liquid leak checking)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#68547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55" name="Google Shape;5255;g3ad9e36b878_1_81"/>
          <p:cNvSpPr/>
          <p:nvPr/>
        </p:nvSpPr>
        <p:spPr>
          <a:xfrm>
            <a:off x="18566200" y="2695375"/>
            <a:ext cx="2589000" cy="152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US2 (liquid leak checking)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56" name="Google Shape;5256;g3ad9e36b878_1_81"/>
          <p:cNvSpPr/>
          <p:nvPr/>
        </p:nvSpPr>
        <p:spPr>
          <a:xfrm>
            <a:off x="15707938" y="678750"/>
            <a:ext cx="1875000" cy="17058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#68547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57" name="Google Shape;5257;g3ad9e36b878_1_81"/>
          <p:cNvSpPr/>
          <p:nvPr/>
        </p:nvSpPr>
        <p:spPr>
          <a:xfrm>
            <a:off x="15707350" y="1077238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58" name="Google Shape;5258;g3ad9e36b878_1_81"/>
          <p:cNvSpPr/>
          <p:nvPr/>
        </p:nvSpPr>
        <p:spPr>
          <a:xfrm>
            <a:off x="15416950" y="8787300"/>
            <a:ext cx="2339100" cy="1452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T56.6: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59" name="Google Shape;5259;g3ad9e36b878_1_81"/>
          <p:cNvSpPr/>
          <p:nvPr/>
        </p:nvSpPr>
        <p:spPr>
          <a:xfrm>
            <a:off x="17920025" y="3979725"/>
            <a:ext cx="2519700" cy="1143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T39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US1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Review: #67763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60" name="Google Shape;5260;g3ad9e36b878_1_81"/>
          <p:cNvSpPr/>
          <p:nvPr/>
        </p:nvSpPr>
        <p:spPr>
          <a:xfrm>
            <a:off x="17920025" y="4411366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US1 would look like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61" name="Google Shape;5261;g3ad9e36b878_1_81"/>
          <p:cNvSpPr/>
          <p:nvPr/>
        </p:nvSpPr>
        <p:spPr>
          <a:xfrm>
            <a:off x="18603200" y="3956475"/>
            <a:ext cx="20286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T47: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US1 (undo/redo)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62" name="Google Shape;5262;g3ad9e36b878_1_81"/>
          <p:cNvSpPr/>
          <p:nvPr/>
        </p:nvSpPr>
        <p:spPr>
          <a:xfrm>
            <a:off x="18508556" y="4374425"/>
            <a:ext cx="2217900" cy="1047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T55.2: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Additionally refine previously implemented code.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63" name="Google Shape;5263;g3ad9e36b878_1_81"/>
          <p:cNvSpPr/>
          <p:nvPr/>
        </p:nvSpPr>
        <p:spPr>
          <a:xfrm>
            <a:off x="15503500" y="2335725"/>
            <a:ext cx="2166000" cy="190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#67286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64" name="Google Shape;5264;g3ad9e36b878_1_81"/>
          <p:cNvSpPr/>
          <p:nvPr/>
        </p:nvSpPr>
        <p:spPr>
          <a:xfrm>
            <a:off x="15492500" y="2836238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#67775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65" name="Google Shape;5265;g3ad9e36b878_1_81"/>
          <p:cNvSpPr/>
          <p:nvPr/>
        </p:nvSpPr>
        <p:spPr>
          <a:xfrm>
            <a:off x="18093275" y="5495074"/>
            <a:ext cx="2519700" cy="152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T54.1: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US4 (Copy and Paste)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66" name="Google Shape;5266;g3ad9e36b878_1_81"/>
          <p:cNvSpPr/>
          <p:nvPr/>
        </p:nvSpPr>
        <p:spPr>
          <a:xfrm>
            <a:off x="19229350" y="3924950"/>
            <a:ext cx="1795200" cy="17058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US1 (undo/redo)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#67804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67" name="Google Shape;5267;g3ad9e36b878_1_81"/>
          <p:cNvSpPr/>
          <p:nvPr/>
        </p:nvSpPr>
        <p:spPr>
          <a:xfrm>
            <a:off x="18855550" y="5482288"/>
            <a:ext cx="2010300" cy="17628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T44.1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#67775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68" name="Google Shape;5268;g3ad9e36b878_1_81"/>
          <p:cNvSpPr/>
          <p:nvPr/>
        </p:nvSpPr>
        <p:spPr>
          <a:xfrm>
            <a:off x="18069125" y="5928050"/>
            <a:ext cx="2028600" cy="13197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T50.1: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US4 (Copy and Paste)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#67286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69" name="Google Shape;5269;g3ad9e36b878_1_81"/>
          <p:cNvSpPr/>
          <p:nvPr/>
        </p:nvSpPr>
        <p:spPr>
          <a:xfrm>
            <a:off x="18147650" y="6277062"/>
            <a:ext cx="2519700" cy="13197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#67286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70" name="Google Shape;5270;g3ad9e36b878_1_81"/>
          <p:cNvSpPr/>
          <p:nvPr/>
        </p:nvSpPr>
        <p:spPr>
          <a:xfrm>
            <a:off x="18891000" y="5863288"/>
            <a:ext cx="20103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T46.1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US4 (copy and its history).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#67286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71" name="Google Shape;5271;g3ad9e36b878_1_81"/>
          <p:cNvSpPr/>
          <p:nvPr/>
        </p:nvSpPr>
        <p:spPr>
          <a:xfrm>
            <a:off x="15649000" y="3843887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T57.3: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#67804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72" name="Google Shape;5272;g3ad9e36b878_1_81"/>
          <p:cNvSpPr/>
          <p:nvPr/>
        </p:nvSpPr>
        <p:spPr>
          <a:xfrm>
            <a:off x="17865575" y="7305650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T49.2: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US3 (Swapping turret's targeting priorities)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#67775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73" name="Google Shape;5273;g3ad9e36b878_1_81"/>
          <p:cNvSpPr/>
          <p:nvPr/>
        </p:nvSpPr>
        <p:spPr>
          <a:xfrm>
            <a:off x="17920025" y="7799750"/>
            <a:ext cx="2217900" cy="17058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T43.2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US3 would look like (turret’s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#67804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74" name="Google Shape;5274;g3ad9e36b878_1_81"/>
          <p:cNvSpPr/>
          <p:nvPr/>
        </p:nvSpPr>
        <p:spPr>
          <a:xfrm>
            <a:off x="18632750" y="7313875"/>
            <a:ext cx="2217900" cy="19977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T53.2: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US3 (Swapping turret's targeting priorities)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#68547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75" name="Google Shape;5275;g3ad9e36b878_1_81"/>
          <p:cNvSpPr/>
          <p:nvPr/>
        </p:nvSpPr>
        <p:spPr>
          <a:xfrm>
            <a:off x="18683400" y="7754075"/>
            <a:ext cx="22179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T45.2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US3 (turret’s targeting).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76" name="Google Shape;5276;g3ad9e36b878_1_81"/>
          <p:cNvSpPr/>
          <p:nvPr/>
        </p:nvSpPr>
        <p:spPr>
          <a:xfrm>
            <a:off x="18070925" y="8990500"/>
            <a:ext cx="22179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T50.2: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US4 (Copy and Paste)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#67286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77" name="Google Shape;5277;g3ad9e36b878_1_81"/>
          <p:cNvSpPr/>
          <p:nvPr/>
        </p:nvSpPr>
        <p:spPr>
          <a:xfrm>
            <a:off x="18791000" y="8117500"/>
            <a:ext cx="22179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T55.3: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Additionally refine previously implemented code.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#68547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78" name="Google Shape;5278;g3ad9e36b878_1_81"/>
          <p:cNvSpPr/>
          <p:nvPr/>
        </p:nvSpPr>
        <p:spPr>
          <a:xfrm>
            <a:off x="18147650" y="9374850"/>
            <a:ext cx="2703000" cy="13821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T44.2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#67775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79" name="Google Shape;5279;g3ad9e36b878_1_81"/>
          <p:cNvSpPr/>
          <p:nvPr/>
        </p:nvSpPr>
        <p:spPr>
          <a:xfrm>
            <a:off x="18813150" y="8990500"/>
            <a:ext cx="1958400" cy="17058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T54.2: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US4 (Copy and Paste)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80" name="Google Shape;5280;g3ad9e36b878_1_81"/>
          <p:cNvSpPr/>
          <p:nvPr/>
        </p:nvSpPr>
        <p:spPr>
          <a:xfrm>
            <a:off x="18840350" y="9374850"/>
            <a:ext cx="2010300" cy="1452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T46.2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#67286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81" name="Google Shape;5281;g3ad9e36b878_1_81"/>
          <p:cNvSpPr/>
          <p:nvPr/>
        </p:nvSpPr>
        <p:spPr>
          <a:xfrm>
            <a:off x="18239300" y="9747850"/>
            <a:ext cx="31839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#67286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82" name="Google Shape;5282;g3ad9e36b878_1_81"/>
          <p:cNvSpPr/>
          <p:nvPr/>
        </p:nvSpPr>
        <p:spPr>
          <a:xfrm>
            <a:off x="15532400" y="9187000"/>
            <a:ext cx="17952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T57.6: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#67286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86" name="Shape 5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287" name="Google Shape;5287;g3ad9e36b878_1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88" name="Google Shape;5288;g3ad9e36b878_1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89" name="Google Shape;5289;g3ad9e36b878_1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90" name="Google Shape;5290;g3ad9e36b878_1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91" name="Google Shape;5291;g3ad9e36b878_1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292" name="Google Shape;5292;g3ad9e36b878_1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93" name="Google Shape;5293;g3ad9e36b878_1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94" name="Google Shape;5294;g3ad9e36b878_1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95" name="Google Shape;5295;g3ad9e36b878_1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96" name="Google Shape;5296;g3ad9e36b878_1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97" name="Google Shape;5297;g3ad9e36b878_1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98" name="Google Shape;5298;g3ad9e36b878_1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99" name="Google Shape;5299;g3ad9e36b878_1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00" name="Google Shape;5300;g3ad9e36b878_1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01" name="Google Shape;5301;g3ad9e36b878_1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02" name="Google Shape;5302;g3ad9e36b878_1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03" name="Google Shape;5303;g3ad9e36b878_1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04" name="Google Shape;5304;g3ad9e36b878_1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5305" name="Google Shape;5305;g3ad9e36b878_1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306" name="Google Shape;5306;g3ad9e36b878_1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307" name="Google Shape;5307;g3ad9e36b878_1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308" name="Google Shape;5308;g3ad9e36b878_1_0"/>
          <p:cNvSpPr/>
          <p:nvPr/>
        </p:nvSpPr>
        <p:spPr>
          <a:xfrm>
            <a:off x="154750" y="565188"/>
            <a:ext cx="2519700" cy="19080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US14: As an aspiring software engineer, I want to illustrate an US implementation with a use case and a sequence diagram, so that I can detail about my group's work.</a:t>
            </a:r>
            <a:endParaRPr/>
          </a:p>
        </p:txBody>
      </p:sp>
      <p:sp>
        <p:nvSpPr>
          <p:cNvPr id="5309" name="Google Shape;5309;g3ad9e36b878_1_0"/>
          <p:cNvSpPr/>
          <p:nvPr/>
        </p:nvSpPr>
        <p:spPr>
          <a:xfrm>
            <a:off x="154750" y="2217825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US15: As an aspiring software engineer, I want to think about an US implementation class diagram representation, so that my group is able to design it.</a:t>
            </a:r>
            <a:endParaRPr/>
          </a:p>
        </p:txBody>
      </p:sp>
      <p:sp>
        <p:nvSpPr>
          <p:cNvPr id="5310" name="Google Shape;5310;g3ad9e36b878_1_0"/>
          <p:cNvSpPr/>
          <p:nvPr/>
        </p:nvSpPr>
        <p:spPr>
          <a:xfrm>
            <a:off x="112850" y="3661425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US16: As an aspiring software engineer, I want to design and perform unit tests on my new functionality, so that I can be sure it is implemented well and bug free.</a:t>
            </a:r>
            <a:endParaRPr/>
          </a:p>
        </p:txBody>
      </p:sp>
      <p:sp>
        <p:nvSpPr>
          <p:cNvPr id="5311" name="Google Shape;5311;g3ad9e36b878_1_0"/>
          <p:cNvSpPr/>
          <p:nvPr/>
        </p:nvSpPr>
        <p:spPr>
          <a:xfrm>
            <a:off x="112850" y="5198150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US17: As an aspiring software engineer, I want to  write an implementation summary about the code I made, to that I can better showcase the work done to anyone interested in it.</a:t>
            </a:r>
            <a:endParaRPr/>
          </a:p>
        </p:txBody>
      </p:sp>
      <p:sp>
        <p:nvSpPr>
          <p:cNvPr id="5312" name="Google Shape;5312;g3ad9e36b878_1_0"/>
          <p:cNvSpPr/>
          <p:nvPr/>
        </p:nvSpPr>
        <p:spPr>
          <a:xfrm>
            <a:off x="154750" y="6629250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US18: As an aspiring software engineer, I want to additionally refine previously implemented code, so that I know I am producing the best code possible.</a:t>
            </a:r>
            <a:endParaRPr/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313" name="Google Shape;5313;g3ad9e36b878_1_0"/>
          <p:cNvSpPr/>
          <p:nvPr/>
        </p:nvSpPr>
        <p:spPr>
          <a:xfrm>
            <a:off x="154750" y="7689200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US19: As an aspiring software engineer, I want to produce a video illustrating the new implemented features, so that I can easily showcase them to anyone interested.</a:t>
            </a:r>
            <a:endParaRPr/>
          </a:p>
        </p:txBody>
      </p:sp>
      <p:sp>
        <p:nvSpPr>
          <p:cNvPr id="5314" name="Google Shape;5314;g3ad9e36b878_1_0"/>
          <p:cNvSpPr/>
          <p:nvPr/>
        </p:nvSpPr>
        <p:spPr>
          <a:xfrm>
            <a:off x="154750" y="8828250"/>
            <a:ext cx="2519700" cy="19080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US20: As an aspiring software engineer, I want to produce an animation of our scrum board's animation over time, so that I can easily showcase it's progress to anyone interested.</a:t>
            </a:r>
            <a:endParaRPr/>
          </a:p>
        </p:txBody>
      </p:sp>
      <p:sp>
        <p:nvSpPr>
          <p:cNvPr id="5315" name="Google Shape;5315;g3ad9e36b878_1_0"/>
          <p:cNvSpPr/>
          <p:nvPr/>
        </p:nvSpPr>
        <p:spPr>
          <a:xfrm>
            <a:off x="6192525" y="1221943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US14, US15, US16, US17, US18, US19, </a:t>
            </a:r>
            <a:r>
              <a:rPr lang="en-GB"/>
              <a:t>US20</a:t>
            </a:r>
            <a:endParaRPr/>
          </a:p>
        </p:txBody>
      </p:sp>
      <p:sp>
        <p:nvSpPr>
          <p:cNvPr id="5316" name="Google Shape;5316;g3ad9e36b878_1_0"/>
          <p:cNvSpPr/>
          <p:nvPr/>
        </p:nvSpPr>
        <p:spPr>
          <a:xfrm>
            <a:off x="6192525" y="2849743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US16, US17, US19, </a:t>
            </a:r>
            <a:r>
              <a:rPr lang="en-GB"/>
              <a:t>US20</a:t>
            </a:r>
            <a:endParaRPr/>
          </a:p>
        </p:txBody>
      </p:sp>
      <p:sp>
        <p:nvSpPr>
          <p:cNvPr id="5317" name="Google Shape;5317;g3ad9e36b878_1_0"/>
          <p:cNvSpPr/>
          <p:nvPr/>
        </p:nvSpPr>
        <p:spPr>
          <a:xfrm>
            <a:off x="6192525" y="4477539"/>
            <a:ext cx="2589000" cy="600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US16, US17, US18, US19, </a:t>
            </a:r>
            <a:r>
              <a:rPr lang="en-GB"/>
              <a:t>US20</a:t>
            </a:r>
            <a:endParaRPr/>
          </a:p>
        </p:txBody>
      </p:sp>
      <p:sp>
        <p:nvSpPr>
          <p:cNvPr id="5318" name="Google Shape;5318;g3ad9e36b878_1_0"/>
          <p:cNvSpPr/>
          <p:nvPr/>
        </p:nvSpPr>
        <p:spPr>
          <a:xfrm>
            <a:off x="6192525" y="9103043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US14, US15, US16, US17, US19, </a:t>
            </a:r>
            <a:r>
              <a:rPr lang="en-GB"/>
              <a:t>US20</a:t>
            </a:r>
            <a:endParaRPr/>
          </a:p>
        </p:txBody>
      </p:sp>
      <p:sp>
        <p:nvSpPr>
          <p:cNvPr id="5319" name="Google Shape;5319;g3ad9e36b878_1_0"/>
          <p:cNvSpPr/>
          <p:nvPr/>
        </p:nvSpPr>
        <p:spPr>
          <a:xfrm>
            <a:off x="6192525" y="5943493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US14, US15, US16, US17, US19, </a:t>
            </a:r>
            <a:r>
              <a:rPr lang="en-GB"/>
              <a:t>US20</a:t>
            </a:r>
            <a:endParaRPr/>
          </a:p>
        </p:txBody>
      </p:sp>
      <p:sp>
        <p:nvSpPr>
          <p:cNvPr id="5320" name="Google Shape;5320;g3ad9e36b878_1_0"/>
          <p:cNvSpPr/>
          <p:nvPr/>
        </p:nvSpPr>
        <p:spPr>
          <a:xfrm>
            <a:off x="6192525" y="7613318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US14, US15, US16, US17, US19, </a:t>
            </a:r>
            <a:r>
              <a:rPr lang="en-GB"/>
              <a:t>US20</a:t>
            </a:r>
            <a:endParaRPr/>
          </a:p>
        </p:txBody>
      </p:sp>
      <p:sp>
        <p:nvSpPr>
          <p:cNvPr id="5321" name="Google Shape;5321;g3ad9e36b878_1_0"/>
          <p:cNvSpPr/>
          <p:nvPr/>
        </p:nvSpPr>
        <p:spPr>
          <a:xfrm>
            <a:off x="18044575" y="618500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T49.1: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US3 (Swapping turret's targeting priorities)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#67775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22" name="Google Shape;5322;g3ad9e36b878_1_0"/>
          <p:cNvSpPr/>
          <p:nvPr/>
        </p:nvSpPr>
        <p:spPr>
          <a:xfrm>
            <a:off x="18737850" y="676825"/>
            <a:ext cx="2010300" cy="152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T45.1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US3 (turret’s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#67763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23" name="Google Shape;5323;g3ad9e36b878_1_0"/>
          <p:cNvSpPr/>
          <p:nvPr/>
        </p:nvSpPr>
        <p:spPr>
          <a:xfrm>
            <a:off x="18070925" y="1071550"/>
            <a:ext cx="2217900" cy="190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T53.1: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US3 (Swapping turret's targeting priorities)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#68547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24" name="Google Shape;5324;g3ad9e36b878_1_0"/>
          <p:cNvSpPr/>
          <p:nvPr/>
        </p:nvSpPr>
        <p:spPr>
          <a:xfrm>
            <a:off x="18885638" y="1071550"/>
            <a:ext cx="2028600" cy="13197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T55.1: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Additionally refine previously implemented code.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#68547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25" name="Google Shape;5325;g3ad9e36b878_1_0"/>
          <p:cNvSpPr/>
          <p:nvPr/>
        </p:nvSpPr>
        <p:spPr>
          <a:xfrm>
            <a:off x="18093275" y="1470038"/>
            <a:ext cx="2173200" cy="17628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T43.1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US3 would look like (turret’s targeting).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#67804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26" name="Google Shape;5326;g3ad9e36b878_1_0"/>
          <p:cNvSpPr/>
          <p:nvPr/>
        </p:nvSpPr>
        <p:spPr>
          <a:xfrm>
            <a:off x="17920025" y="2316648"/>
            <a:ext cx="2519700" cy="1528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US2 would look like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#67804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graphicFrame>
        <p:nvGraphicFramePr>
          <p:cNvPr id="5327" name="Google Shape;5327;g3ad9e36b878_1_0"/>
          <p:cNvGraphicFramePr/>
          <p:nvPr/>
        </p:nvGraphicFramePr>
        <p:xfrm>
          <a:off x="152400" y="152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{87755BEC-70D7-4811-B4C1-190133110C0C}</a:tableStyleId>
              </a:tblPr>
              <a:tblGrid>
                <a:gridCol w="800100"/>
              </a:tblGrid>
              <a:tr h="40957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0.5</a:t>
                      </a:r>
                      <a:endParaRPr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328" name="Google Shape;5328;g3ad9e36b878_1_0"/>
          <p:cNvSpPr txBox="1"/>
          <p:nvPr/>
        </p:nvSpPr>
        <p:spPr>
          <a:xfrm>
            <a:off x="304800" y="30480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	 	 	 	 	 	 </a:t>
            </a:r>
            <a:endParaRPr/>
          </a:p>
        </p:txBody>
      </p:sp>
      <p:sp>
        <p:nvSpPr>
          <p:cNvPr id="5329" name="Google Shape;5329;g3ad9e36b878_1_0"/>
          <p:cNvSpPr/>
          <p:nvPr/>
        </p:nvSpPr>
        <p:spPr>
          <a:xfrm>
            <a:off x="17974475" y="2686899"/>
            <a:ext cx="2519700" cy="13056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T40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US2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30" name="Google Shape;5330;g3ad9e36b878_1_0"/>
          <p:cNvSpPr/>
          <p:nvPr/>
        </p:nvSpPr>
        <p:spPr>
          <a:xfrm>
            <a:off x="18638300" y="2328275"/>
            <a:ext cx="1958400" cy="152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T48: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US2 (liquid leak checking)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#68547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31" name="Google Shape;5331;g3ad9e36b878_1_0"/>
          <p:cNvSpPr/>
          <p:nvPr/>
        </p:nvSpPr>
        <p:spPr>
          <a:xfrm>
            <a:off x="18566200" y="2695375"/>
            <a:ext cx="2589000" cy="152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US2 (liquid leak checking)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32" name="Google Shape;5332;g3ad9e36b878_1_0"/>
          <p:cNvSpPr/>
          <p:nvPr/>
        </p:nvSpPr>
        <p:spPr>
          <a:xfrm>
            <a:off x="19667013" y="678750"/>
            <a:ext cx="1875000" cy="17058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#68547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33" name="Google Shape;5333;g3ad9e36b878_1_0"/>
          <p:cNvSpPr/>
          <p:nvPr/>
        </p:nvSpPr>
        <p:spPr>
          <a:xfrm>
            <a:off x="19666425" y="1077238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34" name="Google Shape;5334;g3ad9e36b878_1_0"/>
          <p:cNvSpPr/>
          <p:nvPr/>
        </p:nvSpPr>
        <p:spPr>
          <a:xfrm>
            <a:off x="17315100" y="9319325"/>
            <a:ext cx="2339100" cy="1452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T56.6: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35" name="Google Shape;5335;g3ad9e36b878_1_0"/>
          <p:cNvSpPr/>
          <p:nvPr/>
        </p:nvSpPr>
        <p:spPr>
          <a:xfrm>
            <a:off x="17920025" y="3979725"/>
            <a:ext cx="2519700" cy="1143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T39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US1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Review: #67763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36" name="Google Shape;5336;g3ad9e36b878_1_0"/>
          <p:cNvSpPr/>
          <p:nvPr/>
        </p:nvSpPr>
        <p:spPr>
          <a:xfrm>
            <a:off x="17920025" y="4411366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US1 would look like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37" name="Google Shape;5337;g3ad9e36b878_1_0"/>
          <p:cNvSpPr/>
          <p:nvPr/>
        </p:nvSpPr>
        <p:spPr>
          <a:xfrm>
            <a:off x="18603200" y="3956475"/>
            <a:ext cx="20286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T47: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US1 (undo/redo)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38" name="Google Shape;5338;g3ad9e36b878_1_0"/>
          <p:cNvSpPr/>
          <p:nvPr/>
        </p:nvSpPr>
        <p:spPr>
          <a:xfrm>
            <a:off x="18508556" y="4374425"/>
            <a:ext cx="2217900" cy="1047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T55.2: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Additionally refine previously implemented code.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39" name="Google Shape;5339;g3ad9e36b878_1_0"/>
          <p:cNvSpPr/>
          <p:nvPr/>
        </p:nvSpPr>
        <p:spPr>
          <a:xfrm>
            <a:off x="19325800" y="2335725"/>
            <a:ext cx="2166000" cy="190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#67286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40" name="Google Shape;5340;g3ad9e36b878_1_0"/>
          <p:cNvSpPr/>
          <p:nvPr/>
        </p:nvSpPr>
        <p:spPr>
          <a:xfrm>
            <a:off x="19325800" y="2685688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#67775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41" name="Google Shape;5341;g3ad9e36b878_1_0"/>
          <p:cNvSpPr/>
          <p:nvPr/>
        </p:nvSpPr>
        <p:spPr>
          <a:xfrm>
            <a:off x="17999150" y="4785825"/>
            <a:ext cx="3236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T56.3: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42" name="Google Shape;5342;g3ad9e36b878_1_0"/>
          <p:cNvSpPr/>
          <p:nvPr/>
        </p:nvSpPr>
        <p:spPr>
          <a:xfrm>
            <a:off x="18093275" y="5495074"/>
            <a:ext cx="2519700" cy="152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T54.1: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US4 (Copy and Paste)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43" name="Google Shape;5343;g3ad9e36b878_1_0"/>
          <p:cNvSpPr/>
          <p:nvPr/>
        </p:nvSpPr>
        <p:spPr>
          <a:xfrm>
            <a:off x="19229350" y="3924950"/>
            <a:ext cx="1795200" cy="17058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US1 (undo/redo)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#67804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44" name="Google Shape;5344;g3ad9e36b878_1_0"/>
          <p:cNvSpPr/>
          <p:nvPr/>
        </p:nvSpPr>
        <p:spPr>
          <a:xfrm>
            <a:off x="18855550" y="5482288"/>
            <a:ext cx="2010300" cy="17628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T44.1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#67775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45" name="Google Shape;5345;g3ad9e36b878_1_0"/>
          <p:cNvSpPr/>
          <p:nvPr/>
        </p:nvSpPr>
        <p:spPr>
          <a:xfrm>
            <a:off x="18069125" y="5928050"/>
            <a:ext cx="2028600" cy="13197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T50.1: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US4 (Copy and Paste)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67286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46" name="Google Shape;5346;g3ad9e36b878_1_0"/>
          <p:cNvSpPr/>
          <p:nvPr/>
        </p:nvSpPr>
        <p:spPr>
          <a:xfrm>
            <a:off x="18147650" y="6277062"/>
            <a:ext cx="2519700" cy="13197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#67286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47" name="Google Shape;5347;g3ad9e36b878_1_0"/>
          <p:cNvSpPr/>
          <p:nvPr/>
        </p:nvSpPr>
        <p:spPr>
          <a:xfrm>
            <a:off x="18891000" y="5863288"/>
            <a:ext cx="20103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T46.1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US4 (copy and its history).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#67286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48" name="Google Shape;5348;g3ad9e36b878_1_0"/>
          <p:cNvSpPr/>
          <p:nvPr/>
        </p:nvSpPr>
        <p:spPr>
          <a:xfrm>
            <a:off x="19775163" y="3859350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T57.3: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#67804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49" name="Google Shape;5349;g3ad9e36b878_1_0"/>
          <p:cNvSpPr/>
          <p:nvPr/>
        </p:nvSpPr>
        <p:spPr>
          <a:xfrm>
            <a:off x="17865575" y="7305650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T49.2: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US3 (Swapping turret's targeting priorities)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#67775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50" name="Google Shape;5350;g3ad9e36b878_1_0"/>
          <p:cNvSpPr/>
          <p:nvPr/>
        </p:nvSpPr>
        <p:spPr>
          <a:xfrm>
            <a:off x="17920025" y="7799750"/>
            <a:ext cx="2217900" cy="17058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T43.2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US3 would look like (turret’s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#67804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51" name="Google Shape;5351;g3ad9e36b878_1_0"/>
          <p:cNvSpPr/>
          <p:nvPr/>
        </p:nvSpPr>
        <p:spPr>
          <a:xfrm>
            <a:off x="19666725" y="5541350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T57.4: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52" name="Google Shape;5352;g3ad9e36b878_1_0"/>
          <p:cNvSpPr/>
          <p:nvPr/>
        </p:nvSpPr>
        <p:spPr>
          <a:xfrm>
            <a:off x="19654200" y="5980725"/>
            <a:ext cx="1795200" cy="2034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T56.4: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#67775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53" name="Google Shape;5353;g3ad9e36b878_1_0"/>
          <p:cNvSpPr/>
          <p:nvPr/>
        </p:nvSpPr>
        <p:spPr>
          <a:xfrm>
            <a:off x="18632750" y="7313875"/>
            <a:ext cx="2217900" cy="19977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T53.2: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US3 (Swapping turret's targeting priorities)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#68547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54" name="Google Shape;5354;g3ad9e36b878_1_0"/>
          <p:cNvSpPr/>
          <p:nvPr/>
        </p:nvSpPr>
        <p:spPr>
          <a:xfrm>
            <a:off x="19433550" y="7312150"/>
            <a:ext cx="2166000" cy="17628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T56.5: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#67804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55" name="Google Shape;5355;g3ad9e36b878_1_0"/>
          <p:cNvSpPr/>
          <p:nvPr/>
        </p:nvSpPr>
        <p:spPr>
          <a:xfrm>
            <a:off x="18683400" y="7754075"/>
            <a:ext cx="22179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T45.2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US3 (turret’s targeting).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56" name="Google Shape;5356;g3ad9e36b878_1_0"/>
          <p:cNvSpPr/>
          <p:nvPr/>
        </p:nvSpPr>
        <p:spPr>
          <a:xfrm>
            <a:off x="18070925" y="8990500"/>
            <a:ext cx="22179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T50.2: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US4 (Copy and Paste)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#67286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57" name="Google Shape;5357;g3ad9e36b878_1_0"/>
          <p:cNvSpPr/>
          <p:nvPr/>
        </p:nvSpPr>
        <p:spPr>
          <a:xfrm>
            <a:off x="19471300" y="7749013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T57.5: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#68547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58" name="Google Shape;5358;g3ad9e36b878_1_0"/>
          <p:cNvSpPr/>
          <p:nvPr/>
        </p:nvSpPr>
        <p:spPr>
          <a:xfrm>
            <a:off x="18791000" y="8117500"/>
            <a:ext cx="22179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T55.3: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Additionally refine previously implemented code.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#68547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59" name="Google Shape;5359;g3ad9e36b878_1_0"/>
          <p:cNvSpPr/>
          <p:nvPr/>
        </p:nvSpPr>
        <p:spPr>
          <a:xfrm>
            <a:off x="18147650" y="9374850"/>
            <a:ext cx="2703000" cy="13821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T44.2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#67775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60" name="Google Shape;5360;g3ad9e36b878_1_0"/>
          <p:cNvSpPr/>
          <p:nvPr/>
        </p:nvSpPr>
        <p:spPr>
          <a:xfrm>
            <a:off x="18813150" y="8990500"/>
            <a:ext cx="1958400" cy="17058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T54.2: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US4 (Copy and Paste)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61" name="Google Shape;5361;g3ad9e36b878_1_0"/>
          <p:cNvSpPr/>
          <p:nvPr/>
        </p:nvSpPr>
        <p:spPr>
          <a:xfrm>
            <a:off x="18840350" y="9374850"/>
            <a:ext cx="2010300" cy="1452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T46.2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#67286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62" name="Google Shape;5362;g3ad9e36b878_1_0"/>
          <p:cNvSpPr/>
          <p:nvPr/>
        </p:nvSpPr>
        <p:spPr>
          <a:xfrm>
            <a:off x="18239300" y="9747850"/>
            <a:ext cx="31839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#67286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63" name="Google Shape;5363;g3ad9e36b878_1_0"/>
          <p:cNvSpPr/>
          <p:nvPr/>
        </p:nvSpPr>
        <p:spPr>
          <a:xfrm>
            <a:off x="19706625" y="9095950"/>
            <a:ext cx="17952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T57.6: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#67286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