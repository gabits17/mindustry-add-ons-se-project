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10799750" cx="215995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if3Hw/F7IfjhyUhC9h/zGBI/dx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2" orient="horz"/>
        <p:guide pos="68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6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d66a711aa_0_82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9d66a711aa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9d66a711aa_0_86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9d66a711aa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dcbc36143_0_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39dcbc361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dcbc36143_0_48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9dcbc361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9dcbc36143_0_9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9dcbc361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dcbc36143_0_132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g39dcbc3614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9dcbc36143_0_1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9dcbc3614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9dcbc36143_0_21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9dcbc3614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dcbc36143_0_30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39dcbc3614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9dc09b901a_1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39dc09b90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e21d174f9_1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g39e21d17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9f4a0cddd7_0_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g39f4a0cdd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9f4a0cddd7_0_74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g39f4a0cddd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9f4a0cddd7_0_159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39f4a0cddd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9f4a0cddd7_0_79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6" name="Google Shape;1316;g39f4a0cddd7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9f4a0cddd7_0_86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7" name="Google Shape;1387;g39f4a0cddd7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9f4a0cddd7_0_93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g39f4a0cddd7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9f4a0cddd7_0_517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g39f4a0cddd7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9f4a0cddd7_0_1040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g39f4a0cddd7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9f98e7237a_0_0:notes"/>
          <p:cNvSpPr/>
          <p:nvPr>
            <p:ph idx="2" type="sldImg"/>
          </p:nvPr>
        </p:nvSpPr>
        <p:spPr>
          <a:xfrm>
            <a:off x="278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1" name="Google Shape;1671;g39f98e723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9f98e7237a_0_5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g39f98e723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9f98e7237a_0_46:notes"/>
          <p:cNvSpPr/>
          <p:nvPr>
            <p:ph idx="2" type="sldImg"/>
          </p:nvPr>
        </p:nvSpPr>
        <p:spPr>
          <a:xfrm>
            <a:off x="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6" name="Google Shape;1716;g39f98e7237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1" name="Google Shape;81;p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" name="Google Shape;82;p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116604" y="68861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1945" y="223056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11945" y="52326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6545" y="372938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1759" y="61488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7224" y="761071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1943" y="82127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7223" y="884169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11943" y="947065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cxnSp>
        <p:nvCxnSpPr>
          <p:cNvPr id="102" name="Google Shape;102;p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cxnSp>
        <p:nvCxnSpPr>
          <p:cNvPr id="106" name="Google Shape;106;p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268744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" name="Google Shape;154;p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p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12341616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cxnSp>
        <p:nvCxnSpPr>
          <p:cNvPr id="157" name="Google Shape;157;p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1" name="Google Shape;201;p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5" name="Google Shape;205;p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4" name="Google Shape;254;p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2796359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9" name="Google Shape;299;p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3" name="Google Shape;303;p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" name="Google Shape;304;p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8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2369362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9" name="Google Shape;349;p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0" name="Google Shape;350;p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9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1" name="Google Shape;391;p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2" name="Google Shape;392;p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3" name="Google Shape;393;p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0" name="Google Shape;410;p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0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5478083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(shown idea proposal)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12762195" y="2374798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game.&lt;&lt;&lt;&lt;&lt;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637412" y="234642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p11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7" name="Google Shape;437;p11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1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11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p11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2341430" y="77276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5423760" y="393512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15423759" y="8867915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" name="Google Shape;478;p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4" name="Google Shape;484;p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8" name="Google Shape;498;p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2"/>
          <p:cNvSpPr/>
          <p:nvPr/>
        </p:nvSpPr>
        <p:spPr>
          <a:xfrm>
            <a:off x="15478083" y="2405949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5478083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5478082" y="8904706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1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2" name="Google Shape;522;p1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3" name="Google Shape;523;p1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4" name="Google Shape;524;p1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5" name="Google Shape;525;p1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6" name="Google Shape;526;p1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7" name="Google Shape;527;p1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1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1" name="Google Shape;541;p1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3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9BC78B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6052621" y="2387451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2369362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1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2" name="Google Shape;562;p1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" name="Google Shape;563;p1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" name="Google Shape;564;p1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5" name="Google Shape;565;p1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6" name="Google Shape;566;p1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7" name="Google Shape;567;p1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1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1" name="Google Shape;581;p1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1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5478083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8" name="Google Shape;598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99" name="Google Shape;599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0" name="Google Shape;600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1" name="Google Shape;601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2" name="Google Shape;602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3" name="Google Shape;603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4" name="Google Shape;604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8" name="Google Shape;618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1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9256129" y="5530450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7CA9B2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8668887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6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6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1" name="Google Shape;641;p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5" name="Google Shape;655;p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6" name="Google Shape;656;p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7" name="Google Shape;657;p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8" name="Google Shape;658;p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9" name="Google Shape;659;p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0" name="Google Shape;660;p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61" name="Google Shape;661;p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17"/>
          <p:cNvSpPr/>
          <p:nvPr/>
        </p:nvSpPr>
        <p:spPr>
          <a:xfrm>
            <a:off x="112845" y="895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113008" y="47510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64" name="Google Shape;664;p17"/>
          <p:cNvSpPr/>
          <p:nvPr/>
        </p:nvSpPr>
        <p:spPr>
          <a:xfrm>
            <a:off x="113011" y="52675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112854" y="19271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112840" y="28844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112862" y="35564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113011" y="59354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113011" y="70612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670" name="Google Shape;670;p17"/>
          <p:cNvSpPr/>
          <p:nvPr/>
        </p:nvSpPr>
        <p:spPr>
          <a:xfrm>
            <a:off x="112841" y="7637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112990" y="852316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112990" y="87745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112990" y="90325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112990" y="93714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9d66a711aa_0_824"/>
          <p:cNvSpPr/>
          <p:nvPr/>
        </p:nvSpPr>
        <p:spPr>
          <a:xfrm>
            <a:off x="9366086" y="404690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680" name="Google Shape;680;g39d66a711aa_0_824"/>
          <p:cNvSpPr/>
          <p:nvPr/>
        </p:nvSpPr>
        <p:spPr>
          <a:xfrm>
            <a:off x="93117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cxnSp>
        <p:nvCxnSpPr>
          <p:cNvPr id="681" name="Google Shape;681;g39d66a711aa_0_82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g39d66a711aa_0_82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g39d66a711aa_0_82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g39d66a711aa_0_82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g39d66a711aa_0_82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g39d66a711aa_0_82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g39d66a711aa_0_82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8" name="Google Shape;688;g39d66a711aa_0_82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g39d66a711aa_0_82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g39d66a711aa_0_82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g39d66a711aa_0_82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g39d66a711aa_0_82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g39d66a711aa_0_82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4" name="Google Shape;694;g39d66a711aa_0_82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5" name="Google Shape;695;g39d66a711aa_0_82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6" name="Google Shape;696;g39d66a711aa_0_82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7" name="Google Shape;697;g39d66a711aa_0_82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8" name="Google Shape;698;g39d66a711aa_0_82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9" name="Google Shape;699;g39d66a711aa_0_82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0" name="Google Shape;700;g39d66a711aa_0_82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1" name="Google Shape;701;g39d66a711aa_0_82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g39d66a711aa_0_82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g39d66a711aa_0_824"/>
          <p:cNvSpPr/>
          <p:nvPr/>
        </p:nvSpPr>
        <p:spPr>
          <a:xfrm>
            <a:off x="93116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04" name="Google Shape;704;g39d66a711aa_0_82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05" name="Google Shape;705;g39d66a711aa_0_824"/>
          <p:cNvSpPr/>
          <p:nvPr/>
        </p:nvSpPr>
        <p:spPr>
          <a:xfrm>
            <a:off x="9311783" y="8951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06" name="Google Shape;706;g39d66a711aa_0_82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07" name="Google Shape;707;g39d66a711aa_0_824"/>
          <p:cNvSpPr/>
          <p:nvPr/>
        </p:nvSpPr>
        <p:spPr>
          <a:xfrm>
            <a:off x="9776474" y="404691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08" name="Google Shape;708;g39d66a711aa_0_82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09" name="Google Shape;709;g39d66a711aa_0_824"/>
          <p:cNvSpPr/>
          <p:nvPr/>
        </p:nvSpPr>
        <p:spPr>
          <a:xfrm>
            <a:off x="97221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710" name="Google Shape;710;g39d66a711aa_0_82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1" name="Google Shape;711;g39d66a711aa_0_824"/>
          <p:cNvSpPr/>
          <p:nvPr/>
        </p:nvSpPr>
        <p:spPr>
          <a:xfrm>
            <a:off x="93117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2" name="Google Shape;712;g39d66a711aa_0_82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13" name="Google Shape;713;g39d66a711aa_0_824"/>
          <p:cNvSpPr/>
          <p:nvPr/>
        </p:nvSpPr>
        <p:spPr>
          <a:xfrm>
            <a:off x="9311783" y="89905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14" name="Google Shape;714;g39d66a711aa_0_82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15" name="Google Shape;715;g39d66a711aa_0_824"/>
          <p:cNvSpPr/>
          <p:nvPr/>
        </p:nvSpPr>
        <p:spPr>
          <a:xfrm>
            <a:off x="10169290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16" name="Google Shape;716;g39d66a711aa_0_824"/>
          <p:cNvSpPr/>
          <p:nvPr/>
        </p:nvSpPr>
        <p:spPr>
          <a:xfrm>
            <a:off x="10169311" y="248677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17" name="Google Shape;717;g39d66a711aa_0_824"/>
          <p:cNvSpPr/>
          <p:nvPr/>
        </p:nvSpPr>
        <p:spPr>
          <a:xfrm>
            <a:off x="10616690" y="405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g39d66a711aa_0_86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g39d66a711aa_0_86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g39d66a711aa_0_86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5" name="Google Shape;725;g39d66a711aa_0_86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6" name="Google Shape;726;g39d66a711aa_0_86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g39d66a711aa_0_86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g39d66a711aa_0_86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9" name="Google Shape;729;g39d66a711aa_0_86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g39d66a711aa_0_86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g39d66a711aa_0_86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g39d66a711aa_0_86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3" name="Google Shape;733;g39d66a711aa_0_86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g39d66a711aa_0_86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g39d66a711aa_0_86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6" name="Google Shape;736;g39d66a711aa_0_86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7" name="Google Shape;737;g39d66a711aa_0_86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8" name="Google Shape;738;g39d66a711aa_0_86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9" name="Google Shape;739;g39d66a711aa_0_86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0" name="Google Shape;740;g39d66a711aa_0_86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1" name="Google Shape;741;g39d66a711aa_0_86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42" name="Google Shape;742;g39d66a711aa_0_86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g39d66a711aa_0_86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g39d66a711aa_0_86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45" name="Google Shape;745;g39d66a711aa_0_86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46" name="Google Shape;746;g39d66a711aa_0_864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47" name="Google Shape;747;g39d66a711aa_0_86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48" name="Google Shape;748;g39d66a711aa_0_86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49" name="Google Shape;749;g39d66a711aa_0_86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0" name="Google Shape;750;g39d66a711aa_0_864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1" name="Google Shape;751;g39d66a711aa_0_86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52" name="Google Shape;752;g39d66a711aa_0_864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53" name="Google Shape;753;g39d66a711aa_0_86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54" name="Google Shape;754;g39d66a711aa_0_864"/>
          <p:cNvSpPr/>
          <p:nvPr/>
        </p:nvSpPr>
        <p:spPr>
          <a:xfrm>
            <a:off x="12369386" y="236305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55" name="Google Shape;755;g39d66a711aa_0_864"/>
          <p:cNvSpPr/>
          <p:nvPr/>
        </p:nvSpPr>
        <p:spPr>
          <a:xfrm>
            <a:off x="8917799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56" name="Google Shape;756;g39d66a711aa_0_864"/>
          <p:cNvSpPr/>
          <p:nvPr/>
        </p:nvSpPr>
        <p:spPr>
          <a:xfrm>
            <a:off x="92984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7" name="Google Shape;757;g39d66a711aa_0_864"/>
          <p:cNvSpPr/>
          <p:nvPr/>
        </p:nvSpPr>
        <p:spPr>
          <a:xfrm>
            <a:off x="9740536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758" name="Google Shape;758;g39d66a711aa_0_864"/>
          <p:cNvSpPr/>
          <p:nvPr/>
        </p:nvSpPr>
        <p:spPr>
          <a:xfrm>
            <a:off x="12341640" y="4002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59" name="Google Shape;759;g39d66a711aa_0_864"/>
          <p:cNvSpPr/>
          <p:nvPr/>
        </p:nvSpPr>
        <p:spPr>
          <a:xfrm>
            <a:off x="92984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760" name="Google Shape;760;g39d66a711aa_0_864"/>
          <p:cNvSpPr/>
          <p:nvPr/>
        </p:nvSpPr>
        <p:spPr>
          <a:xfrm>
            <a:off x="1288381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5" name="Google Shape;765;g39dcbc36143_0_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6" name="Google Shape;766;g39dcbc36143_0_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7" name="Google Shape;767;g39dcbc36143_0_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g39dcbc36143_0_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9" name="Google Shape;769;g39dcbc36143_0_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g39dcbc36143_0_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g39dcbc36143_0_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g39dcbc36143_0_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3" name="Google Shape;773;g39dcbc36143_0_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g39dcbc36143_0_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5" name="Google Shape;775;g39dcbc36143_0_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g39dcbc36143_0_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g39dcbc36143_0_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g39dcbc36143_0_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9" name="Google Shape;779;g39dcbc36143_0_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0" name="Google Shape;780;g39dcbc36143_0_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1" name="Google Shape;781;g39dcbc36143_0_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2" name="Google Shape;782;g39dcbc36143_0_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3" name="Google Shape;783;g39dcbc36143_0_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4" name="Google Shape;784;g39dcbc36143_0_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85" name="Google Shape;785;g39dcbc36143_0_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9dcbc36143_0_6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7" name="Google Shape;787;g39dcbc36143_0_6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788" name="Google Shape;788;g39dcbc36143_0_6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89" name="Google Shape;789;g39dcbc36143_0_6"/>
          <p:cNvSpPr/>
          <p:nvPr/>
        </p:nvSpPr>
        <p:spPr>
          <a:xfrm>
            <a:off x="12341658" y="8320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0" name="Google Shape;790;g39dcbc36143_0_6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791" name="Google Shape;791;g39dcbc36143_0_6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2" name="Google Shape;792;g39dcbc36143_0_6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3" name="Google Shape;793;g39dcbc36143_0_6"/>
          <p:cNvSpPr/>
          <p:nvPr/>
        </p:nvSpPr>
        <p:spPr>
          <a:xfrm>
            <a:off x="12369383" y="7261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4" name="Google Shape;794;g39dcbc36143_0_6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795" name="Google Shape;795;g39dcbc36143_0_6"/>
          <p:cNvSpPr/>
          <p:nvPr/>
        </p:nvSpPr>
        <p:spPr>
          <a:xfrm>
            <a:off x="12369383" y="89008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796" name="Google Shape;796;g39dcbc36143_0_6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797" name="Google Shape;797;g39dcbc36143_0_6"/>
          <p:cNvSpPr/>
          <p:nvPr/>
        </p:nvSpPr>
        <p:spPr>
          <a:xfrm>
            <a:off x="15532411" y="241702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798" name="Google Shape;798;g39dcbc36143_0_6"/>
          <p:cNvSpPr/>
          <p:nvPr/>
        </p:nvSpPr>
        <p:spPr>
          <a:xfrm>
            <a:off x="9002186" y="406267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799" name="Google Shape;799;g39dcbc36143_0_6"/>
          <p:cNvSpPr/>
          <p:nvPr/>
        </p:nvSpPr>
        <p:spPr>
          <a:xfrm>
            <a:off x="9566940" y="403113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0" name="Google Shape;800;g39dcbc36143_0_6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01" name="Google Shape;801;g39dcbc36143_0_6"/>
          <p:cNvSpPr/>
          <p:nvPr/>
        </p:nvSpPr>
        <p:spPr>
          <a:xfrm>
            <a:off x="1555896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2" name="Google Shape;802;g39dcbc36143_0_6"/>
          <p:cNvSpPr/>
          <p:nvPr/>
        </p:nvSpPr>
        <p:spPr>
          <a:xfrm>
            <a:off x="92573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03" name="Google Shape;803;g39dcbc36143_0_6"/>
          <p:cNvSpPr/>
          <p:nvPr/>
        </p:nvSpPr>
        <p:spPr>
          <a:xfrm>
            <a:off x="12287240" y="241701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" name="Google Shape;808;g39dcbc36143_0_4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g39dcbc36143_0_4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0" name="Google Shape;810;g39dcbc36143_0_4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g39dcbc36143_0_4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g39dcbc36143_0_4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3" name="Google Shape;813;g39dcbc36143_0_4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4" name="Google Shape;814;g39dcbc36143_0_4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5" name="Google Shape;815;g39dcbc36143_0_4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g39dcbc36143_0_4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g39dcbc36143_0_4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g39dcbc36143_0_4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9" name="Google Shape;819;g39dcbc36143_0_4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0" name="Google Shape;820;g39dcbc36143_0_4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1" name="Google Shape;821;g39dcbc36143_0_4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22" name="Google Shape;822;g39dcbc36143_0_4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3" name="Google Shape;823;g39dcbc36143_0_4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4" name="Google Shape;824;g39dcbc36143_0_4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5" name="Google Shape;825;g39dcbc36143_0_4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6" name="Google Shape;826;g39dcbc36143_0_4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7" name="Google Shape;827;g39dcbc36143_0_4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28" name="Google Shape;828;g39dcbc36143_0_4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g39dcbc36143_0_48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0" name="Google Shape;830;g39dcbc36143_0_48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31" name="Google Shape;831;g39dcbc36143_0_48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2" name="Google Shape;832;g39dcbc36143_0_48"/>
          <p:cNvSpPr/>
          <p:nvPr/>
        </p:nvSpPr>
        <p:spPr>
          <a:xfrm>
            <a:off x="15478108" y="7263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3" name="Google Shape;833;g39dcbc36143_0_48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34" name="Google Shape;834;g39dcbc36143_0_48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5" name="Google Shape;835;g39dcbc36143_0_48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36" name="Google Shape;836;g39dcbc36143_0_48"/>
          <p:cNvSpPr/>
          <p:nvPr/>
        </p:nvSpPr>
        <p:spPr>
          <a:xfrm>
            <a:off x="15478108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7" name="Google Shape;837;g39dcbc36143_0_48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38" name="Google Shape;838;g39dcbc36143_0_48"/>
          <p:cNvSpPr/>
          <p:nvPr/>
        </p:nvSpPr>
        <p:spPr>
          <a:xfrm>
            <a:off x="15478108" y="87746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39" name="Google Shape;839;g39dcbc36143_0_48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40" name="Google Shape;840;g39dcbc36143_0_48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41" name="Google Shape;841;g39dcbc36143_0_48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42" name="Google Shape;842;g39dcbc36143_0_48"/>
          <p:cNvSpPr/>
          <p:nvPr/>
        </p:nvSpPr>
        <p:spPr>
          <a:xfrm>
            <a:off x="9676315" y="41156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3" name="Google Shape;843;g39dcbc36143_0_48"/>
          <p:cNvSpPr/>
          <p:nvPr/>
        </p:nvSpPr>
        <p:spPr>
          <a:xfrm>
            <a:off x="12341661" y="40020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44" name="Google Shape;844;g39dcbc36143_0_48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5" name="Google Shape;845;g39dcbc36143_0_48"/>
          <p:cNvSpPr/>
          <p:nvPr/>
        </p:nvSpPr>
        <p:spPr>
          <a:xfrm>
            <a:off x="934372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46" name="Google Shape;846;g39dcbc36143_0_48"/>
          <p:cNvSpPr/>
          <p:nvPr/>
        </p:nvSpPr>
        <p:spPr>
          <a:xfrm>
            <a:off x="12459978" y="23447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1" name="Google Shape;851;g39dcbc36143_0_9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g39dcbc36143_0_9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3" name="Google Shape;853;g39dcbc36143_0_9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g39dcbc36143_0_9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5" name="Google Shape;855;g39dcbc36143_0_9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g39dcbc36143_0_9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7" name="Google Shape;857;g39dcbc36143_0_9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g39dcbc36143_0_9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g39dcbc36143_0_9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0" name="Google Shape;860;g39dcbc36143_0_9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1" name="Google Shape;861;g39dcbc36143_0_9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g39dcbc36143_0_9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g39dcbc36143_0_9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g39dcbc36143_0_9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5" name="Google Shape;865;g39dcbc36143_0_9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6" name="Google Shape;866;g39dcbc36143_0_9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7" name="Google Shape;867;g39dcbc36143_0_9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8" name="Google Shape;868;g39dcbc36143_0_9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69" name="Google Shape;869;g39dcbc36143_0_9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0" name="Google Shape;870;g39dcbc36143_0_9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71" name="Google Shape;871;g39dcbc36143_0_9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g39dcbc36143_0_90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3" name="Google Shape;873;g39dcbc36143_0_90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74" name="Google Shape;874;g39dcbc36143_0_90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5" name="Google Shape;875;g39dcbc36143_0_90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76" name="Google Shape;876;g39dcbc36143_0_90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877" name="Google Shape;877;g39dcbc36143_0_90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78" name="Google Shape;878;g39dcbc36143_0_90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79" name="Google Shape;879;g39dcbc36143_0_90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0" name="Google Shape;880;g39dcbc36143_0_90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881" name="Google Shape;881;g39dcbc36143_0_90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882" name="Google Shape;882;g39dcbc36143_0_90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883" name="Google Shape;883;g39dcbc36143_0_90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884" name="Google Shape;884;g39dcbc36143_0_90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885" name="Google Shape;885;g39dcbc36143_0_90"/>
          <p:cNvSpPr/>
          <p:nvPr/>
        </p:nvSpPr>
        <p:spPr>
          <a:xfrm>
            <a:off x="12341640" y="39583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6" name="Google Shape;886;g39dcbc36143_0_90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887" name="Google Shape;887;g39dcbc36143_0_90"/>
          <p:cNvSpPr/>
          <p:nvPr/>
        </p:nvSpPr>
        <p:spPr>
          <a:xfrm>
            <a:off x="15669911" y="39583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888" name="Google Shape;888;g39dcbc36143_0_90"/>
          <p:cNvSpPr/>
          <p:nvPr/>
        </p:nvSpPr>
        <p:spPr>
          <a:xfrm>
            <a:off x="120997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889" name="Google Shape;889;g39dcbc36143_0_90"/>
          <p:cNvSpPr/>
          <p:nvPr/>
        </p:nvSpPr>
        <p:spPr>
          <a:xfrm>
            <a:off x="12671015" y="20612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4" name="Google Shape;894;g39dcbc36143_0_13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g39dcbc36143_0_13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g39dcbc36143_0_13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g39dcbc36143_0_13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8" name="Google Shape;898;g39dcbc36143_0_13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g39dcbc36143_0_13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0" name="Google Shape;900;g39dcbc36143_0_13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1" name="Google Shape;901;g39dcbc36143_0_13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g39dcbc36143_0_13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g39dcbc36143_0_13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g39dcbc36143_0_13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5" name="Google Shape;905;g39dcbc36143_0_13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g39dcbc36143_0_13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g39dcbc36143_0_13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g39dcbc36143_0_13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09" name="Google Shape;909;g39dcbc36143_0_13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0" name="Google Shape;910;g39dcbc36143_0_13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1" name="Google Shape;911;g39dcbc36143_0_13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2" name="Google Shape;912;g39dcbc36143_0_13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3" name="Google Shape;913;g39dcbc36143_0_13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14" name="Google Shape;914;g39dcbc36143_0_13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g39dcbc36143_0_132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6" name="Google Shape;916;g39dcbc36143_0_132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17" name="Google Shape;917;g39dcbc36143_0_132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8" name="Google Shape;918;g39dcbc36143_0_132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19" name="Google Shape;919;g39dcbc36143_0_132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20" name="Google Shape;920;g39dcbc36143_0_132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1" name="Google Shape;921;g39dcbc36143_0_132"/>
          <p:cNvSpPr/>
          <p:nvPr/>
        </p:nvSpPr>
        <p:spPr>
          <a:xfrm>
            <a:off x="12369365" y="236304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22" name="Google Shape;922;g39dcbc36143_0_132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3" name="Google Shape;923;g39dcbc36143_0_132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4" name="Google Shape;924;g39dcbc36143_0_132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25" name="Google Shape;925;g39dcbc36143_0_132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26" name="Google Shape;926;g39dcbc36143_0_132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27" name="Google Shape;927;g39dcbc36143_0_132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28" name="Google Shape;928;g39dcbc36143_0_132"/>
          <p:cNvSpPr/>
          <p:nvPr/>
        </p:nvSpPr>
        <p:spPr>
          <a:xfrm>
            <a:off x="9311786" y="407844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29" name="Google Shape;929;g39dcbc36143_0_132"/>
          <p:cNvSpPr/>
          <p:nvPr/>
        </p:nvSpPr>
        <p:spPr>
          <a:xfrm>
            <a:off x="18741915" y="40468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0" name="Google Shape;930;g39dcbc36143_0_132"/>
          <p:cNvSpPr/>
          <p:nvPr/>
        </p:nvSpPr>
        <p:spPr>
          <a:xfrm>
            <a:off x="18963511" y="404689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931" name="Google Shape;931;g39dcbc36143_0_132"/>
          <p:cNvSpPr/>
          <p:nvPr/>
        </p:nvSpPr>
        <p:spPr>
          <a:xfrm>
            <a:off x="15478090" y="2166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932" name="Google Shape;932;g39dcbc36143_0_132"/>
          <p:cNvSpPr/>
          <p:nvPr/>
        </p:nvSpPr>
        <p:spPr>
          <a:xfrm>
            <a:off x="15634215" y="404690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7" name="Google Shape;937;g39dcbc36143_0_1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g39dcbc36143_0_1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9" name="Google Shape;939;g39dcbc36143_0_1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0" name="Google Shape;940;g39dcbc36143_0_1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1" name="Google Shape;941;g39dcbc36143_0_1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g39dcbc36143_0_1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3" name="Google Shape;943;g39dcbc36143_0_1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g39dcbc36143_0_1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g39dcbc36143_0_1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6" name="Google Shape;946;g39dcbc36143_0_1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g39dcbc36143_0_1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g39dcbc36143_0_1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9" name="Google Shape;949;g39dcbc36143_0_1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0" name="Google Shape;950;g39dcbc36143_0_1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1" name="Google Shape;951;g39dcbc36143_0_1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2" name="Google Shape;952;g39dcbc36143_0_1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3" name="Google Shape;953;g39dcbc36143_0_1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4" name="Google Shape;954;g39dcbc36143_0_1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5" name="Google Shape;955;g39dcbc36143_0_1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6" name="Google Shape;956;g39dcbc36143_0_1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57" name="Google Shape;957;g39dcbc36143_0_1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8" name="Google Shape;958;g39dcbc36143_0_174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9" name="Google Shape;959;g39dcbc36143_0_174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960" name="Google Shape;960;g39dcbc36143_0_174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1" name="Google Shape;961;g39dcbc36143_0_174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2" name="Google Shape;962;g39dcbc36143_0_174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963" name="Google Shape;963;g39dcbc36143_0_174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4" name="Google Shape;964;g39dcbc36143_0_174"/>
          <p:cNvSpPr/>
          <p:nvPr/>
        </p:nvSpPr>
        <p:spPr>
          <a:xfrm>
            <a:off x="12341653" y="2242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965" name="Google Shape;965;g39dcbc36143_0_174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66" name="Google Shape;966;g39dcbc36143_0_174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7" name="Google Shape;967;g39dcbc36143_0_174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968" name="Google Shape;968;g39dcbc36143_0_174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69" name="Google Shape;969;g39dcbc36143_0_174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70" name="Google Shape;970;g39dcbc36143_0_174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971" name="Google Shape;971;g39dcbc36143_0_174"/>
          <p:cNvSpPr/>
          <p:nvPr/>
        </p:nvSpPr>
        <p:spPr>
          <a:xfrm>
            <a:off x="12369386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972" name="Google Shape;972;g39dcbc36143_0_174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7" name="Google Shape;977;g39dcbc36143_0_21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8" name="Google Shape;978;g39dcbc36143_0_21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g39dcbc36143_0_21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g39dcbc36143_0_21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1" name="Google Shape;981;g39dcbc36143_0_21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g39dcbc36143_0_21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g39dcbc36143_0_21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g39dcbc36143_0_21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g39dcbc36143_0_21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6" name="Google Shape;986;g39dcbc36143_0_21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g39dcbc36143_0_21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g39dcbc36143_0_21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g39dcbc36143_0_21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0" name="Google Shape;990;g39dcbc36143_0_21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91" name="Google Shape;991;g39dcbc36143_0_21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2" name="Google Shape;992;g39dcbc36143_0_21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3" name="Google Shape;993;g39dcbc36143_0_21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4" name="Google Shape;994;g39dcbc36143_0_21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5" name="Google Shape;995;g39dcbc36143_0_21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6" name="Google Shape;996;g39dcbc36143_0_21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97" name="Google Shape;997;g39dcbc36143_0_21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g39dcbc36143_0_21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9" name="Google Shape;999;g39dcbc36143_0_21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00" name="Google Shape;1000;g39dcbc36143_0_21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1" name="Google Shape;1001;g39dcbc36143_0_21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2" name="Google Shape;1002;g39dcbc36143_0_21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03" name="Google Shape;1003;g39dcbc36143_0_21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4" name="Google Shape;1004;g39dcbc36143_0_219"/>
          <p:cNvSpPr/>
          <p:nvPr/>
        </p:nvSpPr>
        <p:spPr>
          <a:xfrm>
            <a:off x="123959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05" name="Google Shape;1005;g39dcbc36143_0_21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06" name="Google Shape;1006;g39dcbc36143_0_21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7" name="Google Shape;1007;g39dcbc36143_0_21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08" name="Google Shape;1008;g39dcbc36143_0_21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09" name="Google Shape;1009;g39dcbc36143_0_21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10" name="Google Shape;1010;g39dcbc36143_0_21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11" name="Google Shape;1011;g39dcbc36143_0_219"/>
          <p:cNvSpPr/>
          <p:nvPr/>
        </p:nvSpPr>
        <p:spPr>
          <a:xfrm>
            <a:off x="15568949" y="3932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  <p:sp>
        <p:nvSpPr>
          <p:cNvPr id="1012" name="Google Shape;1012;g39dcbc36143_0_21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13" name="Google Shape;1013;g39dcbc36143_0_21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4" name="Google Shape;1014;g39dcbc36143_0_21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15" name="Google Shape;1015;g39dcbc36143_0_21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0" name="Google Shape;1020;g39dcbc36143_0_30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g39dcbc36143_0_30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2" name="Google Shape;1022;g39dcbc36143_0_30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3" name="Google Shape;1023;g39dcbc36143_0_30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4" name="Google Shape;1024;g39dcbc36143_0_30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g39dcbc36143_0_30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6" name="Google Shape;1026;g39dcbc36143_0_30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7" name="Google Shape;1027;g39dcbc36143_0_30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g39dcbc36143_0_30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9" name="Google Shape;1029;g39dcbc36143_0_30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0" name="Google Shape;1030;g39dcbc36143_0_30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1" name="Google Shape;1031;g39dcbc36143_0_30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g39dcbc36143_0_30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g39dcbc36143_0_30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4" name="Google Shape;1034;g39dcbc36143_0_30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5" name="Google Shape;1035;g39dcbc36143_0_30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6" name="Google Shape;1036;g39dcbc36143_0_30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7" name="Google Shape;1037;g39dcbc36143_0_30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8" name="Google Shape;1038;g39dcbc36143_0_30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9" name="Google Shape;1039;g39dcbc36143_0_30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40" name="Google Shape;1040;g39dcbc36143_0_30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1" name="Google Shape;1041;g39dcbc36143_0_309"/>
          <p:cNvSpPr/>
          <p:nvPr/>
        </p:nvSpPr>
        <p:spPr>
          <a:xfrm>
            <a:off x="6227179" y="562279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g39dcbc36143_0_309"/>
          <p:cNvSpPr/>
          <p:nvPr/>
        </p:nvSpPr>
        <p:spPr>
          <a:xfrm>
            <a:off x="12369216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43" name="Google Shape;1043;g39dcbc36143_0_309"/>
          <p:cNvSpPr/>
          <p:nvPr/>
        </p:nvSpPr>
        <p:spPr>
          <a:xfrm>
            <a:off x="6177745" y="83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4" name="Google Shape;1044;g39dcbc36143_0_309"/>
          <p:cNvSpPr/>
          <p:nvPr/>
        </p:nvSpPr>
        <p:spPr>
          <a:xfrm>
            <a:off x="18741933" y="78716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45" name="Google Shape;1045;g39dcbc36143_0_309"/>
          <p:cNvSpPr/>
          <p:nvPr/>
        </p:nvSpPr>
        <p:spPr>
          <a:xfrm>
            <a:off x="6227212" y="24710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US4: As a mod developer in a team, I want to further brainstorm potential functionalities so that existing ideas are refined or replace with better ones.</a:t>
            </a:r>
            <a:endParaRPr/>
          </a:p>
        </p:txBody>
      </p:sp>
      <p:sp>
        <p:nvSpPr>
          <p:cNvPr id="1046" name="Google Shape;1046;g39dcbc36143_0_309"/>
          <p:cNvSpPr/>
          <p:nvPr/>
        </p:nvSpPr>
        <p:spPr>
          <a:xfrm>
            <a:off x="6227164" y="40469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47" name="Google Shape;1047;g39dcbc36143_0_309"/>
          <p:cNvSpPr/>
          <p:nvPr/>
        </p:nvSpPr>
        <p:spPr>
          <a:xfrm>
            <a:off x="12341640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Study code associated to water piping system.</a:t>
            </a:r>
            <a:endParaRPr/>
          </a:p>
        </p:txBody>
      </p:sp>
      <p:sp>
        <p:nvSpPr>
          <p:cNvPr id="1048" name="Google Shape;1048;g39dcbc36143_0_309"/>
          <p:cNvSpPr/>
          <p:nvPr/>
        </p:nvSpPr>
        <p:spPr>
          <a:xfrm>
            <a:off x="6227170" y="7261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49" name="Google Shape;1049;g39dcbc36143_0_309"/>
          <p:cNvSpPr/>
          <p:nvPr/>
        </p:nvSpPr>
        <p:spPr>
          <a:xfrm>
            <a:off x="18741933" y="719871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0" name="Google Shape;1050;g39dcbc36143_0_309"/>
          <p:cNvSpPr/>
          <p:nvPr/>
        </p:nvSpPr>
        <p:spPr>
          <a:xfrm>
            <a:off x="6200014" y="89008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developer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51" name="Google Shape;1051;g39dcbc36143_0_309"/>
          <p:cNvSpPr/>
          <p:nvPr/>
        </p:nvSpPr>
        <p:spPr>
          <a:xfrm>
            <a:off x="18741933" y="882493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052" name="Google Shape;1052;g39dcbc36143_0_309"/>
          <p:cNvSpPr/>
          <p:nvPr/>
        </p:nvSpPr>
        <p:spPr>
          <a:xfrm>
            <a:off x="6458595" y="8900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053" name="Google Shape;1053;g39dcbc36143_0_309"/>
          <p:cNvSpPr/>
          <p:nvPr/>
        </p:nvSpPr>
        <p:spPr>
          <a:xfrm>
            <a:off x="18741936" y="2471001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T7: Make feature goals more specific.</a:t>
            </a:r>
            <a:endParaRPr/>
          </a:p>
        </p:txBody>
      </p:sp>
      <p:sp>
        <p:nvSpPr>
          <p:cNvPr id="1054" name="Google Shape;1054;g39dcbc36143_0_309"/>
          <p:cNvSpPr/>
          <p:nvPr/>
        </p:nvSpPr>
        <p:spPr>
          <a:xfrm>
            <a:off x="18741936" y="4078446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T8: Brainstorm further features for replacement (if necessary).</a:t>
            </a:r>
            <a:endParaRPr/>
          </a:p>
        </p:txBody>
      </p:sp>
      <p:sp>
        <p:nvSpPr>
          <p:cNvPr id="1055" name="Google Shape;1055;g39dcbc36143_0_309"/>
          <p:cNvSpPr/>
          <p:nvPr/>
        </p:nvSpPr>
        <p:spPr>
          <a:xfrm>
            <a:off x="18959665" y="24709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6" name="Google Shape;1056;g39dcbc36143_0_309"/>
          <p:cNvSpPr/>
          <p:nvPr/>
        </p:nvSpPr>
        <p:spPr>
          <a:xfrm>
            <a:off x="1890281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7" name="Google Shape;1057;g39dcbc36143_0_309"/>
          <p:cNvSpPr/>
          <p:nvPr/>
        </p:nvSpPr>
        <p:spPr>
          <a:xfrm>
            <a:off x="19130765" y="407845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Define functionality 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  <p:sp>
        <p:nvSpPr>
          <p:cNvPr id="1058" name="Google Shape;1058;g39dcbc36143_0_309"/>
          <p:cNvSpPr/>
          <p:nvPr/>
        </p:nvSpPr>
        <p:spPr>
          <a:xfrm>
            <a:off x="19372274" y="4046897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T9: Study code associated to undo/redo feature.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g39dc09b901a_1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g39dc09b901a_1_0"/>
          <p:cNvSpPr/>
          <p:nvPr/>
        </p:nvSpPr>
        <p:spPr>
          <a:xfrm>
            <a:off x="814250" y="3300663"/>
            <a:ext cx="19971499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9" name="Google Shape;1069;g39e21d174f9_1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0" name="Google Shape;1070;g39e21d174f9_1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1" name="Google Shape;1071;g39e21d174f9_1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2" name="Google Shape;1072;g39e21d174f9_1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3" name="Google Shape;1073;g39e21d174f9_1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g39e21d174f9_1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5" name="Google Shape;1075;g39e21d174f9_1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6" name="Google Shape;1076;g39e21d174f9_1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g39e21d174f9_1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g39e21d174f9_1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9" name="Google Shape;1079;g39e21d174f9_1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0" name="Google Shape;1080;g39e21d174f9_1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1" name="Google Shape;1081;g39e21d174f9_1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2" name="Google Shape;1082;g39e21d174f9_1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3" name="Google Shape;1083;g39e21d174f9_1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4" name="Google Shape;1084;g39e21d174f9_1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5" name="Google Shape;1085;g39e21d174f9_1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6" name="Google Shape;1086;g39e21d174f9_1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7" name="Google Shape;1087;g39e21d174f9_1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8" name="Google Shape;1088;g39e21d174f9_1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9" name="Google Shape;1089;g39e21d174f9_1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g39e21d174f9_1_0"/>
          <p:cNvSpPr/>
          <p:nvPr/>
        </p:nvSpPr>
        <p:spPr>
          <a:xfrm>
            <a:off x="112854" y="273806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g39e21d174f9_1_0"/>
          <p:cNvSpPr/>
          <p:nvPr/>
        </p:nvSpPr>
        <p:spPr>
          <a:xfrm>
            <a:off x="112841" y="3201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092" name="Google Shape;1092;g39e21d174f9_1_0"/>
          <p:cNvSpPr/>
          <p:nvPr/>
        </p:nvSpPr>
        <p:spPr>
          <a:xfrm>
            <a:off x="112840" y="6318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093" name="Google Shape;1093;g39e21d174f9_1_0"/>
          <p:cNvSpPr/>
          <p:nvPr/>
        </p:nvSpPr>
        <p:spPr>
          <a:xfrm>
            <a:off x="112990" y="10270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094" name="Google Shape;1094;g39e21d174f9_1_0"/>
          <p:cNvSpPr/>
          <p:nvPr/>
        </p:nvSpPr>
        <p:spPr>
          <a:xfrm>
            <a:off x="112840" y="4666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095" name="Google Shape;1095;g39e21d174f9_1_0"/>
          <p:cNvSpPr/>
          <p:nvPr/>
        </p:nvSpPr>
        <p:spPr>
          <a:xfrm>
            <a:off x="113000" y="720645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</a:t>
            </a:r>
            <a:r>
              <a:rPr lang="en-GB"/>
              <a:t>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096" name="Google Shape;1096;g39e21d174f9_1_0"/>
          <p:cNvSpPr/>
          <p:nvPr/>
        </p:nvSpPr>
        <p:spPr>
          <a:xfrm>
            <a:off x="112841" y="5204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T14: Revisit the read code, and find code smells.</a:t>
            </a:r>
            <a:endParaRPr/>
          </a:p>
        </p:txBody>
      </p:sp>
      <p:sp>
        <p:nvSpPr>
          <p:cNvPr id="1097" name="Google Shape;1097;g39e21d174f9_1_0"/>
          <p:cNvSpPr/>
          <p:nvPr/>
        </p:nvSpPr>
        <p:spPr>
          <a:xfrm>
            <a:off x="112841" y="5622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found code smells, and brainstorm possible solutions.</a:t>
            </a:r>
            <a:endParaRPr/>
          </a:p>
        </p:txBody>
      </p:sp>
      <p:sp>
        <p:nvSpPr>
          <p:cNvPr id="1098" name="Google Shape;1098;g39e21d174f9_1_0"/>
          <p:cNvSpPr/>
          <p:nvPr/>
        </p:nvSpPr>
        <p:spPr>
          <a:xfrm>
            <a:off x="112841" y="7664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099" name="Google Shape;1099;g39e21d174f9_1_0"/>
          <p:cNvSpPr/>
          <p:nvPr/>
        </p:nvSpPr>
        <p:spPr>
          <a:xfrm>
            <a:off x="112841" y="8051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0" name="Google Shape;1100;g39e21d174f9_1_0"/>
          <p:cNvSpPr/>
          <p:nvPr/>
        </p:nvSpPr>
        <p:spPr>
          <a:xfrm>
            <a:off x="112841" y="842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5" name="Google Shape;1105;g39f4a0cddd7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g39f4a0cddd7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7" name="Google Shape;1107;g39f4a0cddd7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8" name="Google Shape;1108;g39f4a0cddd7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9" name="Google Shape;1109;g39f4a0cddd7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0" name="Google Shape;1110;g39f4a0cddd7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1" name="Google Shape;1111;g39f4a0cddd7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2" name="Google Shape;1112;g39f4a0cddd7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g39f4a0cddd7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4" name="Google Shape;1114;g39f4a0cddd7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5" name="Google Shape;1115;g39f4a0cddd7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6" name="Google Shape;1116;g39f4a0cddd7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7" name="Google Shape;1117;g39f4a0cddd7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g39f4a0cddd7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9" name="Google Shape;1119;g39f4a0cddd7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0" name="Google Shape;1120;g39f4a0cddd7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1" name="Google Shape;1121;g39f4a0cddd7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2" name="Google Shape;1122;g39f4a0cddd7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3" name="Google Shape;1123;g39f4a0cddd7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4" name="Google Shape;1124;g39f4a0cddd7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25" name="Google Shape;1125;g39f4a0cddd7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6" name="Google Shape;1126;g39f4a0cddd7_0_0"/>
          <p:cNvSpPr/>
          <p:nvPr/>
        </p:nvSpPr>
        <p:spPr>
          <a:xfrm>
            <a:off x="6172604" y="567818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7" name="Google Shape;1127;g39f4a0cddd7_0_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28" name="Google Shape;1128;g39f4a0cddd7_0_0"/>
          <p:cNvSpPr/>
          <p:nvPr/>
        </p:nvSpPr>
        <p:spPr>
          <a:xfrm>
            <a:off x="6200014" y="40894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29" name="Google Shape;1129;g39f4a0cddd7_0_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0" name="Google Shape;1130;g39f4a0cddd7_0_0"/>
          <p:cNvSpPr/>
          <p:nvPr/>
        </p:nvSpPr>
        <p:spPr>
          <a:xfrm>
            <a:off x="6644365" y="567819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1" name="Google Shape;1131;g39f4a0cddd7_0_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2" name="Google Shape;1132;g39f4a0cddd7_0_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3" name="Google Shape;1133;g39f4a0cddd7_0_0"/>
          <p:cNvSpPr/>
          <p:nvPr/>
        </p:nvSpPr>
        <p:spPr>
          <a:xfrm>
            <a:off x="6172589" y="88716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134" name="Google Shape;1134;g39f4a0cddd7_0_0"/>
          <p:cNvSpPr/>
          <p:nvPr/>
        </p:nvSpPr>
        <p:spPr>
          <a:xfrm>
            <a:off x="6792375" y="8871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5" name="Google Shape;1135;g39f4a0cddd7_0_0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6" name="Google Shape;1136;g39f4a0cddd7_0_0"/>
          <p:cNvSpPr/>
          <p:nvPr/>
        </p:nvSpPr>
        <p:spPr>
          <a:xfrm>
            <a:off x="6874100" y="41136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7" name="Google Shape;1137;g39f4a0cddd7_0_0"/>
          <p:cNvSpPr/>
          <p:nvPr/>
        </p:nvSpPr>
        <p:spPr>
          <a:xfrm>
            <a:off x="7227075" y="570246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8" name="Google Shape;1138;g39f4a0cddd7_0_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39" name="Google Shape;1139;g39f4a0cddd7_0_0"/>
          <p:cNvSpPr/>
          <p:nvPr/>
        </p:nvSpPr>
        <p:spPr>
          <a:xfrm>
            <a:off x="6644525" y="852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140" name="Google Shape;1140;g39f4a0cddd7_0_0"/>
          <p:cNvSpPr/>
          <p:nvPr/>
        </p:nvSpPr>
        <p:spPr>
          <a:xfrm>
            <a:off x="8862666" y="828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141" name="Google Shape;1141;g39f4a0cddd7_0_0"/>
          <p:cNvSpPr/>
          <p:nvPr/>
        </p:nvSpPr>
        <p:spPr>
          <a:xfrm>
            <a:off x="9311616" y="7871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142" name="Google Shape;1142;g39f4a0cddd7_0_0"/>
          <p:cNvSpPr/>
          <p:nvPr/>
        </p:nvSpPr>
        <p:spPr>
          <a:xfrm>
            <a:off x="9746316" y="809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143" name="Google Shape;1143;g39f4a0cddd7_0_0"/>
          <p:cNvSpPr/>
          <p:nvPr/>
        </p:nvSpPr>
        <p:spPr>
          <a:xfrm>
            <a:off x="10200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4" name="Google Shape;1144;g39f4a0cddd7_0_0"/>
          <p:cNvSpPr/>
          <p:nvPr/>
        </p:nvSpPr>
        <p:spPr>
          <a:xfrm>
            <a:off x="10681466" y="80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5" name="Google Shape;1145;g39f4a0cddd7_0_0"/>
          <p:cNvSpPr/>
          <p:nvPr/>
        </p:nvSpPr>
        <p:spPr>
          <a:xfrm>
            <a:off x="8780554" y="2458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146" name="Google Shape;1146;g39f4a0cddd7_0_0"/>
          <p:cNvSpPr/>
          <p:nvPr/>
        </p:nvSpPr>
        <p:spPr>
          <a:xfrm>
            <a:off x="9229504" y="2417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147" name="Google Shape;1147;g39f4a0cddd7_0_0"/>
          <p:cNvSpPr/>
          <p:nvPr/>
        </p:nvSpPr>
        <p:spPr>
          <a:xfrm>
            <a:off x="9664204" y="2440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148" name="Google Shape;1148;g39f4a0cddd7_0_0"/>
          <p:cNvSpPr/>
          <p:nvPr/>
        </p:nvSpPr>
        <p:spPr>
          <a:xfrm>
            <a:off x="10118354" y="2440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9" name="Google Shape;1149;g39f4a0cddd7_0_0"/>
          <p:cNvSpPr/>
          <p:nvPr/>
        </p:nvSpPr>
        <p:spPr>
          <a:xfrm>
            <a:off x="10567579" y="2438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0" name="Google Shape;1150;g39f4a0cddd7_0_0"/>
          <p:cNvSpPr/>
          <p:nvPr/>
        </p:nvSpPr>
        <p:spPr>
          <a:xfrm>
            <a:off x="12369365" y="244965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151" name="Google Shape;1151;g39f4a0cddd7_0_0"/>
          <p:cNvSpPr/>
          <p:nvPr/>
        </p:nvSpPr>
        <p:spPr>
          <a:xfrm>
            <a:off x="8749466" y="4173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152" name="Google Shape;1152;g39f4a0cddd7_0_0"/>
          <p:cNvSpPr/>
          <p:nvPr/>
        </p:nvSpPr>
        <p:spPr>
          <a:xfrm>
            <a:off x="9198416" y="41320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153" name="Google Shape;1153;g39f4a0cddd7_0_0"/>
          <p:cNvSpPr/>
          <p:nvPr/>
        </p:nvSpPr>
        <p:spPr>
          <a:xfrm>
            <a:off x="9633116" y="4154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154" name="Google Shape;1154;g39f4a0cddd7_0_0"/>
          <p:cNvSpPr/>
          <p:nvPr/>
        </p:nvSpPr>
        <p:spPr>
          <a:xfrm>
            <a:off x="10087266" y="4154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g39f4a0cddd7_0_0"/>
          <p:cNvSpPr/>
          <p:nvPr/>
        </p:nvSpPr>
        <p:spPr>
          <a:xfrm>
            <a:off x="10598666" y="417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g39f4a0cddd7_0_0"/>
          <p:cNvSpPr/>
          <p:nvPr/>
        </p:nvSpPr>
        <p:spPr>
          <a:xfrm>
            <a:off x="8836916" y="5730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157" name="Google Shape;1157;g39f4a0cddd7_0_0"/>
          <p:cNvSpPr/>
          <p:nvPr/>
        </p:nvSpPr>
        <p:spPr>
          <a:xfrm>
            <a:off x="9285866" y="5689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.4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: Document found code smells, and brainstorm possible solutions.</a:t>
            </a:r>
            <a:endParaRPr/>
          </a:p>
        </p:txBody>
      </p:sp>
      <p:sp>
        <p:nvSpPr>
          <p:cNvPr id="1158" name="Google Shape;1158;g39f4a0cddd7_0_0"/>
          <p:cNvSpPr/>
          <p:nvPr/>
        </p:nvSpPr>
        <p:spPr>
          <a:xfrm>
            <a:off x="9720566" y="5712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159" name="Google Shape;1159;g39f4a0cddd7_0_0"/>
          <p:cNvSpPr/>
          <p:nvPr/>
        </p:nvSpPr>
        <p:spPr>
          <a:xfrm>
            <a:off x="10174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0" name="Google Shape;1160;g39f4a0cddd7_0_0"/>
          <p:cNvSpPr/>
          <p:nvPr/>
        </p:nvSpPr>
        <p:spPr>
          <a:xfrm>
            <a:off x="10655716" y="571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1" name="Google Shape;1161;g39f4a0cddd7_0_0"/>
          <p:cNvSpPr/>
          <p:nvPr/>
        </p:nvSpPr>
        <p:spPr>
          <a:xfrm>
            <a:off x="12369216" y="567058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162" name="Google Shape;1162;g39f4a0cddd7_0_0"/>
          <p:cNvSpPr/>
          <p:nvPr/>
        </p:nvSpPr>
        <p:spPr>
          <a:xfrm>
            <a:off x="8836916" y="7321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163" name="Google Shape;1163;g39f4a0cddd7_0_0"/>
          <p:cNvSpPr/>
          <p:nvPr/>
        </p:nvSpPr>
        <p:spPr>
          <a:xfrm>
            <a:off x="9285866" y="7280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164" name="Google Shape;1164;g39f4a0cddd7_0_0"/>
          <p:cNvSpPr/>
          <p:nvPr/>
        </p:nvSpPr>
        <p:spPr>
          <a:xfrm>
            <a:off x="9720566" y="730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165" name="Google Shape;1165;g39f4a0cddd7_0_0"/>
          <p:cNvSpPr/>
          <p:nvPr/>
        </p:nvSpPr>
        <p:spPr>
          <a:xfrm>
            <a:off x="10174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6" name="Google Shape;1166;g39f4a0cddd7_0_0"/>
          <p:cNvSpPr/>
          <p:nvPr/>
        </p:nvSpPr>
        <p:spPr>
          <a:xfrm>
            <a:off x="10655716" y="7303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7" name="Google Shape;1167;g39f4a0cddd7_0_0"/>
          <p:cNvSpPr/>
          <p:nvPr/>
        </p:nvSpPr>
        <p:spPr>
          <a:xfrm>
            <a:off x="8836916" y="8871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168" name="Google Shape;1168;g39f4a0cddd7_0_0"/>
          <p:cNvSpPr/>
          <p:nvPr/>
        </p:nvSpPr>
        <p:spPr>
          <a:xfrm>
            <a:off x="9285866" y="88305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169" name="Google Shape;1169;g39f4a0cddd7_0_0"/>
          <p:cNvSpPr/>
          <p:nvPr/>
        </p:nvSpPr>
        <p:spPr>
          <a:xfrm>
            <a:off x="9720566" y="88532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170" name="Google Shape;1170;g39f4a0cddd7_0_0"/>
          <p:cNvSpPr/>
          <p:nvPr/>
        </p:nvSpPr>
        <p:spPr>
          <a:xfrm>
            <a:off x="10174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g39f4a0cddd7_0_0"/>
          <p:cNvSpPr/>
          <p:nvPr/>
        </p:nvSpPr>
        <p:spPr>
          <a:xfrm>
            <a:off x="10655716" y="88532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6" name="Google Shape;1176;g39f4a0cddd7_0_7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g39f4a0cddd7_0_7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8" name="Google Shape;1178;g39f4a0cddd7_0_7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9" name="Google Shape;1179;g39f4a0cddd7_0_7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0" name="Google Shape;1180;g39f4a0cddd7_0_7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1" name="Google Shape;1181;g39f4a0cddd7_0_7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2" name="Google Shape;1182;g39f4a0cddd7_0_7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3" name="Google Shape;1183;g39f4a0cddd7_0_7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4" name="Google Shape;1184;g39f4a0cddd7_0_7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5" name="Google Shape;1185;g39f4a0cddd7_0_7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g39f4a0cddd7_0_7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g39f4a0cddd7_0_7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8" name="Google Shape;1188;g39f4a0cddd7_0_7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9" name="Google Shape;1189;g39f4a0cddd7_0_7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90" name="Google Shape;1190;g39f4a0cddd7_0_7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1" name="Google Shape;1191;g39f4a0cddd7_0_7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2" name="Google Shape;1192;g39f4a0cddd7_0_7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3" name="Google Shape;1193;g39f4a0cddd7_0_7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4" name="Google Shape;1194;g39f4a0cddd7_0_7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5" name="Google Shape;1195;g39f4a0cddd7_0_7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96" name="Google Shape;1196;g39f4a0cddd7_0_7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g39f4a0cddd7_0_74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8" name="Google Shape;1198;g39f4a0cddd7_0_74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199" name="Google Shape;1199;g39f4a0cddd7_0_74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0" name="Google Shape;1200;g39f4a0cddd7_0_74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1" name="Google Shape;1201;g39f4a0cddd7_0_74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2" name="Google Shape;1202;g39f4a0cddd7_0_74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3" name="Google Shape;1203;g39f4a0cddd7_0_74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04" name="Google Shape;1204;g39f4a0cddd7_0_74"/>
          <p:cNvSpPr/>
          <p:nvPr/>
        </p:nvSpPr>
        <p:spPr>
          <a:xfrm>
            <a:off x="6792375" y="724723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5" name="Google Shape;1205;g39f4a0cddd7_0_74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6" name="Google Shape;1206;g39f4a0cddd7_0_74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7" name="Google Shape;1207;g39f4a0cddd7_0_74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8" name="Google Shape;1208;g39f4a0cddd7_0_74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09" name="Google Shape;1209;g39f4a0cddd7_0_74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10" name="Google Shape;1210;g39f4a0cddd7_0_74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11" name="Google Shape;1211;g39f4a0cddd7_0_74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12" name="Google Shape;1212;g39f4a0cddd7_0_74"/>
          <p:cNvSpPr/>
          <p:nvPr/>
        </p:nvSpPr>
        <p:spPr>
          <a:xfrm>
            <a:off x="8537141" y="8077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13" name="Google Shape;1213;g39f4a0cddd7_0_74"/>
          <p:cNvSpPr/>
          <p:nvPr/>
        </p:nvSpPr>
        <p:spPr>
          <a:xfrm>
            <a:off x="8986091" y="766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14" name="Google Shape;1214;g39f4a0cddd7_0_74"/>
          <p:cNvSpPr/>
          <p:nvPr/>
        </p:nvSpPr>
        <p:spPr>
          <a:xfrm>
            <a:off x="9420791" y="7893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15" name="Google Shape;1215;g39f4a0cddd7_0_74"/>
          <p:cNvSpPr/>
          <p:nvPr/>
        </p:nvSpPr>
        <p:spPr>
          <a:xfrm>
            <a:off x="9874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6" name="Google Shape;1216;g39f4a0cddd7_0_74"/>
          <p:cNvSpPr/>
          <p:nvPr/>
        </p:nvSpPr>
        <p:spPr>
          <a:xfrm>
            <a:off x="10355941" y="789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7" name="Google Shape;1217;g39f4a0cddd7_0_74"/>
          <p:cNvSpPr/>
          <p:nvPr/>
        </p:nvSpPr>
        <p:spPr>
          <a:xfrm>
            <a:off x="8527291" y="24182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18" name="Google Shape;1218;g39f4a0cddd7_0_74"/>
          <p:cNvSpPr/>
          <p:nvPr/>
        </p:nvSpPr>
        <p:spPr>
          <a:xfrm>
            <a:off x="8976241" y="2377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19" name="Google Shape;1219;g39f4a0cddd7_0_74"/>
          <p:cNvSpPr/>
          <p:nvPr/>
        </p:nvSpPr>
        <p:spPr>
          <a:xfrm>
            <a:off x="9410941" y="239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20" name="Google Shape;1220;g39f4a0cddd7_0_74"/>
          <p:cNvSpPr/>
          <p:nvPr/>
        </p:nvSpPr>
        <p:spPr>
          <a:xfrm>
            <a:off x="9865091" y="2399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1" name="Google Shape;1221;g39f4a0cddd7_0_74"/>
          <p:cNvSpPr/>
          <p:nvPr/>
        </p:nvSpPr>
        <p:spPr>
          <a:xfrm>
            <a:off x="10314316" y="2397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2" name="Google Shape;1222;g39f4a0cddd7_0_74"/>
          <p:cNvSpPr/>
          <p:nvPr/>
        </p:nvSpPr>
        <p:spPr>
          <a:xfrm>
            <a:off x="12410841" y="4083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223" name="Google Shape;1223;g39f4a0cddd7_0_74"/>
          <p:cNvSpPr/>
          <p:nvPr/>
        </p:nvSpPr>
        <p:spPr>
          <a:xfrm>
            <a:off x="12859791" y="40426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24" name="Google Shape;1224;g39f4a0cddd7_0_74"/>
          <p:cNvSpPr/>
          <p:nvPr/>
        </p:nvSpPr>
        <p:spPr>
          <a:xfrm>
            <a:off x="8537141" y="39734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25" name="Google Shape;1225;g39f4a0cddd7_0_74"/>
          <p:cNvSpPr/>
          <p:nvPr/>
        </p:nvSpPr>
        <p:spPr>
          <a:xfrm>
            <a:off x="8991291" y="3973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6" name="Google Shape;1226;g39f4a0cddd7_0_74"/>
          <p:cNvSpPr/>
          <p:nvPr/>
        </p:nvSpPr>
        <p:spPr>
          <a:xfrm>
            <a:off x="9502691" y="39918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7" name="Google Shape;1227;g39f4a0cddd7_0_74"/>
          <p:cNvSpPr/>
          <p:nvPr/>
        </p:nvSpPr>
        <p:spPr>
          <a:xfrm>
            <a:off x="8593291" y="5606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228" name="Google Shape;1228;g39f4a0cddd7_0_74"/>
          <p:cNvSpPr/>
          <p:nvPr/>
        </p:nvSpPr>
        <p:spPr>
          <a:xfrm>
            <a:off x="9042241" y="5565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229" name="Google Shape;1229;g39f4a0cddd7_0_74"/>
          <p:cNvSpPr/>
          <p:nvPr/>
        </p:nvSpPr>
        <p:spPr>
          <a:xfrm>
            <a:off x="9476941" y="5588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230" name="Google Shape;1230;g39f4a0cddd7_0_74"/>
          <p:cNvSpPr/>
          <p:nvPr/>
        </p:nvSpPr>
        <p:spPr>
          <a:xfrm>
            <a:off x="9931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1" name="Google Shape;1231;g39f4a0cddd7_0_74"/>
          <p:cNvSpPr/>
          <p:nvPr/>
        </p:nvSpPr>
        <p:spPr>
          <a:xfrm>
            <a:off x="10412091" y="5588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2" name="Google Shape;1232;g39f4a0cddd7_0_74"/>
          <p:cNvSpPr/>
          <p:nvPr/>
        </p:nvSpPr>
        <p:spPr>
          <a:xfrm>
            <a:off x="8593291" y="7230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233" name="Google Shape;1233;g39f4a0cddd7_0_74"/>
          <p:cNvSpPr/>
          <p:nvPr/>
        </p:nvSpPr>
        <p:spPr>
          <a:xfrm>
            <a:off x="9042241" y="71892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234" name="Google Shape;1234;g39f4a0cddd7_0_74"/>
          <p:cNvSpPr/>
          <p:nvPr/>
        </p:nvSpPr>
        <p:spPr>
          <a:xfrm>
            <a:off x="9476941" y="72120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235" name="Google Shape;1235;g39f4a0cddd7_0_74"/>
          <p:cNvSpPr/>
          <p:nvPr/>
        </p:nvSpPr>
        <p:spPr>
          <a:xfrm>
            <a:off x="9931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6" name="Google Shape;1236;g39f4a0cddd7_0_74"/>
          <p:cNvSpPr/>
          <p:nvPr/>
        </p:nvSpPr>
        <p:spPr>
          <a:xfrm>
            <a:off x="10412091" y="72120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7" name="Google Shape;1237;g39f4a0cddd7_0_74"/>
          <p:cNvSpPr/>
          <p:nvPr/>
        </p:nvSpPr>
        <p:spPr>
          <a:xfrm>
            <a:off x="8630516" y="8872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238" name="Google Shape;1238;g39f4a0cddd7_0_74"/>
          <p:cNvSpPr/>
          <p:nvPr/>
        </p:nvSpPr>
        <p:spPr>
          <a:xfrm>
            <a:off x="9079466" y="8831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239" name="Google Shape;1239;g39f4a0cddd7_0_74"/>
          <p:cNvSpPr/>
          <p:nvPr/>
        </p:nvSpPr>
        <p:spPr>
          <a:xfrm>
            <a:off x="9514166" y="885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240" name="Google Shape;1240;g39f4a0cddd7_0_74"/>
          <p:cNvSpPr/>
          <p:nvPr/>
        </p:nvSpPr>
        <p:spPr>
          <a:xfrm>
            <a:off x="9968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1" name="Google Shape;1241;g39f4a0cddd7_0_74"/>
          <p:cNvSpPr/>
          <p:nvPr/>
        </p:nvSpPr>
        <p:spPr>
          <a:xfrm>
            <a:off x="10449316" y="8854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2" name="Google Shape;1242;g39f4a0cddd7_0_74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7" name="Google Shape;1247;g39f4a0cddd7_0_15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8" name="Google Shape;1248;g39f4a0cddd7_0_15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9" name="Google Shape;1249;g39f4a0cddd7_0_15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0" name="Google Shape;1250;g39f4a0cddd7_0_15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1" name="Google Shape;1251;g39f4a0cddd7_0_15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2" name="Google Shape;1252;g39f4a0cddd7_0_15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3" name="Google Shape;1253;g39f4a0cddd7_0_15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4" name="Google Shape;1254;g39f4a0cddd7_0_15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5" name="Google Shape;1255;g39f4a0cddd7_0_15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6" name="Google Shape;1256;g39f4a0cddd7_0_15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7" name="Google Shape;1257;g39f4a0cddd7_0_15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8" name="Google Shape;1258;g39f4a0cddd7_0_15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9" name="Google Shape;1259;g39f4a0cddd7_0_15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0" name="Google Shape;1260;g39f4a0cddd7_0_15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61" name="Google Shape;1261;g39f4a0cddd7_0_15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2" name="Google Shape;1262;g39f4a0cddd7_0_15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3" name="Google Shape;1263;g39f4a0cddd7_0_15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4" name="Google Shape;1264;g39f4a0cddd7_0_15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5" name="Google Shape;1265;g39f4a0cddd7_0_15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6" name="Google Shape;1266;g39f4a0cddd7_0_15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67" name="Google Shape;1267;g39f4a0cddd7_0_15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8" name="Google Shape;1268;g39f4a0cddd7_0_159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9" name="Google Shape;1269;g39f4a0cddd7_0_159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270" name="Google Shape;1270;g39f4a0cddd7_0_159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1" name="Google Shape;1271;g39f4a0cddd7_0_159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2" name="Google Shape;1272;g39f4a0cddd7_0_159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3" name="Google Shape;1273;g39f4a0cddd7_0_159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4" name="Google Shape;1274;g39f4a0cddd7_0_159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75" name="Google Shape;1275;g39f4a0cddd7_0_159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6" name="Google Shape;1276;g39f4a0cddd7_0_159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7" name="Google Shape;1277;g39f4a0cddd7_0_159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8" name="Google Shape;1278;g39f4a0cddd7_0_159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79" name="Google Shape;1279;g39f4a0cddd7_0_159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0" name="Google Shape;1280;g39f4a0cddd7_0_159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281" name="Google Shape;1281;g39f4a0cddd7_0_159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282" name="Google Shape;1282;g39f4a0cddd7_0_159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283" name="Google Shape;1283;g39f4a0cddd7_0_159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284" name="Google Shape;1284;g39f4a0cddd7_0_159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285" name="Google Shape;1285;g39f4a0cddd7_0_159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286" name="Google Shape;1286;g39f4a0cddd7_0_159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287" name="Google Shape;1287;g39f4a0cddd7_0_159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8" name="Google Shape;1288;g39f4a0cddd7_0_159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9" name="Google Shape;1289;g39f4a0cddd7_0_159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290" name="Google Shape;1290;g39f4a0cddd7_0_159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291" name="Google Shape;1291;g39f4a0cddd7_0_159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292" name="Google Shape;1292;g39f4a0cddd7_0_159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g39f4a0cddd7_0_159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4" name="Google Shape;1294;g39f4a0cddd7_0_159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295" name="Google Shape;1295;g39f4a0cddd7_0_159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296" name="Google Shape;1296;g39f4a0cddd7_0_159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297" name="Google Shape;1297;g39f4a0cddd7_0_159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g39f4a0cddd7_0_159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9" name="Google Shape;1299;g39f4a0cddd7_0_159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00" name="Google Shape;1300;g39f4a0cddd7_0_159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01" name="Google Shape;1301;g39f4a0cddd7_0_159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02" name="Google Shape;1302;g39f4a0cddd7_0_159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3" name="Google Shape;1303;g39f4a0cddd7_0_159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4" name="Google Shape;1304;g39f4a0cddd7_0_159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05" name="Google Shape;1305;g39f4a0cddd7_0_159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06" name="Google Shape;1306;g39f4a0cddd7_0_159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07" name="Google Shape;1307;g39f4a0cddd7_0_159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8" name="Google Shape;1308;g39f4a0cddd7_0_159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9" name="Google Shape;1309;g39f4a0cddd7_0_159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10" name="Google Shape;1310;g39f4a0cddd7_0_159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11" name="Google Shape;1311;g39f4a0cddd7_0_159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12" name="Google Shape;1312;g39f4a0cddd7_0_159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g39f4a0cddd7_0_159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g39f4a0cddd7_0_79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9" name="Google Shape;1319;g39f4a0cddd7_0_79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0" name="Google Shape;1320;g39f4a0cddd7_0_79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1" name="Google Shape;1321;g39f4a0cddd7_0_79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2" name="Google Shape;1322;g39f4a0cddd7_0_79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g39f4a0cddd7_0_79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4" name="Google Shape;1324;g39f4a0cddd7_0_79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g39f4a0cddd7_0_79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g39f4a0cddd7_0_79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7" name="Google Shape;1327;g39f4a0cddd7_0_79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g39f4a0cddd7_0_79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g39f4a0cddd7_0_79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g39f4a0cddd7_0_79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1" name="Google Shape;1331;g39f4a0cddd7_0_79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2" name="Google Shape;1332;g39f4a0cddd7_0_79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3" name="Google Shape;1333;g39f4a0cddd7_0_79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4" name="Google Shape;1334;g39f4a0cddd7_0_79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5" name="Google Shape;1335;g39f4a0cddd7_0_79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6" name="Google Shape;1336;g39f4a0cddd7_0_79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7" name="Google Shape;1337;g39f4a0cddd7_0_79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8" name="Google Shape;1338;g39f4a0cddd7_0_79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g39f4a0cddd7_0_79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g39f4a0cddd7_0_79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341" name="Google Shape;1341;g39f4a0cddd7_0_79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2" name="Google Shape;1342;g39f4a0cddd7_0_79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3" name="Google Shape;1343;g39f4a0cddd7_0_79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4" name="Google Shape;1344;g39f4a0cddd7_0_79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5" name="Google Shape;1345;g39f4a0cddd7_0_79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46" name="Google Shape;1346;g39f4a0cddd7_0_79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7" name="Google Shape;1347;g39f4a0cddd7_0_79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8" name="Google Shape;1348;g39f4a0cddd7_0_79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49" name="Google Shape;1349;g39f4a0cddd7_0_79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0" name="Google Shape;1350;g39f4a0cddd7_0_79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1" name="Google Shape;1351;g39f4a0cddd7_0_79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352" name="Google Shape;1352;g39f4a0cddd7_0_79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353" name="Google Shape;1353;g39f4a0cddd7_0_79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354" name="Google Shape;1354;g39f4a0cddd7_0_79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355" name="Google Shape;1355;g39f4a0cddd7_0_79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356" name="Google Shape;1356;g39f4a0cddd7_0_79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357" name="Google Shape;1357;g39f4a0cddd7_0_79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358" name="Google Shape;1358;g39f4a0cddd7_0_79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g39f4a0cddd7_0_79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0" name="Google Shape;1360;g39f4a0cddd7_0_79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361" name="Google Shape;1361;g39f4a0cddd7_0_79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362" name="Google Shape;1362;g39f4a0cddd7_0_79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363" name="Google Shape;1363;g39f4a0cddd7_0_79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4" name="Google Shape;1364;g39f4a0cddd7_0_79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5" name="Google Shape;1365;g39f4a0cddd7_0_79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366" name="Google Shape;1366;g39f4a0cddd7_0_79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367" name="Google Shape;1367;g39f4a0cddd7_0_79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368" name="Google Shape;1368;g39f4a0cddd7_0_79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9" name="Google Shape;1369;g39f4a0cddd7_0_79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0" name="Google Shape;1370;g39f4a0cddd7_0_795"/>
          <p:cNvSpPr/>
          <p:nvPr/>
        </p:nvSpPr>
        <p:spPr>
          <a:xfrm>
            <a:off x="8465791" y="5627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371" name="Google Shape;1371;g39f4a0cddd7_0_79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372" name="Google Shape;1372;g39f4a0cddd7_0_79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373" name="Google Shape;1373;g39f4a0cddd7_0_79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4" name="Google Shape;1374;g39f4a0cddd7_0_79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5" name="Google Shape;1375;g39f4a0cddd7_0_795"/>
          <p:cNvSpPr/>
          <p:nvPr/>
        </p:nvSpPr>
        <p:spPr>
          <a:xfrm>
            <a:off x="8715041" y="72407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376" name="Google Shape;1376;g39f4a0cddd7_0_79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377" name="Google Shape;1377;g39f4a0cddd7_0_79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378" name="Google Shape;1378;g39f4a0cddd7_0_79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9" name="Google Shape;1379;g39f4a0cddd7_0_79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0" name="Google Shape;1380;g39f4a0cddd7_0_795"/>
          <p:cNvSpPr/>
          <p:nvPr/>
        </p:nvSpPr>
        <p:spPr>
          <a:xfrm>
            <a:off x="12119766" y="88135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381" name="Google Shape;1381;g39f4a0cddd7_0_795"/>
          <p:cNvSpPr/>
          <p:nvPr/>
        </p:nvSpPr>
        <p:spPr>
          <a:xfrm>
            <a:off x="8780916" y="88184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382" name="Google Shape;1382;g39f4a0cddd7_0_795"/>
          <p:cNvSpPr/>
          <p:nvPr/>
        </p:nvSpPr>
        <p:spPr>
          <a:xfrm>
            <a:off x="12679566" y="88358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383" name="Google Shape;1383;g39f4a0cddd7_0_795"/>
          <p:cNvSpPr/>
          <p:nvPr/>
        </p:nvSpPr>
        <p:spPr>
          <a:xfrm>
            <a:off x="13133716" y="8835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4" name="Google Shape;1384;g39f4a0cddd7_0_79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9f4a0cddd7_0_865"/>
          <p:cNvSpPr/>
          <p:nvPr/>
        </p:nvSpPr>
        <p:spPr>
          <a:xfrm>
            <a:off x="12045366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390" name="Google Shape;1390;g39f4a0cddd7_0_86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1" name="Google Shape;1391;g39f4a0cddd7_0_86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2" name="Google Shape;1392;g39f4a0cddd7_0_86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3" name="Google Shape;1393;g39f4a0cddd7_0_86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4" name="Google Shape;1394;g39f4a0cddd7_0_86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5" name="Google Shape;1395;g39f4a0cddd7_0_86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6" name="Google Shape;1396;g39f4a0cddd7_0_86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7" name="Google Shape;1397;g39f4a0cddd7_0_86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8" name="Google Shape;1398;g39f4a0cddd7_0_86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9" name="Google Shape;1399;g39f4a0cddd7_0_86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0" name="Google Shape;1400;g39f4a0cddd7_0_86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1" name="Google Shape;1401;g39f4a0cddd7_0_86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2" name="Google Shape;1402;g39f4a0cddd7_0_86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3" name="Google Shape;1403;g39f4a0cddd7_0_86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04" name="Google Shape;1404;g39f4a0cddd7_0_86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5" name="Google Shape;1405;g39f4a0cddd7_0_86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6" name="Google Shape;1406;g39f4a0cddd7_0_86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7" name="Google Shape;1407;g39f4a0cddd7_0_86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8" name="Google Shape;1408;g39f4a0cddd7_0_86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9" name="Google Shape;1409;g39f4a0cddd7_0_86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0" name="Google Shape;1410;g39f4a0cddd7_0_86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1" name="Google Shape;1411;g39f4a0cddd7_0_86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2" name="Google Shape;1412;g39f4a0cddd7_0_86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13" name="Google Shape;1413;g39f4a0cddd7_0_86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4" name="Google Shape;1414;g39f4a0cddd7_0_86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5" name="Google Shape;1415;g39f4a0cddd7_0_86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6" name="Google Shape;1416;g39f4a0cddd7_0_86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7" name="Google Shape;1417;g39f4a0cddd7_0_86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18" name="Google Shape;1418;g39f4a0cddd7_0_86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19" name="Google Shape;1419;g39f4a0cddd7_0_86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0" name="Google Shape;1420;g39f4a0cddd7_0_86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1" name="Google Shape;1421;g39f4a0cddd7_0_86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2" name="Google Shape;1422;g39f4a0cddd7_0_86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3" name="Google Shape;1423;g39f4a0cddd7_0_865"/>
          <p:cNvSpPr/>
          <p:nvPr/>
        </p:nvSpPr>
        <p:spPr>
          <a:xfrm>
            <a:off x="12369365" y="2470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424" name="Google Shape;1424;g39f4a0cddd7_0_86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25" name="Google Shape;1425;g39f4a0cddd7_0_86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26" name="Google Shape;1426;g39f4a0cddd7_0_865"/>
          <p:cNvSpPr/>
          <p:nvPr/>
        </p:nvSpPr>
        <p:spPr>
          <a:xfrm>
            <a:off x="12150829" y="956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27" name="Google Shape;1427;g39f4a0cddd7_0_865"/>
          <p:cNvSpPr/>
          <p:nvPr/>
        </p:nvSpPr>
        <p:spPr>
          <a:xfrm>
            <a:off x="8692291" y="9133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28" name="Google Shape;1428;g39f4a0cddd7_0_865"/>
          <p:cNvSpPr/>
          <p:nvPr/>
        </p:nvSpPr>
        <p:spPr>
          <a:xfrm>
            <a:off x="12638554" y="947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29" name="Google Shape;1429;g39f4a0cddd7_0_865"/>
          <p:cNvSpPr/>
          <p:nvPr/>
        </p:nvSpPr>
        <p:spPr>
          <a:xfrm>
            <a:off x="13086854" y="94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0" name="Google Shape;1430;g39f4a0cddd7_0_865"/>
          <p:cNvSpPr/>
          <p:nvPr/>
        </p:nvSpPr>
        <p:spPr>
          <a:xfrm>
            <a:off x="9624441" y="8909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g39f4a0cddd7_0_865"/>
          <p:cNvSpPr/>
          <p:nvPr/>
        </p:nvSpPr>
        <p:spPr>
          <a:xfrm>
            <a:off x="8646391" y="24804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432" name="Google Shape;1432;g39f4a0cddd7_0_865"/>
          <p:cNvSpPr/>
          <p:nvPr/>
        </p:nvSpPr>
        <p:spPr>
          <a:xfrm>
            <a:off x="9095341" y="2439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433" name="Google Shape;1433;g39f4a0cddd7_0_865"/>
          <p:cNvSpPr/>
          <p:nvPr/>
        </p:nvSpPr>
        <p:spPr>
          <a:xfrm>
            <a:off x="9530041" y="2462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434" name="Google Shape;1434;g39f4a0cddd7_0_865"/>
          <p:cNvSpPr/>
          <p:nvPr/>
        </p:nvSpPr>
        <p:spPr>
          <a:xfrm>
            <a:off x="9984191" y="2461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5" name="Google Shape;1435;g39f4a0cddd7_0_865"/>
          <p:cNvSpPr/>
          <p:nvPr/>
        </p:nvSpPr>
        <p:spPr>
          <a:xfrm>
            <a:off x="10433416" y="2459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6" name="Google Shape;1436;g39f4a0cddd7_0_865"/>
          <p:cNvSpPr/>
          <p:nvPr/>
        </p:nvSpPr>
        <p:spPr>
          <a:xfrm>
            <a:off x="12148654" y="4045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437" name="Google Shape;1437;g39f4a0cddd7_0_865"/>
          <p:cNvSpPr/>
          <p:nvPr/>
        </p:nvSpPr>
        <p:spPr>
          <a:xfrm>
            <a:off x="8801504" y="40146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438" name="Google Shape;1438;g39f4a0cddd7_0_865"/>
          <p:cNvSpPr/>
          <p:nvPr/>
        </p:nvSpPr>
        <p:spPr>
          <a:xfrm>
            <a:off x="12631429" y="4063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439" name="Google Shape;1439;g39f4a0cddd7_0_865"/>
          <p:cNvSpPr/>
          <p:nvPr/>
        </p:nvSpPr>
        <p:spPr>
          <a:xfrm>
            <a:off x="9310348" y="4037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0" name="Google Shape;1440;g39f4a0cddd7_0_865"/>
          <p:cNvSpPr/>
          <p:nvPr/>
        </p:nvSpPr>
        <p:spPr>
          <a:xfrm>
            <a:off x="9821748" y="40557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1" name="Google Shape;1441;g39f4a0cddd7_0_865"/>
          <p:cNvSpPr/>
          <p:nvPr/>
        </p:nvSpPr>
        <p:spPr>
          <a:xfrm>
            <a:off x="8914741" y="55860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442" name="Google Shape;1442;g39f4a0cddd7_0_86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443" name="Google Shape;1443;g39f4a0cddd7_0_86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4" name="Google Shape;1444;g39f4a0cddd7_0_86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5" name="Google Shape;1445;g39f4a0cddd7_0_865"/>
          <p:cNvSpPr/>
          <p:nvPr/>
        </p:nvSpPr>
        <p:spPr>
          <a:xfrm>
            <a:off x="9163991" y="71995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446" name="Google Shape;1446;g39f4a0cddd7_0_865"/>
          <p:cNvSpPr/>
          <p:nvPr/>
        </p:nvSpPr>
        <p:spPr>
          <a:xfrm>
            <a:off x="9598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447" name="Google Shape;1447;g39f4a0cddd7_0_865"/>
          <p:cNvSpPr/>
          <p:nvPr/>
        </p:nvSpPr>
        <p:spPr>
          <a:xfrm>
            <a:off x="10052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8" name="Google Shape;1448;g39f4a0cddd7_0_865"/>
          <p:cNvSpPr/>
          <p:nvPr/>
        </p:nvSpPr>
        <p:spPr>
          <a:xfrm>
            <a:off x="10533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9" name="Google Shape;1449;g39f4a0cddd7_0_86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450" name="Google Shape;1450;g39f4a0cddd7_0_86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451" name="Google Shape;1451;g39f4a0cddd7_0_86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2" name="Google Shape;1452;g39f4a0cddd7_0_86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3" name="Google Shape;1453;g39f4a0cddd7_0_865"/>
          <p:cNvSpPr/>
          <p:nvPr/>
        </p:nvSpPr>
        <p:spPr>
          <a:xfrm>
            <a:off x="11018041" y="7251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454" name="Google Shape;1454;g39f4a0cddd7_0_86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455" name="Google Shape;1455;g39f4a0cddd7_0_865"/>
          <p:cNvSpPr/>
          <p:nvPr/>
        </p:nvSpPr>
        <p:spPr>
          <a:xfrm>
            <a:off x="12804291" y="5622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9f4a0cddd7_0_935"/>
          <p:cNvSpPr/>
          <p:nvPr/>
        </p:nvSpPr>
        <p:spPr>
          <a:xfrm>
            <a:off x="12045366" y="9024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cxnSp>
        <p:nvCxnSpPr>
          <p:cNvPr id="1461" name="Google Shape;1461;g39f4a0cddd7_0_93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2" name="Google Shape;1462;g39f4a0cddd7_0_93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3" name="Google Shape;1463;g39f4a0cddd7_0_93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4" name="Google Shape;1464;g39f4a0cddd7_0_93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5" name="Google Shape;1465;g39f4a0cddd7_0_93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6" name="Google Shape;1466;g39f4a0cddd7_0_93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7" name="Google Shape;1467;g39f4a0cddd7_0_93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8" name="Google Shape;1468;g39f4a0cddd7_0_93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9" name="Google Shape;1469;g39f4a0cddd7_0_93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0" name="Google Shape;1470;g39f4a0cddd7_0_93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1" name="Google Shape;1471;g39f4a0cddd7_0_93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2" name="Google Shape;1472;g39f4a0cddd7_0_93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3" name="Google Shape;1473;g39f4a0cddd7_0_93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4" name="Google Shape;1474;g39f4a0cddd7_0_93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75" name="Google Shape;1475;g39f4a0cddd7_0_93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6" name="Google Shape;1476;g39f4a0cddd7_0_93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7" name="Google Shape;1477;g39f4a0cddd7_0_93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8" name="Google Shape;1478;g39f4a0cddd7_0_93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79" name="Google Shape;1479;g39f4a0cddd7_0_93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0" name="Google Shape;1480;g39f4a0cddd7_0_93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81" name="Google Shape;1481;g39f4a0cddd7_0_93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2" name="Google Shape;1482;g39f4a0cddd7_0_935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3" name="Google Shape;1483;g39f4a0cddd7_0_935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484" name="Google Shape;1484;g39f4a0cddd7_0_935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5" name="Google Shape;1485;g39f4a0cddd7_0_935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6" name="Google Shape;1486;g39f4a0cddd7_0_935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7" name="Google Shape;1487;g39f4a0cddd7_0_935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8" name="Google Shape;1488;g39f4a0cddd7_0_935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89" name="Google Shape;1489;g39f4a0cddd7_0_935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0" name="Google Shape;1490;g39f4a0cddd7_0_935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1" name="Google Shape;1491;g39f4a0cddd7_0_935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2" name="Google Shape;1492;g39f4a0cddd7_0_935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3" name="Google Shape;1493;g39f4a0cddd7_0_935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4" name="Google Shape;1494;g39f4a0cddd7_0_935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495" name="Google Shape;1495;g39f4a0cddd7_0_935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496" name="Google Shape;1496;g39f4a0cddd7_0_935"/>
          <p:cNvSpPr/>
          <p:nvPr/>
        </p:nvSpPr>
        <p:spPr>
          <a:xfrm>
            <a:off x="11862091" y="9469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497" name="Google Shape;1497;g39f4a0cddd7_0_935"/>
          <p:cNvSpPr/>
          <p:nvPr/>
        </p:nvSpPr>
        <p:spPr>
          <a:xfrm>
            <a:off x="9170866" y="9310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498" name="Google Shape;1498;g39f4a0cddd7_0_935"/>
          <p:cNvSpPr/>
          <p:nvPr/>
        </p:nvSpPr>
        <p:spPr>
          <a:xfrm>
            <a:off x="12349816" y="9377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499" name="Google Shape;1499;g39f4a0cddd7_0_935"/>
          <p:cNvSpPr/>
          <p:nvPr/>
        </p:nvSpPr>
        <p:spPr>
          <a:xfrm>
            <a:off x="12798116" y="9377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0" name="Google Shape;1500;g39f4a0cddd7_0_935"/>
          <p:cNvSpPr/>
          <p:nvPr/>
        </p:nvSpPr>
        <p:spPr>
          <a:xfrm>
            <a:off x="13249016" y="93775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1" name="Google Shape;1501;g39f4a0cddd7_0_935"/>
          <p:cNvSpPr/>
          <p:nvPr/>
        </p:nvSpPr>
        <p:spPr>
          <a:xfrm>
            <a:off x="11434441" y="2469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02" name="Google Shape;1502;g39f4a0cddd7_0_935"/>
          <p:cNvSpPr/>
          <p:nvPr/>
        </p:nvSpPr>
        <p:spPr>
          <a:xfrm>
            <a:off x="11606391" y="3974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T14.3: Revisit the read code, and find code smells.</a:t>
            </a:r>
            <a:endParaRPr/>
          </a:p>
        </p:txBody>
      </p:sp>
      <p:sp>
        <p:nvSpPr>
          <p:cNvPr id="1503" name="Google Shape;1503;g39f4a0cddd7_0_935"/>
          <p:cNvSpPr/>
          <p:nvPr/>
        </p:nvSpPr>
        <p:spPr>
          <a:xfrm>
            <a:off x="12089166" y="39919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04" name="Google Shape;1504;g39f4a0cddd7_0_935"/>
          <p:cNvSpPr/>
          <p:nvPr/>
        </p:nvSpPr>
        <p:spPr>
          <a:xfrm>
            <a:off x="9349441" y="5608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05" name="Google Shape;1505;g39f4a0cddd7_0_935"/>
          <p:cNvSpPr/>
          <p:nvPr/>
        </p:nvSpPr>
        <p:spPr>
          <a:xfrm>
            <a:off x="9803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6" name="Google Shape;1506;g39f4a0cddd7_0_935"/>
          <p:cNvSpPr/>
          <p:nvPr/>
        </p:nvSpPr>
        <p:spPr>
          <a:xfrm>
            <a:off x="10284591" y="56088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7" name="Google Shape;1507;g39f4a0cddd7_0_935"/>
          <p:cNvSpPr/>
          <p:nvPr/>
        </p:nvSpPr>
        <p:spPr>
          <a:xfrm>
            <a:off x="8836691" y="7222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08" name="Google Shape;1508;g39f4a0cddd7_0_935"/>
          <p:cNvSpPr/>
          <p:nvPr/>
        </p:nvSpPr>
        <p:spPr>
          <a:xfrm>
            <a:off x="9290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9" name="Google Shape;1509;g39f4a0cddd7_0_935"/>
          <p:cNvSpPr/>
          <p:nvPr/>
        </p:nvSpPr>
        <p:spPr>
          <a:xfrm>
            <a:off x="9771841" y="7222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0" name="Google Shape;1510;g39f4a0cddd7_0_935"/>
          <p:cNvSpPr/>
          <p:nvPr/>
        </p:nvSpPr>
        <p:spPr>
          <a:xfrm>
            <a:off x="125555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11" name="Google Shape;1511;g39f4a0cddd7_0_935"/>
          <p:cNvSpPr/>
          <p:nvPr/>
        </p:nvSpPr>
        <p:spPr>
          <a:xfrm>
            <a:off x="1297851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12" name="Google Shape;1512;g39f4a0cddd7_0_935"/>
          <p:cNvSpPr/>
          <p:nvPr/>
        </p:nvSpPr>
        <p:spPr>
          <a:xfrm>
            <a:off x="13537741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3" name="Google Shape;1513;g39f4a0cddd7_0_935"/>
          <p:cNvSpPr/>
          <p:nvPr/>
        </p:nvSpPr>
        <p:spPr>
          <a:xfrm>
            <a:off x="9159891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4" name="Google Shape;1514;g39f4a0cddd7_0_935"/>
          <p:cNvSpPr/>
          <p:nvPr/>
        </p:nvSpPr>
        <p:spPr>
          <a:xfrm>
            <a:off x="11990666" y="2509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15" name="Google Shape;1515;g39f4a0cddd7_0_935"/>
          <p:cNvSpPr/>
          <p:nvPr/>
        </p:nvSpPr>
        <p:spPr>
          <a:xfrm>
            <a:off x="12464490" y="249624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16" name="Google Shape;1516;g39f4a0cddd7_0_935"/>
          <p:cNvSpPr/>
          <p:nvPr/>
        </p:nvSpPr>
        <p:spPr>
          <a:xfrm>
            <a:off x="12934066" y="2496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17" name="Google Shape;1517;g39f4a0cddd7_0_935"/>
          <p:cNvSpPr/>
          <p:nvPr/>
        </p:nvSpPr>
        <p:spPr>
          <a:xfrm>
            <a:off x="13434641" y="24962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8" name="Google Shape;1518;g39f4a0cddd7_0_935"/>
          <p:cNvSpPr/>
          <p:nvPr/>
        </p:nvSpPr>
        <p:spPr>
          <a:xfrm>
            <a:off x="12544591" y="39924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19" name="Google Shape;1519;g39f4a0cddd7_0_935"/>
          <p:cNvSpPr/>
          <p:nvPr/>
        </p:nvSpPr>
        <p:spPr>
          <a:xfrm>
            <a:off x="12993310" y="39832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0" name="Google Shape;1520;g39f4a0cddd7_0_935"/>
          <p:cNvSpPr/>
          <p:nvPr/>
        </p:nvSpPr>
        <p:spPr>
          <a:xfrm>
            <a:off x="13504710" y="40016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1" name="Google Shape;1521;g39f4a0cddd7_0_935"/>
          <p:cNvSpPr/>
          <p:nvPr/>
        </p:nvSpPr>
        <p:spPr>
          <a:xfrm>
            <a:off x="13916879" y="2509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2" name="Google Shape;1522;g39f4a0cddd7_0_935"/>
          <p:cNvSpPr/>
          <p:nvPr/>
        </p:nvSpPr>
        <p:spPr>
          <a:xfrm>
            <a:off x="10284591" y="72433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23" name="Google Shape;1523;g39f4a0cddd7_0_935"/>
          <p:cNvSpPr/>
          <p:nvPr/>
        </p:nvSpPr>
        <p:spPr>
          <a:xfrm>
            <a:off x="10753841" y="7260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24" name="Google Shape;1524;g39f4a0cddd7_0_935"/>
          <p:cNvSpPr/>
          <p:nvPr/>
        </p:nvSpPr>
        <p:spPr>
          <a:xfrm>
            <a:off x="12369204" y="56311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25" name="Google Shape;1525;g39f4a0cddd7_0_935"/>
          <p:cNvSpPr/>
          <p:nvPr/>
        </p:nvSpPr>
        <p:spPr>
          <a:xfrm>
            <a:off x="12934016" y="5637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526" name="Google Shape;1526;g39f4a0cddd7_0_935"/>
          <p:cNvSpPr/>
          <p:nvPr/>
        </p:nvSpPr>
        <p:spPr>
          <a:xfrm>
            <a:off x="13382966" y="55967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1" name="Google Shape;1531;g39f4a0cddd7_0_51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2" name="Google Shape;1532;g39f4a0cddd7_0_51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3" name="Google Shape;1533;g39f4a0cddd7_0_51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4" name="Google Shape;1534;g39f4a0cddd7_0_51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5" name="Google Shape;1535;g39f4a0cddd7_0_51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6" name="Google Shape;1536;g39f4a0cddd7_0_51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7" name="Google Shape;1537;g39f4a0cddd7_0_51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8" name="Google Shape;1538;g39f4a0cddd7_0_51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9" name="Google Shape;1539;g39f4a0cddd7_0_51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0" name="Google Shape;1540;g39f4a0cddd7_0_51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1" name="Google Shape;1541;g39f4a0cddd7_0_51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2" name="Google Shape;1542;g39f4a0cddd7_0_51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3" name="Google Shape;1543;g39f4a0cddd7_0_51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4" name="Google Shape;1544;g39f4a0cddd7_0_51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45" name="Google Shape;1545;g39f4a0cddd7_0_51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6" name="Google Shape;1546;g39f4a0cddd7_0_51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7" name="Google Shape;1547;g39f4a0cddd7_0_51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8" name="Google Shape;1548;g39f4a0cddd7_0_51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49" name="Google Shape;1549;g39f4a0cddd7_0_51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0" name="Google Shape;1550;g39f4a0cddd7_0_51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1" name="Google Shape;1551;g39f4a0cddd7_0_51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2" name="Google Shape;1552;g39f4a0cddd7_0_517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3" name="Google Shape;1553;g39f4a0cddd7_0_517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554" name="Google Shape;1554;g39f4a0cddd7_0_517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5" name="Google Shape;1555;g39f4a0cddd7_0_517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6" name="Google Shape;1556;g39f4a0cddd7_0_517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7" name="Google Shape;1557;g39f4a0cddd7_0_517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8" name="Google Shape;1558;g39f4a0cddd7_0_517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59" name="Google Shape;1559;g39f4a0cddd7_0_517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0" name="Google Shape;1560;g39f4a0cddd7_0_517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1" name="Google Shape;1561;g39f4a0cddd7_0_517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2" name="Google Shape;1562;g39f4a0cddd7_0_517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3" name="Google Shape;1563;g39f4a0cddd7_0_517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4" name="Google Shape;1564;g39f4a0cddd7_0_517"/>
          <p:cNvSpPr/>
          <p:nvPr/>
        </p:nvSpPr>
        <p:spPr>
          <a:xfrm>
            <a:off x="11910365" y="24339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565" name="Google Shape;1565;g39f4a0cddd7_0_517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566" name="Google Shape;1566;g39f4a0cddd7_0_517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567" name="Google Shape;1567;g39f4a0cddd7_0_517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568" name="Google Shape;1568;g39f4a0cddd7_0_517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569" name="Google Shape;1569;g39f4a0cddd7_0_517"/>
          <p:cNvSpPr/>
          <p:nvPr/>
        </p:nvSpPr>
        <p:spPr>
          <a:xfrm>
            <a:off x="12344916" y="8006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570" name="Google Shape;1570;g39f4a0cddd7_0_517"/>
          <p:cNvSpPr/>
          <p:nvPr/>
        </p:nvSpPr>
        <p:spPr>
          <a:xfrm>
            <a:off x="12799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1" name="Google Shape;1571;g39f4a0cddd7_0_517"/>
          <p:cNvSpPr/>
          <p:nvPr/>
        </p:nvSpPr>
        <p:spPr>
          <a:xfrm>
            <a:off x="13280066" y="8006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2" name="Google Shape;1572;g39f4a0cddd7_0_517"/>
          <p:cNvSpPr/>
          <p:nvPr/>
        </p:nvSpPr>
        <p:spPr>
          <a:xfrm>
            <a:off x="15702429" y="24710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573" name="Google Shape;1573;g39f4a0cddd7_0_517"/>
          <p:cNvSpPr/>
          <p:nvPr/>
        </p:nvSpPr>
        <p:spPr>
          <a:xfrm>
            <a:off x="12382829" y="24304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574" name="Google Shape;1574;g39f4a0cddd7_0_517"/>
          <p:cNvSpPr/>
          <p:nvPr/>
        </p:nvSpPr>
        <p:spPr>
          <a:xfrm>
            <a:off x="12836829" y="2409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5" name="Google Shape;1575;g39f4a0cddd7_0_517"/>
          <p:cNvSpPr/>
          <p:nvPr/>
        </p:nvSpPr>
        <p:spPr>
          <a:xfrm>
            <a:off x="15253466" y="40674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576" name="Google Shape;1576;g39f4a0cddd7_0_517"/>
          <p:cNvSpPr/>
          <p:nvPr/>
        </p:nvSpPr>
        <p:spPr>
          <a:xfrm>
            <a:off x="15702416" y="40263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577" name="Google Shape;1577;g39f4a0cddd7_0_517"/>
          <p:cNvSpPr/>
          <p:nvPr/>
        </p:nvSpPr>
        <p:spPr>
          <a:xfrm>
            <a:off x="11660691" y="40209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578" name="Google Shape;1578;g39f4a0cddd7_0_517"/>
          <p:cNvSpPr/>
          <p:nvPr/>
        </p:nvSpPr>
        <p:spPr>
          <a:xfrm>
            <a:off x="12114841" y="40209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9" name="Google Shape;1579;g39f4a0cddd7_0_517"/>
          <p:cNvSpPr/>
          <p:nvPr/>
        </p:nvSpPr>
        <p:spPr>
          <a:xfrm>
            <a:off x="12626241" y="40393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0" name="Google Shape;1580;g39f4a0cddd7_0_517"/>
          <p:cNvSpPr/>
          <p:nvPr/>
        </p:nvSpPr>
        <p:spPr>
          <a:xfrm>
            <a:off x="8909529" y="71781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581" name="Google Shape;1581;g39f4a0cddd7_0_517"/>
          <p:cNvSpPr/>
          <p:nvPr/>
        </p:nvSpPr>
        <p:spPr>
          <a:xfrm>
            <a:off x="9344229" y="72008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582" name="Google Shape;1582;g39f4a0cddd7_0_517"/>
          <p:cNvSpPr/>
          <p:nvPr/>
        </p:nvSpPr>
        <p:spPr>
          <a:xfrm>
            <a:off x="9798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3" name="Google Shape;1583;g39f4a0cddd7_0_517"/>
          <p:cNvSpPr/>
          <p:nvPr/>
        </p:nvSpPr>
        <p:spPr>
          <a:xfrm>
            <a:off x="10279379" y="7200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4" name="Google Shape;1584;g39f4a0cddd7_0_517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585" name="Google Shape;1585;g39f4a0cddd7_0_517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586" name="Google Shape;1586;g39f4a0cddd7_0_517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587" name="Google Shape;1587;g39f4a0cddd7_0_517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8" name="Google Shape;1588;g39f4a0cddd7_0_517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9" name="Google Shape;1589;g39f4a0cddd7_0_517"/>
          <p:cNvSpPr/>
          <p:nvPr/>
        </p:nvSpPr>
        <p:spPr>
          <a:xfrm>
            <a:off x="13280079" y="24340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0" name="Google Shape;1590;g39f4a0cddd7_0_517"/>
          <p:cNvSpPr/>
          <p:nvPr/>
        </p:nvSpPr>
        <p:spPr>
          <a:xfrm>
            <a:off x="15231579" y="24937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591" name="Google Shape;1591;g39f4a0cddd7_0_517"/>
          <p:cNvSpPr/>
          <p:nvPr/>
        </p:nvSpPr>
        <p:spPr>
          <a:xfrm>
            <a:off x="15019316" y="57568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592" name="Google Shape;1592;g39f4a0cddd7_0_517"/>
          <p:cNvSpPr/>
          <p:nvPr/>
        </p:nvSpPr>
        <p:spPr>
          <a:xfrm>
            <a:off x="15468266" y="5715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593" name="Google Shape;1593;g39f4a0cddd7_0_517"/>
          <p:cNvSpPr/>
          <p:nvPr/>
        </p:nvSpPr>
        <p:spPr>
          <a:xfrm>
            <a:off x="12165016" y="5726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594" name="Google Shape;1594;g39f4a0cddd7_0_517"/>
          <p:cNvSpPr/>
          <p:nvPr/>
        </p:nvSpPr>
        <p:spPr>
          <a:xfrm>
            <a:off x="12619166" y="572638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5" name="Google Shape;1595;g39f4a0cddd7_0_517"/>
          <p:cNvSpPr/>
          <p:nvPr/>
        </p:nvSpPr>
        <p:spPr>
          <a:xfrm>
            <a:off x="8780916" y="5657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6" name="Google Shape;1596;g39f4a0cddd7_0_517"/>
          <p:cNvSpPr/>
          <p:nvPr/>
        </p:nvSpPr>
        <p:spPr>
          <a:xfrm>
            <a:off x="15872579" y="575683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597" name="Google Shape;1597;g39f4a0cddd7_0_517"/>
          <p:cNvSpPr/>
          <p:nvPr/>
        </p:nvSpPr>
        <p:spPr>
          <a:xfrm>
            <a:off x="12287054" y="71987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2" name="Google Shape;1602;g39f4a0cddd7_0_104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3" name="Google Shape;1603;g39f4a0cddd7_0_104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4" name="Google Shape;1604;g39f4a0cddd7_0_104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5" name="Google Shape;1605;g39f4a0cddd7_0_104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6" name="Google Shape;1606;g39f4a0cddd7_0_104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7" name="Google Shape;1607;g39f4a0cddd7_0_104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8" name="Google Shape;1608;g39f4a0cddd7_0_104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9" name="Google Shape;1609;g39f4a0cddd7_0_104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0" name="Google Shape;1610;g39f4a0cddd7_0_104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1" name="Google Shape;1611;g39f4a0cddd7_0_104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2" name="Google Shape;1612;g39f4a0cddd7_0_104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3" name="Google Shape;1613;g39f4a0cddd7_0_104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4" name="Google Shape;1614;g39f4a0cddd7_0_104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5" name="Google Shape;1615;g39f4a0cddd7_0_104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16" name="Google Shape;1616;g39f4a0cddd7_0_104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7" name="Google Shape;1617;g39f4a0cddd7_0_104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8" name="Google Shape;1618;g39f4a0cddd7_0_104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19" name="Google Shape;1619;g39f4a0cddd7_0_104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0" name="Google Shape;1620;g39f4a0cddd7_0_104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1" name="Google Shape;1621;g39f4a0cddd7_0_104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2" name="Google Shape;1622;g39f4a0cddd7_0_104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g39f4a0cddd7_0_1040"/>
          <p:cNvSpPr/>
          <p:nvPr/>
        </p:nvSpPr>
        <p:spPr>
          <a:xfrm>
            <a:off x="6172592" y="5638730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4" name="Google Shape;1624;g39f4a0cddd7_0_1040"/>
          <p:cNvSpPr/>
          <p:nvPr/>
        </p:nvSpPr>
        <p:spPr>
          <a:xfrm>
            <a:off x="6200014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625" name="Google Shape;1625;g39f4a0cddd7_0_1040"/>
          <p:cNvSpPr/>
          <p:nvPr/>
        </p:nvSpPr>
        <p:spPr>
          <a:xfrm>
            <a:off x="6200014" y="402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6" name="Google Shape;1626;g39f4a0cddd7_0_1040"/>
          <p:cNvSpPr/>
          <p:nvPr/>
        </p:nvSpPr>
        <p:spPr>
          <a:xfrm>
            <a:off x="6172589" y="8951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7" name="Google Shape;1627;g39f4a0cddd7_0_1040"/>
          <p:cNvSpPr/>
          <p:nvPr/>
        </p:nvSpPr>
        <p:spPr>
          <a:xfrm>
            <a:off x="6644352" y="563874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8" name="Google Shape;1628;g39f4a0cddd7_0_1040"/>
          <p:cNvSpPr/>
          <p:nvPr/>
        </p:nvSpPr>
        <p:spPr>
          <a:xfrm>
            <a:off x="6644365" y="24710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29" name="Google Shape;1629;g39f4a0cddd7_0_1040"/>
          <p:cNvSpPr/>
          <p:nvPr/>
        </p:nvSpPr>
        <p:spPr>
          <a:xfrm>
            <a:off x="6172589" y="719871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0" name="Google Shape;1630;g39f4a0cddd7_0_1040"/>
          <p:cNvSpPr/>
          <p:nvPr/>
        </p:nvSpPr>
        <p:spPr>
          <a:xfrm>
            <a:off x="6714300" y="7198688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1" name="Google Shape;1631;g39f4a0cddd7_0_1040"/>
          <p:cNvSpPr/>
          <p:nvPr/>
        </p:nvSpPr>
        <p:spPr>
          <a:xfrm>
            <a:off x="6874100" y="4052975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2" name="Google Shape;1632;g39f4a0cddd7_0_1040"/>
          <p:cNvSpPr/>
          <p:nvPr/>
        </p:nvSpPr>
        <p:spPr>
          <a:xfrm>
            <a:off x="7227063" y="5663013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3" name="Google Shape;1633;g39f4a0cddd7_0_1040"/>
          <p:cNvSpPr/>
          <p:nvPr/>
        </p:nvSpPr>
        <p:spPr>
          <a:xfrm>
            <a:off x="7227075" y="24710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4" name="Google Shape;1634;g39f4a0cddd7_0_1040"/>
          <p:cNvSpPr/>
          <p:nvPr/>
        </p:nvSpPr>
        <p:spPr>
          <a:xfrm>
            <a:off x="6726250" y="94365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5" name="Google Shape;1635;g39f4a0cddd7_0_1040"/>
          <p:cNvSpPr/>
          <p:nvPr/>
        </p:nvSpPr>
        <p:spPr>
          <a:xfrm>
            <a:off x="11494715" y="242129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636" name="Google Shape;1636;g39f4a0cddd7_0_1040"/>
          <p:cNvSpPr/>
          <p:nvPr/>
        </p:nvSpPr>
        <p:spPr>
          <a:xfrm>
            <a:off x="18614454" y="562280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1637" name="Google Shape;1637;g39f4a0cddd7_0_1040"/>
          <p:cNvSpPr/>
          <p:nvPr/>
        </p:nvSpPr>
        <p:spPr>
          <a:xfrm>
            <a:off x="6200014" y="8872062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638" name="Google Shape;1638;g39f4a0cddd7_0_1040"/>
          <p:cNvSpPr/>
          <p:nvPr/>
        </p:nvSpPr>
        <p:spPr>
          <a:xfrm>
            <a:off x="6753675" y="8920600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200"/>
          </a:p>
        </p:txBody>
      </p:sp>
      <p:sp>
        <p:nvSpPr>
          <p:cNvPr id="1639" name="Google Shape;1639;g39f4a0cddd7_0_1040"/>
          <p:cNvSpPr/>
          <p:nvPr/>
        </p:nvSpPr>
        <p:spPr>
          <a:xfrm>
            <a:off x="11511316" y="78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T14.1: Revisit the read code, and find code smells.</a:t>
            </a:r>
            <a:endParaRPr/>
          </a:p>
        </p:txBody>
      </p:sp>
      <p:sp>
        <p:nvSpPr>
          <p:cNvPr id="1640" name="Google Shape;1640;g39f4a0cddd7_0_1040"/>
          <p:cNvSpPr/>
          <p:nvPr/>
        </p:nvSpPr>
        <p:spPr>
          <a:xfrm>
            <a:off x="11910216" y="77793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T15.1: Document found code smells, and brainstorm possible solutions.</a:t>
            </a:r>
            <a:endParaRPr/>
          </a:p>
        </p:txBody>
      </p:sp>
      <p:sp>
        <p:nvSpPr>
          <p:cNvPr id="1641" name="Google Shape;1641;g39f4a0cddd7_0_1040"/>
          <p:cNvSpPr/>
          <p:nvPr/>
        </p:nvSpPr>
        <p:spPr>
          <a:xfrm>
            <a:off x="18735716" y="6746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T16.1: Revisit the read code, and find design patterns.</a:t>
            </a:r>
            <a:endParaRPr/>
          </a:p>
        </p:txBody>
      </p:sp>
      <p:sp>
        <p:nvSpPr>
          <p:cNvPr id="1642" name="Google Shape;1642;g39f4a0cddd7_0_1040"/>
          <p:cNvSpPr/>
          <p:nvPr/>
        </p:nvSpPr>
        <p:spPr>
          <a:xfrm>
            <a:off x="19206791" y="733183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T17.1: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3" name="Google Shape;1643;g39f4a0cddd7_0_1040"/>
          <p:cNvSpPr/>
          <p:nvPr/>
        </p:nvSpPr>
        <p:spPr>
          <a:xfrm>
            <a:off x="15359054" y="749908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T18.1: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4" name="Google Shape;1644;g39f4a0cddd7_0_1040"/>
          <p:cNvSpPr/>
          <p:nvPr/>
        </p:nvSpPr>
        <p:spPr>
          <a:xfrm>
            <a:off x="15247766" y="40549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T18.3: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5" name="Google Shape;1645;g39f4a0cddd7_0_1040"/>
          <p:cNvSpPr/>
          <p:nvPr/>
        </p:nvSpPr>
        <p:spPr>
          <a:xfrm>
            <a:off x="18874641" y="5736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T14.5: Revisit the read code, and find code smells.</a:t>
            </a:r>
            <a:endParaRPr/>
          </a:p>
        </p:txBody>
      </p:sp>
      <p:sp>
        <p:nvSpPr>
          <p:cNvPr id="1646" name="Google Shape;1646;g39f4a0cddd7_0_1040"/>
          <p:cNvSpPr/>
          <p:nvPr/>
        </p:nvSpPr>
        <p:spPr>
          <a:xfrm>
            <a:off x="15842716" y="56531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T15.5: Document found code smells, and brainstorm possible solutions.</a:t>
            </a:r>
            <a:endParaRPr/>
          </a:p>
        </p:txBody>
      </p:sp>
      <p:sp>
        <p:nvSpPr>
          <p:cNvPr id="1647" name="Google Shape;1647;g39f4a0cddd7_0_1040"/>
          <p:cNvSpPr/>
          <p:nvPr/>
        </p:nvSpPr>
        <p:spPr>
          <a:xfrm>
            <a:off x="12216091" y="5591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T16.5: Revisit the read code, and find design patterns.</a:t>
            </a:r>
            <a:endParaRPr/>
          </a:p>
        </p:txBody>
      </p:sp>
      <p:sp>
        <p:nvSpPr>
          <p:cNvPr id="1648" name="Google Shape;1648;g39f4a0cddd7_0_1040"/>
          <p:cNvSpPr/>
          <p:nvPr/>
        </p:nvSpPr>
        <p:spPr>
          <a:xfrm>
            <a:off x="12670241" y="55911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T17.5: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9" name="Google Shape;1649;g39f4a0cddd7_0_1040"/>
          <p:cNvSpPr/>
          <p:nvPr/>
        </p:nvSpPr>
        <p:spPr>
          <a:xfrm>
            <a:off x="8944316" y="55223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T18.5: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0" name="Google Shape;1650;g39f4a0cddd7_0_1040"/>
          <p:cNvSpPr/>
          <p:nvPr/>
        </p:nvSpPr>
        <p:spPr>
          <a:xfrm>
            <a:off x="11860491" y="89876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T15.6: Document found code smells, and brainstorm possible solutions.</a:t>
            </a:r>
            <a:endParaRPr/>
          </a:p>
        </p:txBody>
      </p:sp>
      <p:sp>
        <p:nvSpPr>
          <p:cNvPr id="1651" name="Google Shape;1651;g39f4a0cddd7_0_1040"/>
          <p:cNvSpPr/>
          <p:nvPr/>
        </p:nvSpPr>
        <p:spPr>
          <a:xfrm>
            <a:off x="12370666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T14.6: Revisit the read code, and find code smells.</a:t>
            </a:r>
            <a:endParaRPr/>
          </a:p>
        </p:txBody>
      </p:sp>
      <p:sp>
        <p:nvSpPr>
          <p:cNvPr id="1652" name="Google Shape;1652;g39f4a0cddd7_0_1040"/>
          <p:cNvSpPr/>
          <p:nvPr/>
        </p:nvSpPr>
        <p:spPr>
          <a:xfrm>
            <a:off x="12793641" y="9034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T16.6: Revisit the read code, and find design patterns.</a:t>
            </a:r>
            <a:endParaRPr/>
          </a:p>
        </p:txBody>
      </p:sp>
      <p:sp>
        <p:nvSpPr>
          <p:cNvPr id="1653" name="Google Shape;1653;g39f4a0cddd7_0_1040"/>
          <p:cNvSpPr/>
          <p:nvPr/>
        </p:nvSpPr>
        <p:spPr>
          <a:xfrm>
            <a:off x="13352866" y="90231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T17.6: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4" name="Google Shape;1654;g39f4a0cddd7_0_1040"/>
          <p:cNvSpPr/>
          <p:nvPr/>
        </p:nvSpPr>
        <p:spPr>
          <a:xfrm>
            <a:off x="8975016" y="8872634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T18.6: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5" name="Google Shape;1655;g39f4a0cddd7_0_1040"/>
          <p:cNvSpPr/>
          <p:nvPr/>
        </p:nvSpPr>
        <p:spPr>
          <a:xfrm>
            <a:off x="18874654" y="236305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T14.2: Revisit the read code, and find code smells.</a:t>
            </a:r>
            <a:endParaRPr/>
          </a:p>
        </p:txBody>
      </p:sp>
      <p:sp>
        <p:nvSpPr>
          <p:cNvPr id="1656" name="Google Shape;1656;g39f4a0cddd7_0_1040"/>
          <p:cNvSpPr/>
          <p:nvPr/>
        </p:nvSpPr>
        <p:spPr>
          <a:xfrm>
            <a:off x="18268254" y="40958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T1431: Revisit the read code, and find code smells.</a:t>
            </a:r>
            <a:endParaRPr/>
          </a:p>
        </p:txBody>
      </p:sp>
      <p:sp>
        <p:nvSpPr>
          <p:cNvPr id="1657" name="Google Shape;1657;g39f4a0cddd7_0_1040"/>
          <p:cNvSpPr/>
          <p:nvPr/>
        </p:nvSpPr>
        <p:spPr>
          <a:xfrm>
            <a:off x="15708116" y="40365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T15.3: Document found code smells, and brainstorm possible solutions.</a:t>
            </a:r>
            <a:endParaRPr/>
          </a:p>
        </p:txBody>
      </p:sp>
      <p:sp>
        <p:nvSpPr>
          <p:cNvPr id="1658" name="Google Shape;1658;g39f4a0cddd7_0_1040"/>
          <p:cNvSpPr/>
          <p:nvPr/>
        </p:nvSpPr>
        <p:spPr>
          <a:xfrm>
            <a:off x="15313354" y="2396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T15.2: Document found code smells, and brainstorm possible solutions.</a:t>
            </a:r>
            <a:endParaRPr/>
          </a:p>
        </p:txBody>
      </p:sp>
      <p:sp>
        <p:nvSpPr>
          <p:cNvPr id="1659" name="Google Shape;1659;g39f4a0cddd7_0_1040"/>
          <p:cNvSpPr/>
          <p:nvPr/>
        </p:nvSpPr>
        <p:spPr>
          <a:xfrm>
            <a:off x="19301254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T16.2: Revisit the read code, and find design patterns.</a:t>
            </a:r>
            <a:endParaRPr/>
          </a:p>
        </p:txBody>
      </p:sp>
      <p:sp>
        <p:nvSpPr>
          <p:cNvPr id="1660" name="Google Shape;1660;g39f4a0cddd7_0_1040"/>
          <p:cNvSpPr/>
          <p:nvPr/>
        </p:nvSpPr>
        <p:spPr>
          <a:xfrm>
            <a:off x="19770429" y="2363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T17.2: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1" name="Google Shape;1661;g39f4a0cddd7_0_1040"/>
          <p:cNvSpPr/>
          <p:nvPr/>
        </p:nvSpPr>
        <p:spPr>
          <a:xfrm>
            <a:off x="15820816" y="2429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T18.2: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2" name="Google Shape;1662;g39f4a0cddd7_0_1040"/>
          <p:cNvSpPr/>
          <p:nvPr/>
        </p:nvSpPr>
        <p:spPr>
          <a:xfrm>
            <a:off x="8402229" y="72522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T14.4: Revisit the read code, and find code smells.</a:t>
            </a:r>
            <a:endParaRPr/>
          </a:p>
        </p:txBody>
      </p:sp>
      <p:sp>
        <p:nvSpPr>
          <p:cNvPr id="1663" name="Google Shape;1663;g39f4a0cddd7_0_1040"/>
          <p:cNvSpPr/>
          <p:nvPr/>
        </p:nvSpPr>
        <p:spPr>
          <a:xfrm>
            <a:off x="8851179" y="72110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T15.4: Document found code smells, and brainstorm possible solutions.</a:t>
            </a:r>
            <a:endParaRPr/>
          </a:p>
        </p:txBody>
      </p:sp>
      <p:sp>
        <p:nvSpPr>
          <p:cNvPr id="1664" name="Google Shape;1664;g39f4a0cddd7_0_1040"/>
          <p:cNvSpPr/>
          <p:nvPr/>
        </p:nvSpPr>
        <p:spPr>
          <a:xfrm>
            <a:off x="9285879" y="7233809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T16.4: Revisit the read code, and find design patterns.</a:t>
            </a:r>
            <a:endParaRPr/>
          </a:p>
        </p:txBody>
      </p:sp>
      <p:sp>
        <p:nvSpPr>
          <p:cNvPr id="1665" name="Google Shape;1665;g39f4a0cddd7_0_1040"/>
          <p:cNvSpPr/>
          <p:nvPr/>
        </p:nvSpPr>
        <p:spPr>
          <a:xfrm>
            <a:off x="9740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T17.4: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6" name="Google Shape;1666;g39f4a0cddd7_0_1040"/>
          <p:cNvSpPr/>
          <p:nvPr/>
        </p:nvSpPr>
        <p:spPr>
          <a:xfrm>
            <a:off x="10221029" y="72337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T18.4: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7" name="Google Shape;1667;g39f4a0cddd7_0_1040"/>
          <p:cNvSpPr/>
          <p:nvPr/>
        </p:nvSpPr>
        <p:spPr>
          <a:xfrm>
            <a:off x="18739329" y="4098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T16.3: Revisit the read code, and find design patterns.</a:t>
            </a:r>
            <a:endParaRPr/>
          </a:p>
        </p:txBody>
      </p:sp>
      <p:sp>
        <p:nvSpPr>
          <p:cNvPr id="1668" name="Google Shape;1668;g39f4a0cddd7_0_1040"/>
          <p:cNvSpPr/>
          <p:nvPr/>
        </p:nvSpPr>
        <p:spPr>
          <a:xfrm>
            <a:off x="19203179" y="403737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T17.3: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g39f98e7237a_0_0" title="Vmw_I2.png"/>
          <p:cNvPicPr preferRelativeResize="0"/>
          <p:nvPr/>
        </p:nvPicPr>
        <p:blipFill rotWithShape="1">
          <a:blip r:embed="rId3">
            <a:alphaModFix amt="51000"/>
          </a:blip>
          <a:srcRect b="0" l="0" r="0" t="0"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g39f98e7237a_0_0"/>
          <p:cNvSpPr/>
          <p:nvPr/>
        </p:nvSpPr>
        <p:spPr>
          <a:xfrm>
            <a:off x="814250" y="3300663"/>
            <a:ext cx="20115513" cy="4203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300">
                  <a:solidFill>
                    <a:srgbClr val="434343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Consolas"/>
              </a:rPr>
              <a:t>Sprint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9" name="Google Shape;1679;g39f98e7237a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0" name="Google Shape;1680;g39f98e7237a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1" name="Google Shape;1681;g39f98e7237a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2" name="Google Shape;1682;g39f98e7237a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3" name="Google Shape;1683;g39f98e7237a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4" name="Google Shape;1684;g39f98e7237a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5" name="Google Shape;1685;g39f98e7237a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6" name="Google Shape;1686;g39f98e7237a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7" name="Google Shape;1687;g39f98e7237a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8" name="Google Shape;1688;g39f98e7237a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9" name="Google Shape;1689;g39f98e7237a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0" name="Google Shape;1690;g39f98e7237a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1" name="Google Shape;1691;g39f98e7237a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2" name="Google Shape;1692;g39f98e7237a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3" name="Google Shape;1693;g39f98e7237a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4" name="Google Shape;1694;g39f98e7237a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5" name="Google Shape;1695;g39f98e7237a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6" name="Google Shape;1696;g39f98e7237a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7" name="Google Shape;1697;g39f98e7237a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8" name="Google Shape;1698;g39f98e7237a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99" name="Google Shape;1699;g39f98e7237a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0" name="Google Shape;1700;g39f98e7237a_0_5"/>
          <p:cNvSpPr/>
          <p:nvPr/>
        </p:nvSpPr>
        <p:spPr>
          <a:xfrm>
            <a:off x="112840" y="6318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701" name="Google Shape;1701;g39f98e7237a_0_5"/>
          <p:cNvSpPr/>
          <p:nvPr/>
        </p:nvSpPr>
        <p:spPr>
          <a:xfrm>
            <a:off x="112990" y="10270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  <p:sp>
        <p:nvSpPr>
          <p:cNvPr id="1702" name="Google Shape;1702;g39f98e7237a_0_5"/>
          <p:cNvSpPr/>
          <p:nvPr/>
        </p:nvSpPr>
        <p:spPr>
          <a:xfrm>
            <a:off x="112840" y="19655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US6: As an aspiring software engineer, I want to review the code I read, and find some code smells, so that I may try to document and maybe fix them.</a:t>
            </a:r>
            <a:endParaRPr/>
          </a:p>
        </p:txBody>
      </p:sp>
      <p:sp>
        <p:nvSpPr>
          <p:cNvPr id="1703" name="Google Shape;1703;g39f98e7237a_0_5"/>
          <p:cNvSpPr/>
          <p:nvPr/>
        </p:nvSpPr>
        <p:spPr>
          <a:xfrm>
            <a:off x="112841" y="2541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Document found code smells, and brainstorm possible solutions.</a:t>
            </a:r>
            <a:endParaRPr/>
          </a:p>
        </p:txBody>
      </p:sp>
      <p:sp>
        <p:nvSpPr>
          <p:cNvPr id="1704" name="Google Shape;1704;g39f98e7237a_0_5"/>
          <p:cNvSpPr/>
          <p:nvPr/>
        </p:nvSpPr>
        <p:spPr>
          <a:xfrm>
            <a:off x="113000" y="339865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US7: As an aspiring software engineer, I want to review the code and look at some of the design patterns used throughout the code base, so that I may document them and further improve their modelling.</a:t>
            </a:r>
            <a:endParaRPr/>
          </a:p>
        </p:txBody>
      </p:sp>
      <p:sp>
        <p:nvSpPr>
          <p:cNvPr id="1705" name="Google Shape;1705;g39f98e7237a_0_5"/>
          <p:cNvSpPr/>
          <p:nvPr/>
        </p:nvSpPr>
        <p:spPr>
          <a:xfrm>
            <a:off x="112841" y="385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706" name="Google Shape;1706;g39f98e7237a_0_5"/>
          <p:cNvSpPr/>
          <p:nvPr/>
        </p:nvSpPr>
        <p:spPr>
          <a:xfrm>
            <a:off x="112841" y="4243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7" name="Google Shape;1707;g39f98e7237a_0_5"/>
          <p:cNvSpPr/>
          <p:nvPr/>
        </p:nvSpPr>
        <p:spPr>
          <a:xfrm>
            <a:off x="112841" y="4618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8" name="Google Shape;1708;g39f98e7237a_0_5"/>
          <p:cNvSpPr/>
          <p:nvPr/>
        </p:nvSpPr>
        <p:spPr>
          <a:xfrm>
            <a:off x="113000" y="570550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US8: As an aspiring software engineer, I want to make a report on the code’s metrics, in order to make a report about my findings.</a:t>
            </a:r>
            <a:endParaRPr/>
          </a:p>
        </p:txBody>
      </p:sp>
      <p:sp>
        <p:nvSpPr>
          <p:cNvPr id="1709" name="Google Shape;1709;g39f98e7237a_0_5"/>
          <p:cNvSpPr/>
          <p:nvPr/>
        </p:nvSpPr>
        <p:spPr>
          <a:xfrm>
            <a:off x="112841" y="6478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T19: Revisit the read code, and study the associated metrics.</a:t>
            </a:r>
            <a:endParaRPr/>
          </a:p>
        </p:txBody>
      </p:sp>
      <p:sp>
        <p:nvSpPr>
          <p:cNvPr id="1710" name="Google Shape;1710;g39f98e7237a_0_5"/>
          <p:cNvSpPr/>
          <p:nvPr/>
        </p:nvSpPr>
        <p:spPr>
          <a:xfrm>
            <a:off x="112841" y="708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T20: Document said metrics.</a:t>
            </a:r>
            <a:endParaRPr/>
          </a:p>
        </p:txBody>
      </p:sp>
      <p:sp>
        <p:nvSpPr>
          <p:cNvPr id="1711" name="Google Shape;1711;g39f98e7237a_0_5"/>
          <p:cNvSpPr/>
          <p:nvPr/>
        </p:nvSpPr>
        <p:spPr>
          <a:xfrm>
            <a:off x="113000" y="8318850"/>
            <a:ext cx="2519400" cy="2226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US9: As an aspiring software engineer, I want to create use case diagrams about the code base, so that I may able to understand and communicate on how to interact with the game.</a:t>
            </a:r>
            <a:endParaRPr/>
          </a:p>
        </p:txBody>
      </p:sp>
      <p:sp>
        <p:nvSpPr>
          <p:cNvPr id="1712" name="Google Shape;1712;g39f98e7237a_0_5"/>
          <p:cNvSpPr/>
          <p:nvPr/>
        </p:nvSpPr>
        <p:spPr>
          <a:xfrm>
            <a:off x="112841" y="93838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T21: Revisit the read code, and choose a part of the system to work on.</a:t>
            </a:r>
            <a:endParaRPr/>
          </a:p>
        </p:txBody>
      </p:sp>
      <p:sp>
        <p:nvSpPr>
          <p:cNvPr id="1713" name="Google Shape;1713;g39f98e7237a_0_5"/>
          <p:cNvSpPr/>
          <p:nvPr/>
        </p:nvSpPr>
        <p:spPr>
          <a:xfrm>
            <a:off x="112841" y="99212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T22: Develop the Use Case Diagram of the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chosen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system part.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8" name="Google Shape;1718;g39f98e7237a_0_4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9" name="Google Shape;1719;g39f98e7237a_0_4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0" name="Google Shape;1720;g39f98e7237a_0_4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1" name="Google Shape;1721;g39f98e7237a_0_4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2" name="Google Shape;1722;g39f98e7237a_0_4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3" name="Google Shape;1723;g39f98e7237a_0_4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4" name="Google Shape;1724;g39f98e7237a_0_4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5" name="Google Shape;1725;g39f98e7237a_0_4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6" name="Google Shape;1726;g39f98e7237a_0_4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7" name="Google Shape;1727;g39f98e7237a_0_4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8" name="Google Shape;1728;g39f98e7237a_0_4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9" name="Google Shape;1729;g39f98e7237a_0_4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0" name="Google Shape;1730;g39f98e7237a_0_4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1" name="Google Shape;1731;g39f98e7237a_0_4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32" name="Google Shape;1732;g39f98e7237a_0_4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3" name="Google Shape;1733;g39f98e7237a_0_4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4" name="Google Shape;1734;g39f98e7237a_0_4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5" name="Google Shape;1735;g39f98e7237a_0_4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6" name="Google Shape;1736;g39f98e7237a_0_4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7" name="Google Shape;1737;g39f98e7237a_0_4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38" name="Google Shape;1738;g39f98e7237a_0_4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9" name="Google Shape;1739;g39f98e7237a_0_46"/>
          <p:cNvSpPr/>
          <p:nvPr/>
        </p:nvSpPr>
        <p:spPr>
          <a:xfrm>
            <a:off x="112841" y="25414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T15: Document found code smells, and brainstorm possible solutions.</a:t>
            </a:r>
            <a:endParaRPr/>
          </a:p>
        </p:txBody>
      </p:sp>
      <p:sp>
        <p:nvSpPr>
          <p:cNvPr id="1740" name="Google Shape;1740;g39f98e7237a_0_46"/>
          <p:cNvSpPr/>
          <p:nvPr/>
        </p:nvSpPr>
        <p:spPr>
          <a:xfrm>
            <a:off x="112841" y="38571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T16: Revisit the read code, and find design patterns.</a:t>
            </a:r>
            <a:endParaRPr/>
          </a:p>
        </p:txBody>
      </p:sp>
      <p:sp>
        <p:nvSpPr>
          <p:cNvPr id="1741" name="Google Shape;1741;g39f98e7237a_0_46"/>
          <p:cNvSpPr/>
          <p:nvPr/>
        </p:nvSpPr>
        <p:spPr>
          <a:xfrm>
            <a:off x="112841" y="42435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T17: Find code blocks, where some design patterns may be implemented.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2" name="Google Shape;1742;g39f98e7237a_0_46"/>
          <p:cNvSpPr/>
          <p:nvPr/>
        </p:nvSpPr>
        <p:spPr>
          <a:xfrm>
            <a:off x="112841" y="46189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T18: Document found design patterns, and think about possible improvements.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3" name="Google Shape;1743;g39f98e7237a_0_46"/>
          <p:cNvSpPr/>
          <p:nvPr/>
        </p:nvSpPr>
        <p:spPr>
          <a:xfrm>
            <a:off x="112841" y="64783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T19: Revisit the read code, and study the associated metrics.</a:t>
            </a:r>
            <a:endParaRPr/>
          </a:p>
        </p:txBody>
      </p:sp>
      <p:sp>
        <p:nvSpPr>
          <p:cNvPr id="1744" name="Google Shape;1744;g39f98e7237a_0_46"/>
          <p:cNvSpPr/>
          <p:nvPr/>
        </p:nvSpPr>
        <p:spPr>
          <a:xfrm>
            <a:off x="112841" y="7082421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T20: Document said metrics.</a:t>
            </a:r>
            <a:endParaRPr/>
          </a:p>
        </p:txBody>
      </p:sp>
      <p:sp>
        <p:nvSpPr>
          <p:cNvPr id="1745" name="Google Shape;1745;g39f98e7237a_0_46"/>
          <p:cNvSpPr/>
          <p:nvPr/>
        </p:nvSpPr>
        <p:spPr>
          <a:xfrm>
            <a:off x="6283913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46" name="Google Shape;1746;g39f98e7237a_0_46"/>
          <p:cNvSpPr/>
          <p:nvPr/>
        </p:nvSpPr>
        <p:spPr>
          <a:xfrm>
            <a:off x="112841" y="909964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T21: Revisit the read code, and choose a part of the system to work on.</a:t>
            </a:r>
            <a:endParaRPr/>
          </a:p>
        </p:txBody>
      </p:sp>
      <p:sp>
        <p:nvSpPr>
          <p:cNvPr id="1747" name="Google Shape;1747;g39f98e7237a_0_46"/>
          <p:cNvSpPr/>
          <p:nvPr/>
        </p:nvSpPr>
        <p:spPr>
          <a:xfrm>
            <a:off x="112841" y="9636996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T22: Develop the Use Case Diagram of the chosen system part.</a:t>
            </a:r>
            <a:endParaRPr/>
          </a:p>
        </p:txBody>
      </p:sp>
      <p:sp>
        <p:nvSpPr>
          <p:cNvPr id="1748" name="Google Shape;1748;g39f98e7237a_0_46"/>
          <p:cNvSpPr/>
          <p:nvPr/>
        </p:nvSpPr>
        <p:spPr>
          <a:xfrm>
            <a:off x="6565928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49" name="Google Shape;1749;g39f98e7237a_0_46"/>
          <p:cNvSpPr/>
          <p:nvPr/>
        </p:nvSpPr>
        <p:spPr>
          <a:xfrm>
            <a:off x="6799595" y="70074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0" name="Google Shape;1750;g39f98e7237a_0_46"/>
          <p:cNvSpPr/>
          <p:nvPr/>
        </p:nvSpPr>
        <p:spPr>
          <a:xfrm>
            <a:off x="6987783" y="73839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1" name="Google Shape;1751;g39f98e7237a_0_46"/>
          <p:cNvSpPr/>
          <p:nvPr/>
        </p:nvSpPr>
        <p:spPr>
          <a:xfrm>
            <a:off x="6328063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2" name="Google Shape;1752;g39f98e7237a_0_46"/>
          <p:cNvSpPr/>
          <p:nvPr/>
        </p:nvSpPr>
        <p:spPr>
          <a:xfrm>
            <a:off x="6610078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3" name="Google Shape;1753;g39f98e7237a_0_46"/>
          <p:cNvSpPr/>
          <p:nvPr/>
        </p:nvSpPr>
        <p:spPr>
          <a:xfrm>
            <a:off x="6843745" y="53190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4" name="Google Shape;1754;g39f98e7237a_0_46"/>
          <p:cNvSpPr/>
          <p:nvPr/>
        </p:nvSpPr>
        <p:spPr>
          <a:xfrm>
            <a:off x="7031933" y="56955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5" name="Google Shape;1755;g39f98e7237a_0_46"/>
          <p:cNvSpPr/>
          <p:nvPr/>
        </p:nvSpPr>
        <p:spPr>
          <a:xfrm>
            <a:off x="6372213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56" name="Google Shape;1756;g39f98e7237a_0_46"/>
          <p:cNvSpPr/>
          <p:nvPr/>
        </p:nvSpPr>
        <p:spPr>
          <a:xfrm>
            <a:off x="6654228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57" name="Google Shape;1757;g39f98e7237a_0_46"/>
          <p:cNvSpPr/>
          <p:nvPr/>
        </p:nvSpPr>
        <p:spPr>
          <a:xfrm>
            <a:off x="6887895" y="38556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58" name="Google Shape;1758;g39f98e7237a_0_46"/>
          <p:cNvSpPr/>
          <p:nvPr/>
        </p:nvSpPr>
        <p:spPr>
          <a:xfrm>
            <a:off x="7076083" y="42321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59" name="Google Shape;1759;g39f98e7237a_0_46"/>
          <p:cNvSpPr/>
          <p:nvPr/>
        </p:nvSpPr>
        <p:spPr>
          <a:xfrm>
            <a:off x="6372213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60" name="Google Shape;1760;g39f98e7237a_0_46"/>
          <p:cNvSpPr/>
          <p:nvPr/>
        </p:nvSpPr>
        <p:spPr>
          <a:xfrm>
            <a:off x="6654228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61" name="Google Shape;1761;g39f98e7237a_0_46"/>
          <p:cNvSpPr/>
          <p:nvPr/>
        </p:nvSpPr>
        <p:spPr>
          <a:xfrm>
            <a:off x="6887895" y="2208163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62" name="Google Shape;1762;g39f98e7237a_0_46"/>
          <p:cNvSpPr/>
          <p:nvPr/>
        </p:nvSpPr>
        <p:spPr>
          <a:xfrm>
            <a:off x="7076083" y="2584626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3" name="Google Shape;1763;g39f98e7237a_0_46"/>
          <p:cNvSpPr/>
          <p:nvPr/>
        </p:nvSpPr>
        <p:spPr>
          <a:xfrm>
            <a:off x="6372213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64" name="Google Shape;1764;g39f98e7237a_0_46"/>
          <p:cNvSpPr/>
          <p:nvPr/>
        </p:nvSpPr>
        <p:spPr>
          <a:xfrm>
            <a:off x="6654228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65" name="Google Shape;1765;g39f98e7237a_0_46"/>
          <p:cNvSpPr/>
          <p:nvPr/>
        </p:nvSpPr>
        <p:spPr>
          <a:xfrm>
            <a:off x="6887895" y="65270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66" name="Google Shape;1766;g39f98e7237a_0_46"/>
          <p:cNvSpPr/>
          <p:nvPr/>
        </p:nvSpPr>
        <p:spPr>
          <a:xfrm>
            <a:off x="7076083" y="102916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67" name="Google Shape;1767;g39f98e7237a_0_46"/>
          <p:cNvSpPr/>
          <p:nvPr/>
        </p:nvSpPr>
        <p:spPr>
          <a:xfrm>
            <a:off x="6302288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US9: As an aspiring software engineer, I want to create use case diagrams about the code base, so that I may able to understand and communicate on how to interact with the game.</a:t>
            </a:r>
            <a:endParaRPr sz="1159"/>
          </a:p>
        </p:txBody>
      </p:sp>
      <p:sp>
        <p:nvSpPr>
          <p:cNvPr id="1768" name="Google Shape;1768;g39f98e7237a_0_46"/>
          <p:cNvSpPr/>
          <p:nvPr/>
        </p:nvSpPr>
        <p:spPr>
          <a:xfrm>
            <a:off x="6584303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US8: As an aspiring software engineer, I want to make a report on the code’s metrics, in order to make a report about my findings.</a:t>
            </a:r>
            <a:endParaRPr sz="1159"/>
          </a:p>
        </p:txBody>
      </p:sp>
      <p:sp>
        <p:nvSpPr>
          <p:cNvPr id="1769" name="Google Shape;1769;g39f98e7237a_0_46"/>
          <p:cNvSpPr/>
          <p:nvPr/>
        </p:nvSpPr>
        <p:spPr>
          <a:xfrm>
            <a:off x="6817970" y="8695850"/>
            <a:ext cx="2086800" cy="18444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US7: As an aspiring software engineer, I want to review the code and look at some of the design patterns used throughout the code base, so that I may document them and further improve their modelling.</a:t>
            </a:r>
            <a:endParaRPr sz="1159"/>
          </a:p>
        </p:txBody>
      </p:sp>
      <p:sp>
        <p:nvSpPr>
          <p:cNvPr id="1770" name="Google Shape;1770;g39f98e7237a_0_46"/>
          <p:cNvSpPr/>
          <p:nvPr/>
        </p:nvSpPr>
        <p:spPr>
          <a:xfrm>
            <a:off x="7006158" y="9072314"/>
            <a:ext cx="2086800" cy="1210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36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5725" lIns="75725" spcFirstLastPara="1" rIns="75725" wrap="square" tIns="7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US6: As an aspiring software engineer, I want to review the code I read, and find some code smells, so that I may try to document and maybe fix them.</a:t>
            </a:r>
            <a:endParaRPr sz="1159"/>
          </a:p>
        </p:txBody>
      </p:sp>
      <p:sp>
        <p:nvSpPr>
          <p:cNvPr id="1771" name="Google Shape;1771;g39f98e7237a_0_46"/>
          <p:cNvSpPr/>
          <p:nvPr/>
        </p:nvSpPr>
        <p:spPr>
          <a:xfrm>
            <a:off x="112840" y="631887"/>
            <a:ext cx="2519700" cy="146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US5: As a mod </a:t>
            </a:r>
            <a:r>
              <a:rPr lang="en-GB"/>
              <a:t>developer,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want to study the code around potential new features so that we know what features can be done in the given time frame.</a:t>
            </a:r>
            <a:endParaRPr/>
          </a:p>
        </p:txBody>
      </p:sp>
      <p:sp>
        <p:nvSpPr>
          <p:cNvPr id="1772" name="Google Shape;1772;g39f98e7237a_0_46"/>
          <p:cNvSpPr/>
          <p:nvPr/>
        </p:nvSpPr>
        <p:spPr>
          <a:xfrm>
            <a:off x="112990" y="1027092"/>
            <a:ext cx="2519400" cy="1461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2857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T11: Study code associated to water piping system.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