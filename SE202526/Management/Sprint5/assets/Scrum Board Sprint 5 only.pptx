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304" r:id="rId2"/>
    <p:sldId id="305" r:id="rId3"/>
    <p:sldId id="306" r:id="rId4"/>
    <p:sldId id="307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</p:sldIdLst>
  <p:sldSz cx="21599525" cy="107997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02">
          <p15:clr>
            <a:srgbClr val="747775"/>
          </p15:clr>
        </p15:guide>
        <p15:guide id="2" pos="6803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5" roundtripDataSignature="AMtx7mi3L9OmqArB+IS+kKBx34TNFRp/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80" y="116"/>
      </p:cViewPr>
      <p:guideLst>
        <p:guide orient="horz" pos="3402"/>
        <p:guide pos="68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75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7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4" name="Google Shape;2714;g3700fe319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5" name="Google Shape;2715;g3700fe319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0" name="Google Shape;2720;g3700fe3197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1" name="Google Shape;2721;g3700fe3197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g3700fe3197f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5" name="Google Shape;2755;g3700fe3197f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8" name="Google Shape;2808;g3a2d1a72bb1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9" name="Google Shape;2809;g3a2d1a72bb1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2" name="Google Shape;2862;g390f6613fc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3" name="Google Shape;2863;g390f6613fc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390f6613fc7_2_5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7" name="Google Shape;2917;g390f6613fc7_2_5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" name="Google Shape;2970;g3a2d1a72bb1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1" name="Google Shape;2971;g3a2d1a72bb1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4" name="Google Shape;3024;g390f6613fc7_2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5" name="Google Shape;3025;g390f6613fc7_2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Google Shape;3078;g3a34e3416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9" name="Google Shape;3079;g3a34e3416e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4" name="Google Shape;3134;g390f6613fc7_2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5" name="Google Shape;3135;g390f6613fc7_2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0" name="Google Shape;3190;g3a3b8b61372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1" name="Google Shape;3191;g3a3b8b61372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9" name="Google Shape;3249;g390f6613fc7_2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0" name="Google Shape;3250;g390f6613fc7_2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Google Shape;3307;g390f6613fc7_2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8" name="Google Shape;3308;g390f6613fc7_2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5" name="Google Shape;3365;g390f6613fc7_2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6" name="Google Shape;3366;g390f6613fc7_2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3" name="Google Shape;3423;g3a3b8b61372_1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4" name="Google Shape;3424;g3a3b8b61372_1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" name="Google Shape;3481;g390f6613fc7_2_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2" name="Google Shape;3482;g390f6613fc7_2_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9" name="Google Shape;3539;g390e2b1834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0" name="Google Shape;3540;g390e2b1834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736319" y="1563412"/>
            <a:ext cx="20127600" cy="43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736299" y="5950919"/>
            <a:ext cx="20127600" cy="16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736299" y="4516220"/>
            <a:ext cx="20127600" cy="17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9448500" cy="7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2"/>
          </p:nvPr>
        </p:nvSpPr>
        <p:spPr>
          <a:xfrm>
            <a:off x="11415118" y="2419895"/>
            <a:ext cx="9448500" cy="7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>
            <a:spLocks noGrp="1"/>
          </p:cNvSpPr>
          <p:nvPr>
            <p:ph type="title"/>
          </p:nvPr>
        </p:nvSpPr>
        <p:spPr>
          <a:xfrm>
            <a:off x="736299" y="1166614"/>
            <a:ext cx="6633000" cy="15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body" idx="1"/>
          </p:nvPr>
        </p:nvSpPr>
        <p:spPr>
          <a:xfrm>
            <a:off x="736299" y="2917795"/>
            <a:ext cx="6633000" cy="6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>
            <a:spLocks noGrp="1"/>
          </p:cNvSpPr>
          <p:nvPr>
            <p:ph type="title"/>
          </p:nvPr>
        </p:nvSpPr>
        <p:spPr>
          <a:xfrm>
            <a:off x="1158071" y="945197"/>
            <a:ext cx="15042000" cy="85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/>
          <p:nvPr/>
        </p:nvSpPr>
        <p:spPr>
          <a:xfrm>
            <a:off x="10800000" y="-262"/>
            <a:ext cx="10800000" cy="108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627165" y="2589344"/>
            <a:ext cx="9555900" cy="31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subTitle" idx="1"/>
          </p:nvPr>
        </p:nvSpPr>
        <p:spPr>
          <a:xfrm>
            <a:off x="627165" y="5885722"/>
            <a:ext cx="9555900" cy="25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11668110" y="1520367"/>
            <a:ext cx="9063900" cy="77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>
            <a:spLocks noGrp="1"/>
          </p:cNvSpPr>
          <p:nvPr>
            <p:ph type="body" idx="1"/>
          </p:nvPr>
        </p:nvSpPr>
        <p:spPr>
          <a:xfrm>
            <a:off x="736299" y="8883097"/>
            <a:ext cx="14170500" cy="12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>
            <a:spLocks noGrp="1"/>
          </p:cNvSpPr>
          <p:nvPr>
            <p:ph type="title" hasCustomPrompt="1"/>
          </p:nvPr>
        </p:nvSpPr>
        <p:spPr>
          <a:xfrm>
            <a:off x="736299" y="2322572"/>
            <a:ext cx="20127600" cy="41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8"/>
          <p:cNvSpPr txBox="1">
            <a:spLocks noGrp="1"/>
          </p:cNvSpPr>
          <p:nvPr>
            <p:ph type="body" idx="1"/>
          </p:nvPr>
        </p:nvSpPr>
        <p:spPr>
          <a:xfrm>
            <a:off x="736299" y="6618845"/>
            <a:ext cx="20127600" cy="27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7" name="Google Shape;2717;g3700fe3197f_0_0" title="Vmw_I2.png"/>
          <p:cNvPicPr preferRelativeResize="0"/>
          <p:nvPr/>
        </p:nvPicPr>
        <p:blipFill rotWithShape="1">
          <a:blip r:embed="rId3">
            <a:alphaModFix amt="51000"/>
          </a:blip>
          <a:srcRect/>
          <a:stretch/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8" name="Google Shape;2718;g3700fe3197f_0_0"/>
          <p:cNvSpPr/>
          <p:nvPr/>
        </p:nvSpPr>
        <p:spPr>
          <a:xfrm>
            <a:off x="814250" y="3300663"/>
            <a:ext cx="19938980" cy="420332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3" name="Google Shape;2723;g3700fe3197f_0_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24" name="Google Shape;2724;g3700fe3197f_0_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25" name="Google Shape;2725;g3700fe3197f_0_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6" name="Google Shape;2726;g3700fe3197f_0_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7" name="Google Shape;2727;g3700fe3197f_0_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8" name="Google Shape;2728;g3700fe3197f_0_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9" name="Google Shape;2729;g3700fe3197f_0_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0" name="Google Shape;2730;g3700fe3197f_0_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1" name="Google Shape;2731;g3700fe3197f_0_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2" name="Google Shape;2732;g3700fe3197f_0_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3" name="Google Shape;2733;g3700fe3197f_0_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4" name="Google Shape;2734;g3700fe3197f_0_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5" name="Google Shape;2735;g3700fe3197f_0_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6" name="Google Shape;2736;g3700fe3197f_0_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7" name="Google Shape;2737;g3700fe3197f_0_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738" name="Google Shape;2738;g3700fe3197f_0_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39" name="Google Shape;2739;g3700fe3197f_0_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40" name="Google Shape;2740;g3700fe3197f_0_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41" name="Google Shape;2741;g3700fe3197f_0_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42" name="Google Shape;2742;g3700fe3197f_0_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43" name="Google Shape;2743;g3700fe3197f_0_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44" name="Google Shape;2744;g3700fe3197f_0_5"/>
          <p:cNvSpPr/>
          <p:nvPr/>
        </p:nvSpPr>
        <p:spPr>
          <a:xfrm>
            <a:off x="329288" y="703850"/>
            <a:ext cx="2086800" cy="18444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45" name="Google Shape;2745;g3700fe3197f_0_5"/>
          <p:cNvSpPr/>
          <p:nvPr/>
        </p:nvSpPr>
        <p:spPr>
          <a:xfrm>
            <a:off x="329288" y="1869550"/>
            <a:ext cx="2086800" cy="18444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46" name="Google Shape;2746;g3700fe3197f_0_5"/>
          <p:cNvSpPr/>
          <p:nvPr/>
        </p:nvSpPr>
        <p:spPr>
          <a:xfrm>
            <a:off x="112850" y="5018302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2747" name="Google Shape;2747;g3700fe3197f_0_5"/>
          <p:cNvSpPr/>
          <p:nvPr/>
        </p:nvSpPr>
        <p:spPr>
          <a:xfrm>
            <a:off x="112850" y="618555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2748" name="Google Shape;2748;g3700fe3197f_0_5"/>
          <p:cNvSpPr/>
          <p:nvPr/>
        </p:nvSpPr>
        <p:spPr>
          <a:xfrm>
            <a:off x="112850" y="7264164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g3700fe3197f_0_5"/>
          <p:cNvSpPr/>
          <p:nvPr/>
        </p:nvSpPr>
        <p:spPr>
          <a:xfrm>
            <a:off x="112850" y="8488954"/>
            <a:ext cx="2519700" cy="8175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endParaRPr/>
          </a:p>
        </p:txBody>
      </p:sp>
      <p:sp>
        <p:nvSpPr>
          <p:cNvPr id="2750" name="Google Shape;2750;g3700fe3197f_0_5"/>
          <p:cNvSpPr/>
          <p:nvPr/>
        </p:nvSpPr>
        <p:spPr>
          <a:xfrm>
            <a:off x="210950" y="3201950"/>
            <a:ext cx="2323500" cy="18444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51" name="Google Shape;2751;g3700fe3197f_0_5"/>
          <p:cNvSpPr/>
          <p:nvPr/>
        </p:nvSpPr>
        <p:spPr>
          <a:xfrm>
            <a:off x="112838" y="9297138"/>
            <a:ext cx="2519700" cy="6702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endParaRPr/>
          </a:p>
        </p:txBody>
      </p:sp>
      <p:sp>
        <p:nvSpPr>
          <p:cNvPr id="2752" name="Google Shape;2752;g3700fe3197f_0_5"/>
          <p:cNvSpPr/>
          <p:nvPr/>
        </p:nvSpPr>
        <p:spPr>
          <a:xfrm>
            <a:off x="112850" y="9978900"/>
            <a:ext cx="2519700" cy="6702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US2 (Leaks).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57" name="Google Shape;2757;g3700fe3197f_0_10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58" name="Google Shape;2758;g3700fe3197f_0_10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59" name="Google Shape;2759;g3700fe3197f_0_10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0" name="Google Shape;2760;g3700fe3197f_0_10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1" name="Google Shape;2761;g3700fe3197f_0_10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2" name="Google Shape;2762;g3700fe3197f_0_10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3" name="Google Shape;2763;g3700fe3197f_0_10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4" name="Google Shape;2764;g3700fe3197f_0_10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5" name="Google Shape;2765;g3700fe3197f_0_10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6" name="Google Shape;2766;g3700fe3197f_0_10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7" name="Google Shape;2767;g3700fe3197f_0_10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8" name="Google Shape;2768;g3700fe3197f_0_10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9" name="Google Shape;2769;g3700fe3197f_0_10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70" name="Google Shape;2770;g3700fe3197f_0_10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71" name="Google Shape;2771;g3700fe3197f_0_10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772" name="Google Shape;2772;g3700fe3197f_0_10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73" name="Google Shape;2773;g3700fe3197f_0_10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74" name="Google Shape;2774;g3700fe3197f_0_10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75" name="Google Shape;2775;g3700fe3197f_0_10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76" name="Google Shape;2776;g3700fe3197f_0_10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777" name="Google Shape;2777;g3700fe3197f_0_10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78" name="Google Shape;2778;g3700fe3197f_0_104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79" name="Google Shape;2779;g3700fe3197f_0_104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80" name="Google Shape;2780;g3700fe3197f_0_104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81" name="Google Shape;2781;g3700fe3197f_0_104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82" name="Google Shape;2782;g3700fe3197f_0_104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83" name="Google Shape;2783;g3700fe3197f_0_104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84" name="Google Shape;2784;g3700fe3197f_0_104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85" name="Google Shape;2785;g3700fe3197f_0_104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86" name="Google Shape;2786;g3700fe3197f_0_104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87" name="Google Shape;2787;g3700fe3197f_0_104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88" name="Google Shape;2788;g3700fe3197f_0_104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89" name="Google Shape;2789;g3700fe3197f_0_104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90" name="Google Shape;2790;g3700fe3197f_0_104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91" name="Google Shape;2791;g3700fe3197f_0_104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92" name="Google Shape;2792;g3700fe3197f_0_104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93" name="Google Shape;2793;g3700fe3197f_0_104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794" name="Google Shape;2794;g3700fe3197f_0_104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795" name="Google Shape;2795;g3700fe3197f_0_104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796" name="Google Shape;2796;g3700fe3197f_0_104"/>
          <p:cNvSpPr/>
          <p:nvPr/>
        </p:nvSpPr>
        <p:spPr>
          <a:xfrm>
            <a:off x="9460100" y="583868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2797" name="Google Shape;2797;g3700fe3197f_0_104"/>
          <p:cNvSpPr/>
          <p:nvPr/>
        </p:nvSpPr>
        <p:spPr>
          <a:xfrm>
            <a:off x="9460100" y="911575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2798" name="Google Shape;2798;g3700fe3197f_0_104"/>
          <p:cNvSpPr/>
          <p:nvPr/>
        </p:nvSpPr>
        <p:spPr>
          <a:xfrm>
            <a:off x="12296825" y="268688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9" name="Google Shape;2799;g3700fe3197f_0_104"/>
          <p:cNvSpPr/>
          <p:nvPr/>
        </p:nvSpPr>
        <p:spPr>
          <a:xfrm>
            <a:off x="13012700" y="2686904"/>
            <a:ext cx="2519700" cy="8175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endParaRPr/>
          </a:p>
        </p:txBody>
      </p:sp>
      <p:sp>
        <p:nvSpPr>
          <p:cNvPr id="2800" name="Google Shape;2800;g3700fe3197f_0_104"/>
          <p:cNvSpPr/>
          <p:nvPr/>
        </p:nvSpPr>
        <p:spPr>
          <a:xfrm>
            <a:off x="9356625" y="7038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1" name="Google Shape;2801;g3700fe3197f_0_104"/>
          <p:cNvSpPr/>
          <p:nvPr/>
        </p:nvSpPr>
        <p:spPr>
          <a:xfrm>
            <a:off x="9460100" y="43167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2" name="Google Shape;2802;g3700fe3197f_0_104"/>
          <p:cNvSpPr/>
          <p:nvPr/>
        </p:nvSpPr>
        <p:spPr>
          <a:xfrm>
            <a:off x="12531588" y="4442738"/>
            <a:ext cx="2519700" cy="6702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endParaRPr/>
          </a:p>
        </p:txBody>
      </p:sp>
      <p:sp>
        <p:nvSpPr>
          <p:cNvPr id="2803" name="Google Shape;2803;g3700fe3197f_0_104"/>
          <p:cNvSpPr/>
          <p:nvPr/>
        </p:nvSpPr>
        <p:spPr>
          <a:xfrm>
            <a:off x="9876250" y="5901314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4" name="Google Shape;2804;g3700fe3197f_0_104"/>
          <p:cNvSpPr/>
          <p:nvPr/>
        </p:nvSpPr>
        <p:spPr>
          <a:xfrm>
            <a:off x="9460100" y="73606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5" name="Google Shape;2805;g3700fe3197f_0_104"/>
          <p:cNvSpPr/>
          <p:nvPr/>
        </p:nvSpPr>
        <p:spPr>
          <a:xfrm>
            <a:off x="9876250" y="91157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6" name="Google Shape;2806;g3700fe3197f_0_104"/>
          <p:cNvSpPr/>
          <p:nvPr/>
        </p:nvSpPr>
        <p:spPr>
          <a:xfrm>
            <a:off x="9463150" y="2942750"/>
            <a:ext cx="2736600" cy="8175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11" name="Google Shape;2811;g3a2d1a72bb1_0_25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12" name="Google Shape;2812;g3a2d1a72bb1_0_25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13" name="Google Shape;2813;g3a2d1a72bb1_0_25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4" name="Google Shape;2814;g3a2d1a72bb1_0_25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5" name="Google Shape;2815;g3a2d1a72bb1_0_25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6" name="Google Shape;2816;g3a2d1a72bb1_0_25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7" name="Google Shape;2817;g3a2d1a72bb1_0_25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8" name="Google Shape;2818;g3a2d1a72bb1_0_25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9" name="Google Shape;2819;g3a2d1a72bb1_0_25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0" name="Google Shape;2820;g3a2d1a72bb1_0_25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1" name="Google Shape;2821;g3a2d1a72bb1_0_25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2" name="Google Shape;2822;g3a2d1a72bb1_0_25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3" name="Google Shape;2823;g3a2d1a72bb1_0_25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4" name="Google Shape;2824;g3a2d1a72bb1_0_25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5" name="Google Shape;2825;g3a2d1a72bb1_0_25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826" name="Google Shape;2826;g3a2d1a72bb1_0_25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27" name="Google Shape;2827;g3a2d1a72bb1_0_25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28" name="Google Shape;2828;g3a2d1a72bb1_0_25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29" name="Google Shape;2829;g3a2d1a72bb1_0_25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30" name="Google Shape;2830;g3a2d1a72bb1_0_25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31" name="Google Shape;2831;g3a2d1a72bb1_0_25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32" name="Google Shape;2832;g3a2d1a72bb1_0_250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33" name="Google Shape;2833;g3a2d1a72bb1_0_250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34" name="Google Shape;2834;g3a2d1a72bb1_0_250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35" name="Google Shape;2835;g3a2d1a72bb1_0_250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36" name="Google Shape;2836;g3a2d1a72bb1_0_250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37" name="Google Shape;2837;g3a2d1a72bb1_0_250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38" name="Google Shape;2838;g3a2d1a72bb1_0_250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39" name="Google Shape;2839;g3a2d1a72bb1_0_250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40" name="Google Shape;2840;g3a2d1a72bb1_0_250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41" name="Google Shape;2841;g3a2d1a72bb1_0_250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42" name="Google Shape;2842;g3a2d1a72bb1_0_250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43" name="Google Shape;2843;g3a2d1a72bb1_0_250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44" name="Google Shape;2844;g3a2d1a72bb1_0_250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45" name="Google Shape;2845;g3a2d1a72bb1_0_250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46" name="Google Shape;2846;g3a2d1a72bb1_0_250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47" name="Google Shape;2847;g3a2d1a72bb1_0_250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48" name="Google Shape;2848;g3a2d1a72bb1_0_250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49" name="Google Shape;2849;g3a2d1a72bb1_0_250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50" name="Google Shape;2850;g3a2d1a72bb1_0_250"/>
          <p:cNvSpPr/>
          <p:nvPr/>
        </p:nvSpPr>
        <p:spPr>
          <a:xfrm>
            <a:off x="9460100" y="583868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2851" name="Google Shape;2851;g3a2d1a72bb1_0_250"/>
          <p:cNvSpPr/>
          <p:nvPr/>
        </p:nvSpPr>
        <p:spPr>
          <a:xfrm>
            <a:off x="9460100" y="911575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2852" name="Google Shape;2852;g3a2d1a72bb1_0_250"/>
          <p:cNvSpPr/>
          <p:nvPr/>
        </p:nvSpPr>
        <p:spPr>
          <a:xfrm>
            <a:off x="12296825" y="268688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3" name="Google Shape;2853;g3a2d1a72bb1_0_250"/>
          <p:cNvSpPr/>
          <p:nvPr/>
        </p:nvSpPr>
        <p:spPr>
          <a:xfrm>
            <a:off x="15477950" y="2793204"/>
            <a:ext cx="2519700" cy="8175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/>
              <a:t>Review: 68130, 67286</a:t>
            </a:r>
            <a:endParaRPr/>
          </a:p>
        </p:txBody>
      </p:sp>
      <p:sp>
        <p:nvSpPr>
          <p:cNvPr id="2854" name="Google Shape;2854;g3a2d1a72bb1_0_250"/>
          <p:cNvSpPr/>
          <p:nvPr/>
        </p:nvSpPr>
        <p:spPr>
          <a:xfrm>
            <a:off x="9356625" y="7038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5" name="Google Shape;2855;g3a2d1a72bb1_0_250"/>
          <p:cNvSpPr/>
          <p:nvPr/>
        </p:nvSpPr>
        <p:spPr>
          <a:xfrm>
            <a:off x="9460100" y="43167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6" name="Google Shape;2856;g3a2d1a72bb1_0_250"/>
          <p:cNvSpPr/>
          <p:nvPr/>
        </p:nvSpPr>
        <p:spPr>
          <a:xfrm>
            <a:off x="12531588" y="4442738"/>
            <a:ext cx="2519700" cy="6702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endParaRPr/>
          </a:p>
        </p:txBody>
      </p:sp>
      <p:sp>
        <p:nvSpPr>
          <p:cNvPr id="2857" name="Google Shape;2857;g3a2d1a72bb1_0_250"/>
          <p:cNvSpPr/>
          <p:nvPr/>
        </p:nvSpPr>
        <p:spPr>
          <a:xfrm>
            <a:off x="9876250" y="5901314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8" name="Google Shape;2858;g3a2d1a72bb1_0_250"/>
          <p:cNvSpPr/>
          <p:nvPr/>
        </p:nvSpPr>
        <p:spPr>
          <a:xfrm>
            <a:off x="9460100" y="73606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9" name="Google Shape;2859;g3a2d1a72bb1_0_250"/>
          <p:cNvSpPr/>
          <p:nvPr/>
        </p:nvSpPr>
        <p:spPr>
          <a:xfrm>
            <a:off x="9876250" y="91157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0" name="Google Shape;2860;g3a2d1a72bb1_0_250"/>
          <p:cNvSpPr/>
          <p:nvPr/>
        </p:nvSpPr>
        <p:spPr>
          <a:xfrm>
            <a:off x="12423150" y="3050725"/>
            <a:ext cx="2736600" cy="8175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5" name="Google Shape;2865;g390f6613fc7_2_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66" name="Google Shape;2866;g390f6613fc7_2_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67" name="Google Shape;2867;g390f6613fc7_2_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68" name="Google Shape;2868;g390f6613fc7_2_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69" name="Google Shape;2869;g390f6613fc7_2_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0" name="Google Shape;2870;g390f6613fc7_2_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1" name="Google Shape;2871;g390f6613fc7_2_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2" name="Google Shape;2872;g390f6613fc7_2_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3" name="Google Shape;2873;g390f6613fc7_2_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4" name="Google Shape;2874;g390f6613fc7_2_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5" name="Google Shape;2875;g390f6613fc7_2_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6" name="Google Shape;2876;g390f6613fc7_2_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7" name="Google Shape;2877;g390f6613fc7_2_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8" name="Google Shape;2878;g390f6613fc7_2_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9" name="Google Shape;2879;g390f6613fc7_2_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880" name="Google Shape;2880;g390f6613fc7_2_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81" name="Google Shape;2881;g390f6613fc7_2_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82" name="Google Shape;2882;g390f6613fc7_2_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83" name="Google Shape;2883;g390f6613fc7_2_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84" name="Google Shape;2884;g390f6613fc7_2_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85" name="Google Shape;2885;g390f6613fc7_2_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86" name="Google Shape;2886;g390f6613fc7_2_0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87" name="Google Shape;2887;g390f6613fc7_2_0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88" name="Google Shape;2888;g390f6613fc7_2_0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89" name="Google Shape;2889;g390f6613fc7_2_0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90" name="Google Shape;2890;g390f6613fc7_2_0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91" name="Google Shape;2891;g390f6613fc7_2_0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92" name="Google Shape;2892;g390f6613fc7_2_0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93" name="Google Shape;2893;g390f6613fc7_2_0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94" name="Google Shape;2894;g390f6613fc7_2_0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95" name="Google Shape;2895;g390f6613fc7_2_0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96" name="Google Shape;2896;g390f6613fc7_2_0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897" name="Google Shape;2897;g390f6613fc7_2_0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898" name="Google Shape;2898;g390f6613fc7_2_0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899" name="Google Shape;2899;g390f6613fc7_2_0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00" name="Google Shape;2900;g390f6613fc7_2_0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01" name="Google Shape;2901;g390f6613fc7_2_0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02" name="Google Shape;2902;g390f6613fc7_2_0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03" name="Google Shape;2903;g390f6613fc7_2_0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04" name="Google Shape;2904;g390f6613fc7_2_0"/>
          <p:cNvSpPr/>
          <p:nvPr/>
        </p:nvSpPr>
        <p:spPr>
          <a:xfrm>
            <a:off x="9460100" y="583868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2905" name="Google Shape;2905;g390f6613fc7_2_0"/>
          <p:cNvSpPr/>
          <p:nvPr/>
        </p:nvSpPr>
        <p:spPr>
          <a:xfrm>
            <a:off x="9460100" y="911575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2906" name="Google Shape;2906;g390f6613fc7_2_0"/>
          <p:cNvSpPr/>
          <p:nvPr/>
        </p:nvSpPr>
        <p:spPr>
          <a:xfrm>
            <a:off x="12296825" y="268688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7" name="Google Shape;2907;g390f6613fc7_2_0"/>
          <p:cNvSpPr/>
          <p:nvPr/>
        </p:nvSpPr>
        <p:spPr>
          <a:xfrm>
            <a:off x="18614450" y="2686904"/>
            <a:ext cx="2519700" cy="8175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2908" name="Google Shape;2908;g390f6613fc7_2_0"/>
          <p:cNvSpPr/>
          <p:nvPr/>
        </p:nvSpPr>
        <p:spPr>
          <a:xfrm>
            <a:off x="9356625" y="7038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9" name="Google Shape;2909;g390f6613fc7_2_0"/>
          <p:cNvSpPr/>
          <p:nvPr/>
        </p:nvSpPr>
        <p:spPr>
          <a:xfrm>
            <a:off x="9460100" y="43167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0" name="Google Shape;2910;g390f6613fc7_2_0"/>
          <p:cNvSpPr/>
          <p:nvPr/>
        </p:nvSpPr>
        <p:spPr>
          <a:xfrm>
            <a:off x="12531588" y="4442738"/>
            <a:ext cx="2519700" cy="6702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endParaRPr/>
          </a:p>
        </p:txBody>
      </p:sp>
      <p:sp>
        <p:nvSpPr>
          <p:cNvPr id="2911" name="Google Shape;2911;g390f6613fc7_2_0"/>
          <p:cNvSpPr/>
          <p:nvPr/>
        </p:nvSpPr>
        <p:spPr>
          <a:xfrm>
            <a:off x="9876250" y="5901314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2" name="Google Shape;2912;g390f6613fc7_2_0"/>
          <p:cNvSpPr/>
          <p:nvPr/>
        </p:nvSpPr>
        <p:spPr>
          <a:xfrm>
            <a:off x="9460100" y="73606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3" name="Google Shape;2913;g390f6613fc7_2_0"/>
          <p:cNvSpPr/>
          <p:nvPr/>
        </p:nvSpPr>
        <p:spPr>
          <a:xfrm>
            <a:off x="9876250" y="91157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4" name="Google Shape;2914;g390f6613fc7_2_0"/>
          <p:cNvSpPr/>
          <p:nvPr/>
        </p:nvSpPr>
        <p:spPr>
          <a:xfrm>
            <a:off x="12423150" y="3050725"/>
            <a:ext cx="2736600" cy="8175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9" name="Google Shape;2919;g390f6613fc7_2_578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20" name="Google Shape;2920;g390f6613fc7_2_578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21" name="Google Shape;2921;g390f6613fc7_2_578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2" name="Google Shape;2922;g390f6613fc7_2_578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3" name="Google Shape;2923;g390f6613fc7_2_578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4" name="Google Shape;2924;g390f6613fc7_2_578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5" name="Google Shape;2925;g390f6613fc7_2_578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6" name="Google Shape;2926;g390f6613fc7_2_578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7" name="Google Shape;2927;g390f6613fc7_2_578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8" name="Google Shape;2928;g390f6613fc7_2_578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9" name="Google Shape;2929;g390f6613fc7_2_578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30" name="Google Shape;2930;g390f6613fc7_2_578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31" name="Google Shape;2931;g390f6613fc7_2_578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32" name="Google Shape;2932;g390f6613fc7_2_578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33" name="Google Shape;2933;g390f6613fc7_2_578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934" name="Google Shape;2934;g390f6613fc7_2_578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35" name="Google Shape;2935;g390f6613fc7_2_578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36" name="Google Shape;2936;g390f6613fc7_2_578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37" name="Google Shape;2937;g390f6613fc7_2_578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38" name="Google Shape;2938;g390f6613fc7_2_578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39" name="Google Shape;2939;g390f6613fc7_2_578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40" name="Google Shape;2940;g390f6613fc7_2_578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41" name="Google Shape;2941;g390f6613fc7_2_578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42" name="Google Shape;2942;g390f6613fc7_2_578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43" name="Google Shape;2943;g390f6613fc7_2_578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44" name="Google Shape;2944;g390f6613fc7_2_578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45" name="Google Shape;2945;g390f6613fc7_2_578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46" name="Google Shape;2946;g390f6613fc7_2_578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47" name="Google Shape;2947;g390f6613fc7_2_578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48" name="Google Shape;2948;g390f6613fc7_2_578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49" name="Google Shape;2949;g390f6613fc7_2_578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50" name="Google Shape;2950;g390f6613fc7_2_578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51" name="Google Shape;2951;g390f6613fc7_2_578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52" name="Google Shape;2952;g390f6613fc7_2_578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53" name="Google Shape;2953;g390f6613fc7_2_578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54" name="Google Shape;2954;g390f6613fc7_2_578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55" name="Google Shape;2955;g390f6613fc7_2_578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56" name="Google Shape;2956;g390f6613fc7_2_578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57" name="Google Shape;2957;g390f6613fc7_2_578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58" name="Google Shape;2958;g390f6613fc7_2_578"/>
          <p:cNvSpPr/>
          <p:nvPr/>
        </p:nvSpPr>
        <p:spPr>
          <a:xfrm>
            <a:off x="9460100" y="583868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2959" name="Google Shape;2959;g390f6613fc7_2_578"/>
          <p:cNvSpPr/>
          <p:nvPr/>
        </p:nvSpPr>
        <p:spPr>
          <a:xfrm>
            <a:off x="9460100" y="911575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2960" name="Google Shape;2960;g390f6613fc7_2_578"/>
          <p:cNvSpPr/>
          <p:nvPr/>
        </p:nvSpPr>
        <p:spPr>
          <a:xfrm>
            <a:off x="12296825" y="268688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1" name="Google Shape;2961;g390f6613fc7_2_578"/>
          <p:cNvSpPr/>
          <p:nvPr/>
        </p:nvSpPr>
        <p:spPr>
          <a:xfrm>
            <a:off x="18614450" y="2686904"/>
            <a:ext cx="2519700" cy="8175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2962" name="Google Shape;2962;g390f6613fc7_2_578"/>
          <p:cNvSpPr/>
          <p:nvPr/>
        </p:nvSpPr>
        <p:spPr>
          <a:xfrm>
            <a:off x="12328425" y="7038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3" name="Google Shape;2963;g390f6613fc7_2_578"/>
          <p:cNvSpPr/>
          <p:nvPr/>
        </p:nvSpPr>
        <p:spPr>
          <a:xfrm>
            <a:off x="12431900" y="43167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4" name="Google Shape;2964;g390f6613fc7_2_578"/>
          <p:cNvSpPr/>
          <p:nvPr/>
        </p:nvSpPr>
        <p:spPr>
          <a:xfrm>
            <a:off x="12531588" y="4442738"/>
            <a:ext cx="2519700" cy="6702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endParaRPr/>
          </a:p>
        </p:txBody>
      </p:sp>
      <p:sp>
        <p:nvSpPr>
          <p:cNvPr id="2965" name="Google Shape;2965;g390f6613fc7_2_578"/>
          <p:cNvSpPr/>
          <p:nvPr/>
        </p:nvSpPr>
        <p:spPr>
          <a:xfrm>
            <a:off x="12848050" y="5901314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6" name="Google Shape;2966;g390f6613fc7_2_578"/>
          <p:cNvSpPr/>
          <p:nvPr/>
        </p:nvSpPr>
        <p:spPr>
          <a:xfrm>
            <a:off x="9460100" y="73606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7" name="Google Shape;2967;g390f6613fc7_2_578"/>
          <p:cNvSpPr/>
          <p:nvPr/>
        </p:nvSpPr>
        <p:spPr>
          <a:xfrm>
            <a:off x="9876250" y="91157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8" name="Google Shape;2968;g390f6613fc7_2_578"/>
          <p:cNvSpPr/>
          <p:nvPr/>
        </p:nvSpPr>
        <p:spPr>
          <a:xfrm>
            <a:off x="12423150" y="3050725"/>
            <a:ext cx="2736600" cy="8175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73" name="Google Shape;2973;g3a2d1a72bb1_0_303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74" name="Google Shape;2974;g3a2d1a72bb1_0_303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75" name="Google Shape;2975;g3a2d1a72bb1_0_303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76" name="Google Shape;2976;g3a2d1a72bb1_0_303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77" name="Google Shape;2977;g3a2d1a72bb1_0_303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78" name="Google Shape;2978;g3a2d1a72bb1_0_303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79" name="Google Shape;2979;g3a2d1a72bb1_0_303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0" name="Google Shape;2980;g3a2d1a72bb1_0_303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1" name="Google Shape;2981;g3a2d1a72bb1_0_303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2" name="Google Shape;2982;g3a2d1a72bb1_0_303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3" name="Google Shape;2983;g3a2d1a72bb1_0_303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4" name="Google Shape;2984;g3a2d1a72bb1_0_303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5" name="Google Shape;2985;g3a2d1a72bb1_0_303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6" name="Google Shape;2986;g3a2d1a72bb1_0_303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7" name="Google Shape;2987;g3a2d1a72bb1_0_303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988" name="Google Shape;2988;g3a2d1a72bb1_0_303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89" name="Google Shape;2989;g3a2d1a72bb1_0_303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90" name="Google Shape;2990;g3a2d1a72bb1_0_303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91" name="Google Shape;2991;g3a2d1a72bb1_0_303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92" name="Google Shape;2992;g3a2d1a72bb1_0_303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993" name="Google Shape;2993;g3a2d1a72bb1_0_303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94" name="Google Shape;2994;g3a2d1a72bb1_0_303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95" name="Google Shape;2995;g3a2d1a72bb1_0_303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96" name="Google Shape;2996;g3a2d1a72bb1_0_303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2997" name="Google Shape;2997;g3a2d1a72bb1_0_303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2998" name="Google Shape;2998;g3a2d1a72bb1_0_303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2999" name="Google Shape;2999;g3a2d1a72bb1_0_303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00" name="Google Shape;3000;g3a2d1a72bb1_0_303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01" name="Google Shape;3001;g3a2d1a72bb1_0_303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02" name="Google Shape;3002;g3a2d1a72bb1_0_303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03" name="Google Shape;3003;g3a2d1a72bb1_0_303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04" name="Google Shape;3004;g3a2d1a72bb1_0_303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05" name="Google Shape;3005;g3a2d1a72bb1_0_303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06" name="Google Shape;3006;g3a2d1a72bb1_0_303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07" name="Google Shape;3007;g3a2d1a72bb1_0_303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08" name="Google Shape;3008;g3a2d1a72bb1_0_303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09" name="Google Shape;3009;g3a2d1a72bb1_0_303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10" name="Google Shape;3010;g3a2d1a72bb1_0_303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11" name="Google Shape;3011;g3a2d1a72bb1_0_303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12" name="Google Shape;3012;g3a2d1a72bb1_0_303"/>
          <p:cNvSpPr/>
          <p:nvPr/>
        </p:nvSpPr>
        <p:spPr>
          <a:xfrm>
            <a:off x="15495175" y="2686901"/>
            <a:ext cx="2519700" cy="13818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/>
              <a:t>Review: 68547</a:t>
            </a:r>
            <a:endParaRPr/>
          </a:p>
        </p:txBody>
      </p:sp>
      <p:sp>
        <p:nvSpPr>
          <p:cNvPr id="3013" name="Google Shape;3013;g3a2d1a72bb1_0_303"/>
          <p:cNvSpPr/>
          <p:nvPr/>
        </p:nvSpPr>
        <p:spPr>
          <a:xfrm>
            <a:off x="18614450" y="2686904"/>
            <a:ext cx="2519700" cy="8175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014" name="Google Shape;3014;g3a2d1a72bb1_0_303"/>
          <p:cNvSpPr/>
          <p:nvPr/>
        </p:nvSpPr>
        <p:spPr>
          <a:xfrm>
            <a:off x="15932300" y="2613250"/>
            <a:ext cx="2736600" cy="10317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015" name="Google Shape;3015;g3a2d1a72bb1_0_303"/>
          <p:cNvSpPr/>
          <p:nvPr/>
        </p:nvSpPr>
        <p:spPr>
          <a:xfrm>
            <a:off x="15477950" y="757864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br>
              <a:rPr lang="en-GB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6" name="Google Shape;3016;g3a2d1a72bb1_0_303"/>
          <p:cNvSpPr/>
          <p:nvPr/>
        </p:nvSpPr>
        <p:spPr>
          <a:xfrm>
            <a:off x="15495175" y="4424725"/>
            <a:ext cx="2519700" cy="12786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Review: 67804</a:t>
            </a:r>
            <a:endParaRPr/>
          </a:p>
        </p:txBody>
      </p:sp>
      <p:sp>
        <p:nvSpPr>
          <p:cNvPr id="3017" name="Google Shape;3017;g3a2d1a72bb1_0_303"/>
          <p:cNvSpPr/>
          <p:nvPr/>
        </p:nvSpPr>
        <p:spPr>
          <a:xfrm>
            <a:off x="16040750" y="4442750"/>
            <a:ext cx="2519700" cy="9579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/>
              <a:t>Review: 67763, 68130</a:t>
            </a:r>
            <a:endParaRPr/>
          </a:p>
        </p:txBody>
      </p:sp>
      <p:sp>
        <p:nvSpPr>
          <p:cNvPr id="3018" name="Google Shape;3018;g3a2d1a72bb1_0_303"/>
          <p:cNvSpPr/>
          <p:nvPr/>
        </p:nvSpPr>
        <p:spPr>
          <a:xfrm>
            <a:off x="15495175" y="5910650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9" name="Google Shape;3019;g3a2d1a72bb1_0_303"/>
          <p:cNvSpPr/>
          <p:nvPr/>
        </p:nvSpPr>
        <p:spPr>
          <a:xfrm>
            <a:off x="12369225" y="7424014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0" name="Google Shape;3020;g3a2d1a72bb1_0_303"/>
          <p:cNvSpPr/>
          <p:nvPr/>
        </p:nvSpPr>
        <p:spPr>
          <a:xfrm>
            <a:off x="12395950" y="908668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1" name="Google Shape;3021;g3a2d1a72bb1_0_303"/>
          <p:cNvSpPr/>
          <p:nvPr/>
        </p:nvSpPr>
        <p:spPr>
          <a:xfrm>
            <a:off x="12642325" y="4280577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3022" name="Google Shape;3022;g3a2d1a72bb1_0_303"/>
          <p:cNvSpPr/>
          <p:nvPr/>
        </p:nvSpPr>
        <p:spPr>
          <a:xfrm>
            <a:off x="12730413" y="27424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27" name="Google Shape;3027;g390f6613fc7_2_53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028" name="Google Shape;3028;g390f6613fc7_2_53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29" name="Google Shape;3029;g390f6613fc7_2_53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0" name="Google Shape;3030;g390f6613fc7_2_53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1" name="Google Shape;3031;g390f6613fc7_2_53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2" name="Google Shape;3032;g390f6613fc7_2_53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3" name="Google Shape;3033;g390f6613fc7_2_53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4" name="Google Shape;3034;g390f6613fc7_2_53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5" name="Google Shape;3035;g390f6613fc7_2_53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6" name="Google Shape;3036;g390f6613fc7_2_53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7" name="Google Shape;3037;g390f6613fc7_2_53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8" name="Google Shape;3038;g390f6613fc7_2_53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9" name="Google Shape;3039;g390f6613fc7_2_53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40" name="Google Shape;3040;g390f6613fc7_2_53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41" name="Google Shape;3041;g390f6613fc7_2_53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042" name="Google Shape;3042;g390f6613fc7_2_53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043" name="Google Shape;3043;g390f6613fc7_2_53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044" name="Google Shape;3044;g390f6613fc7_2_53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045" name="Google Shape;3045;g390f6613fc7_2_53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046" name="Google Shape;3046;g390f6613fc7_2_53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047" name="Google Shape;3047;g390f6613fc7_2_53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48" name="Google Shape;3048;g390f6613fc7_2_53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49" name="Google Shape;3049;g390f6613fc7_2_53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50" name="Google Shape;3050;g390f6613fc7_2_53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51" name="Google Shape;3051;g390f6613fc7_2_53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52" name="Google Shape;3052;g390f6613fc7_2_53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53" name="Google Shape;3053;g390f6613fc7_2_53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54" name="Google Shape;3054;g390f6613fc7_2_53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55" name="Google Shape;3055;g390f6613fc7_2_53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56" name="Google Shape;3056;g390f6613fc7_2_53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57" name="Google Shape;3057;g390f6613fc7_2_53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58" name="Google Shape;3058;g390f6613fc7_2_53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59" name="Google Shape;3059;g390f6613fc7_2_53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60" name="Google Shape;3060;g390f6613fc7_2_53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61" name="Google Shape;3061;g390f6613fc7_2_53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62" name="Google Shape;3062;g390f6613fc7_2_53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63" name="Google Shape;3063;g390f6613fc7_2_53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064" name="Google Shape;3064;g390f6613fc7_2_53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065" name="Google Shape;3065;g390f6613fc7_2_53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066" name="Google Shape;3066;g390f6613fc7_2_53"/>
          <p:cNvSpPr/>
          <p:nvPr/>
        </p:nvSpPr>
        <p:spPr>
          <a:xfrm>
            <a:off x="15495175" y="2686901"/>
            <a:ext cx="2519700" cy="13800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067" name="Google Shape;3067;g390f6613fc7_2_53"/>
          <p:cNvSpPr/>
          <p:nvPr/>
        </p:nvSpPr>
        <p:spPr>
          <a:xfrm>
            <a:off x="18614450" y="2686904"/>
            <a:ext cx="2519700" cy="8175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068" name="Google Shape;3068;g390f6613fc7_2_53"/>
          <p:cNvSpPr/>
          <p:nvPr/>
        </p:nvSpPr>
        <p:spPr>
          <a:xfrm>
            <a:off x="15932300" y="2613250"/>
            <a:ext cx="2736600" cy="10482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069" name="Google Shape;3069;g390f6613fc7_2_53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0" name="Google Shape;3070;g390f6613fc7_2_53"/>
          <p:cNvSpPr/>
          <p:nvPr/>
        </p:nvSpPr>
        <p:spPr>
          <a:xfrm>
            <a:off x="15495175" y="4424725"/>
            <a:ext cx="2519700" cy="1278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Review: 67804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1" name="Google Shape;3071;g390f6613fc7_2_53"/>
          <p:cNvSpPr/>
          <p:nvPr/>
        </p:nvSpPr>
        <p:spPr>
          <a:xfrm>
            <a:off x="16040750" y="4442754"/>
            <a:ext cx="2519700" cy="8889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67763, 68130</a:t>
            </a:r>
            <a:endParaRPr/>
          </a:p>
        </p:txBody>
      </p:sp>
      <p:sp>
        <p:nvSpPr>
          <p:cNvPr id="3072" name="Google Shape;3072;g390f6613fc7_2_53"/>
          <p:cNvSpPr/>
          <p:nvPr/>
        </p:nvSpPr>
        <p:spPr>
          <a:xfrm>
            <a:off x="18614450" y="5894326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3" name="Google Shape;3073;g390f6613fc7_2_53"/>
          <p:cNvSpPr/>
          <p:nvPr/>
        </p:nvSpPr>
        <p:spPr>
          <a:xfrm>
            <a:off x="12369225" y="7424014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4" name="Google Shape;3074;g390f6613fc7_2_53"/>
          <p:cNvSpPr/>
          <p:nvPr/>
        </p:nvSpPr>
        <p:spPr>
          <a:xfrm>
            <a:off x="12395950" y="908668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5" name="Google Shape;3075;g390f6613fc7_2_53"/>
          <p:cNvSpPr/>
          <p:nvPr/>
        </p:nvSpPr>
        <p:spPr>
          <a:xfrm>
            <a:off x="12642325" y="4280577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3076" name="Google Shape;3076;g390f6613fc7_2_53"/>
          <p:cNvSpPr/>
          <p:nvPr/>
        </p:nvSpPr>
        <p:spPr>
          <a:xfrm>
            <a:off x="12730413" y="27424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81" name="Google Shape;3081;g3a34e3416ec_0_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082" name="Google Shape;3082;g3a34e3416ec_0_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83" name="Google Shape;3083;g3a34e3416ec_0_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4" name="Google Shape;3084;g3a34e3416ec_0_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5" name="Google Shape;3085;g3a34e3416ec_0_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6" name="Google Shape;3086;g3a34e3416ec_0_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7" name="Google Shape;3087;g3a34e3416ec_0_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8" name="Google Shape;3088;g3a34e3416ec_0_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9" name="Google Shape;3089;g3a34e3416ec_0_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0" name="Google Shape;3090;g3a34e3416ec_0_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1" name="Google Shape;3091;g3a34e3416ec_0_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2" name="Google Shape;3092;g3a34e3416ec_0_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3" name="Google Shape;3093;g3a34e3416ec_0_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4" name="Google Shape;3094;g3a34e3416ec_0_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5" name="Google Shape;3095;g3a34e3416ec_0_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096" name="Google Shape;3096;g3a34e3416ec_0_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097" name="Google Shape;3097;g3a34e3416ec_0_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098" name="Google Shape;3098;g3a34e3416ec_0_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099" name="Google Shape;3099;g3a34e3416ec_0_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100" name="Google Shape;3100;g3a34e3416ec_0_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101" name="Google Shape;3101;g3a34e3416ec_0_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02" name="Google Shape;3102;g3a34e3416ec_0_0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03" name="Google Shape;3103;g3a34e3416ec_0_0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04" name="Google Shape;3104;g3a34e3416ec_0_0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05" name="Google Shape;3105;g3a34e3416ec_0_0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06" name="Google Shape;3106;g3a34e3416ec_0_0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07" name="Google Shape;3107;g3a34e3416ec_0_0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08" name="Google Shape;3108;g3a34e3416ec_0_0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09" name="Google Shape;3109;g3a34e3416ec_0_0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10" name="Google Shape;3110;g3a34e3416ec_0_0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11" name="Google Shape;3111;g3a34e3416ec_0_0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12" name="Google Shape;3112;g3a34e3416ec_0_0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13" name="Google Shape;3113;g3a34e3416ec_0_0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14" name="Google Shape;3114;g3a34e3416ec_0_0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15" name="Google Shape;3115;g3a34e3416ec_0_0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16" name="Google Shape;3116;g3a34e3416ec_0_0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17" name="Google Shape;3117;g3a34e3416ec_0_0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18" name="Google Shape;3118;g3a34e3416ec_0_0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19" name="Google Shape;3119;g3a34e3416ec_0_0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20" name="Google Shape;3120;g3a34e3416ec_0_0"/>
          <p:cNvSpPr/>
          <p:nvPr/>
        </p:nvSpPr>
        <p:spPr>
          <a:xfrm>
            <a:off x="12369225" y="7424014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1" name="Google Shape;3121;g3a34e3416ec_0_0"/>
          <p:cNvSpPr/>
          <p:nvPr/>
        </p:nvSpPr>
        <p:spPr>
          <a:xfrm>
            <a:off x="15477950" y="9153564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2" name="Google Shape;3122;g3a34e3416ec_0_0"/>
          <p:cNvSpPr/>
          <p:nvPr/>
        </p:nvSpPr>
        <p:spPr>
          <a:xfrm>
            <a:off x="12642325" y="4280577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3123" name="Google Shape;3123;g3a34e3416ec_0_0"/>
          <p:cNvSpPr/>
          <p:nvPr/>
        </p:nvSpPr>
        <p:spPr>
          <a:xfrm>
            <a:off x="12730413" y="27424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3124" name="Google Shape;3124;g3a34e3416ec_0_0"/>
          <p:cNvSpPr/>
          <p:nvPr/>
        </p:nvSpPr>
        <p:spPr>
          <a:xfrm>
            <a:off x="112838" y="162605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125" name="Google Shape;3125;g3a34e3416ec_0_0"/>
          <p:cNvSpPr/>
          <p:nvPr/>
        </p:nvSpPr>
        <p:spPr>
          <a:xfrm>
            <a:off x="112838" y="37972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endParaRPr/>
          </a:p>
        </p:txBody>
      </p:sp>
      <p:sp>
        <p:nvSpPr>
          <p:cNvPr id="3126" name="Google Shape;3126;g3a34e3416ec_0_0"/>
          <p:cNvSpPr/>
          <p:nvPr/>
        </p:nvSpPr>
        <p:spPr>
          <a:xfrm>
            <a:off x="15495175" y="2686901"/>
            <a:ext cx="2519700" cy="13800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127" name="Google Shape;3127;g3a34e3416ec_0_0"/>
          <p:cNvSpPr/>
          <p:nvPr/>
        </p:nvSpPr>
        <p:spPr>
          <a:xfrm>
            <a:off x="18614450" y="2686904"/>
            <a:ext cx="2519700" cy="8175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128" name="Google Shape;3128;g3a34e3416ec_0_0"/>
          <p:cNvSpPr/>
          <p:nvPr/>
        </p:nvSpPr>
        <p:spPr>
          <a:xfrm>
            <a:off x="15932300" y="2613250"/>
            <a:ext cx="2736600" cy="10482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129" name="Google Shape;3129;g3a34e3416ec_0_0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0" name="Google Shape;3130;g3a34e3416ec_0_0"/>
          <p:cNvSpPr/>
          <p:nvPr/>
        </p:nvSpPr>
        <p:spPr>
          <a:xfrm>
            <a:off x="15495175" y="4424725"/>
            <a:ext cx="2519700" cy="1278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Review: 67804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1" name="Google Shape;3131;g3a34e3416ec_0_0"/>
          <p:cNvSpPr/>
          <p:nvPr/>
        </p:nvSpPr>
        <p:spPr>
          <a:xfrm>
            <a:off x="16040750" y="4442754"/>
            <a:ext cx="2519700" cy="8889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67763, 68130</a:t>
            </a:r>
            <a:endParaRPr/>
          </a:p>
        </p:txBody>
      </p:sp>
      <p:sp>
        <p:nvSpPr>
          <p:cNvPr id="3132" name="Google Shape;3132;g3a34e3416ec_0_0"/>
          <p:cNvSpPr/>
          <p:nvPr/>
        </p:nvSpPr>
        <p:spPr>
          <a:xfrm>
            <a:off x="18614450" y="5894326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37" name="Google Shape;3137;g390f6613fc7_2_166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138" name="Google Shape;3138;g390f6613fc7_2_166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39" name="Google Shape;3139;g390f6613fc7_2_166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0" name="Google Shape;3140;g390f6613fc7_2_166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1" name="Google Shape;3141;g390f6613fc7_2_166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2" name="Google Shape;3142;g390f6613fc7_2_166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3" name="Google Shape;3143;g390f6613fc7_2_166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4" name="Google Shape;3144;g390f6613fc7_2_166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5" name="Google Shape;3145;g390f6613fc7_2_166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6" name="Google Shape;3146;g390f6613fc7_2_166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7" name="Google Shape;3147;g390f6613fc7_2_166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8" name="Google Shape;3148;g390f6613fc7_2_166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9" name="Google Shape;3149;g390f6613fc7_2_166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0" name="Google Shape;3150;g390f6613fc7_2_166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1" name="Google Shape;3151;g390f6613fc7_2_166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152" name="Google Shape;3152;g390f6613fc7_2_166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153" name="Google Shape;3153;g390f6613fc7_2_166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154" name="Google Shape;3154;g390f6613fc7_2_166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155" name="Google Shape;3155;g390f6613fc7_2_166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156" name="Google Shape;3156;g390f6613fc7_2_166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157" name="Google Shape;3157;g390f6613fc7_2_166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58" name="Google Shape;3158;g390f6613fc7_2_166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59" name="Google Shape;3159;g390f6613fc7_2_166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60" name="Google Shape;3160;g390f6613fc7_2_166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61" name="Google Shape;3161;g390f6613fc7_2_166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62" name="Google Shape;3162;g390f6613fc7_2_166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63" name="Google Shape;3163;g390f6613fc7_2_166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64" name="Google Shape;3164;g390f6613fc7_2_166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65" name="Google Shape;3165;g390f6613fc7_2_166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66" name="Google Shape;3166;g390f6613fc7_2_166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67" name="Google Shape;3167;g390f6613fc7_2_166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68" name="Google Shape;3168;g390f6613fc7_2_166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69" name="Google Shape;3169;g390f6613fc7_2_166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70" name="Google Shape;3170;g390f6613fc7_2_166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71" name="Google Shape;3171;g390f6613fc7_2_166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72" name="Google Shape;3172;g390f6613fc7_2_166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73" name="Google Shape;3173;g390f6613fc7_2_166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174" name="Google Shape;3174;g390f6613fc7_2_166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175" name="Google Shape;3175;g390f6613fc7_2_166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176" name="Google Shape;3176;g390f6613fc7_2_166"/>
          <p:cNvSpPr/>
          <p:nvPr/>
        </p:nvSpPr>
        <p:spPr>
          <a:xfrm>
            <a:off x="15477950" y="9153564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7" name="Google Shape;3177;g390f6613fc7_2_166"/>
          <p:cNvSpPr/>
          <p:nvPr/>
        </p:nvSpPr>
        <p:spPr>
          <a:xfrm>
            <a:off x="12642325" y="4280577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3178" name="Google Shape;3178;g390f6613fc7_2_166"/>
          <p:cNvSpPr/>
          <p:nvPr/>
        </p:nvSpPr>
        <p:spPr>
          <a:xfrm>
            <a:off x="12730413" y="27424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3179" name="Google Shape;3179;g390f6613fc7_2_166"/>
          <p:cNvSpPr/>
          <p:nvPr/>
        </p:nvSpPr>
        <p:spPr>
          <a:xfrm>
            <a:off x="112838" y="162605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180" name="Google Shape;3180;g390f6613fc7_2_166"/>
          <p:cNvSpPr/>
          <p:nvPr/>
        </p:nvSpPr>
        <p:spPr>
          <a:xfrm>
            <a:off x="112838" y="37972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endParaRPr/>
          </a:p>
        </p:txBody>
      </p:sp>
      <p:sp>
        <p:nvSpPr>
          <p:cNvPr id="3181" name="Google Shape;3181;g390f6613fc7_2_166"/>
          <p:cNvSpPr/>
          <p:nvPr/>
        </p:nvSpPr>
        <p:spPr>
          <a:xfrm>
            <a:off x="15495175" y="2686901"/>
            <a:ext cx="2519700" cy="13800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182" name="Google Shape;3182;g390f6613fc7_2_166"/>
          <p:cNvSpPr/>
          <p:nvPr/>
        </p:nvSpPr>
        <p:spPr>
          <a:xfrm>
            <a:off x="18614450" y="2686904"/>
            <a:ext cx="2519700" cy="8175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183" name="Google Shape;3183;g390f6613fc7_2_166"/>
          <p:cNvSpPr/>
          <p:nvPr/>
        </p:nvSpPr>
        <p:spPr>
          <a:xfrm>
            <a:off x="15932300" y="2613250"/>
            <a:ext cx="2736600" cy="10482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184" name="Google Shape;3184;g390f6613fc7_2_166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5" name="Google Shape;3185;g390f6613fc7_2_166"/>
          <p:cNvSpPr/>
          <p:nvPr/>
        </p:nvSpPr>
        <p:spPr>
          <a:xfrm>
            <a:off x="18614450" y="4368450"/>
            <a:ext cx="2519700" cy="1278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Review: 67804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6" name="Google Shape;3186;g390f6613fc7_2_166"/>
          <p:cNvSpPr/>
          <p:nvPr/>
        </p:nvSpPr>
        <p:spPr>
          <a:xfrm>
            <a:off x="16040750" y="4442754"/>
            <a:ext cx="2519700" cy="8889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67763, 68130</a:t>
            </a:r>
            <a:endParaRPr/>
          </a:p>
        </p:txBody>
      </p:sp>
      <p:sp>
        <p:nvSpPr>
          <p:cNvPr id="3187" name="Google Shape;3187;g390f6613fc7_2_166"/>
          <p:cNvSpPr/>
          <p:nvPr/>
        </p:nvSpPr>
        <p:spPr>
          <a:xfrm>
            <a:off x="18614450" y="5894326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8" name="Google Shape;3188;g390f6613fc7_2_166"/>
          <p:cNvSpPr/>
          <p:nvPr/>
        </p:nvSpPr>
        <p:spPr>
          <a:xfrm>
            <a:off x="15477950" y="73758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93" name="Google Shape;3193;g3a3b8b61372_1_5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194" name="Google Shape;3194;g3a3b8b61372_1_5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95" name="Google Shape;3195;g3a3b8b61372_1_5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96" name="Google Shape;3196;g3a3b8b61372_1_5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97" name="Google Shape;3197;g3a3b8b61372_1_5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98" name="Google Shape;3198;g3a3b8b61372_1_5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99" name="Google Shape;3199;g3a3b8b61372_1_5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0" name="Google Shape;3200;g3a3b8b61372_1_5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1" name="Google Shape;3201;g3a3b8b61372_1_5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2" name="Google Shape;3202;g3a3b8b61372_1_5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3" name="Google Shape;3203;g3a3b8b61372_1_5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4" name="Google Shape;3204;g3a3b8b61372_1_5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5" name="Google Shape;3205;g3a3b8b61372_1_5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6" name="Google Shape;3206;g3a3b8b61372_1_5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7" name="Google Shape;3207;g3a3b8b61372_1_5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208" name="Google Shape;3208;g3a3b8b61372_1_5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209" name="Google Shape;3209;g3a3b8b61372_1_5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210" name="Google Shape;3210;g3a3b8b61372_1_5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211" name="Google Shape;3211;g3a3b8b61372_1_5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212" name="Google Shape;3212;g3a3b8b61372_1_5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213" name="Google Shape;3213;g3a3b8b61372_1_5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14" name="Google Shape;3214;g3a3b8b61372_1_55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15" name="Google Shape;3215;g3a3b8b61372_1_55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16" name="Google Shape;3216;g3a3b8b61372_1_55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17" name="Google Shape;3217;g3a3b8b61372_1_55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18" name="Google Shape;3218;g3a3b8b61372_1_55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19" name="Google Shape;3219;g3a3b8b61372_1_55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20" name="Google Shape;3220;g3a3b8b61372_1_55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21" name="Google Shape;3221;g3a3b8b61372_1_55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22" name="Google Shape;3222;g3a3b8b61372_1_55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23" name="Google Shape;3223;g3a3b8b61372_1_55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24" name="Google Shape;3224;g3a3b8b61372_1_55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25" name="Google Shape;3225;g3a3b8b61372_1_55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26" name="Google Shape;3226;g3a3b8b61372_1_55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27" name="Google Shape;3227;g3a3b8b61372_1_55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28" name="Google Shape;3228;g3a3b8b61372_1_55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29" name="Google Shape;3229;g3a3b8b61372_1_55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30" name="Google Shape;3230;g3a3b8b61372_1_55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31" name="Google Shape;3231;g3a3b8b61372_1_55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32" name="Google Shape;3232;g3a3b8b61372_1_55"/>
          <p:cNvSpPr/>
          <p:nvPr/>
        </p:nvSpPr>
        <p:spPr>
          <a:xfrm>
            <a:off x="12642325" y="4280577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endParaRPr/>
          </a:p>
        </p:txBody>
      </p:sp>
      <p:sp>
        <p:nvSpPr>
          <p:cNvPr id="3233" name="Google Shape;3233;g3a3b8b61372_1_55"/>
          <p:cNvSpPr/>
          <p:nvPr/>
        </p:nvSpPr>
        <p:spPr>
          <a:xfrm>
            <a:off x="12730413" y="27424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endParaRPr/>
          </a:p>
        </p:txBody>
      </p:sp>
      <p:sp>
        <p:nvSpPr>
          <p:cNvPr id="3234" name="Google Shape;3234;g3a3b8b61372_1_55"/>
          <p:cNvSpPr/>
          <p:nvPr/>
        </p:nvSpPr>
        <p:spPr>
          <a:xfrm>
            <a:off x="9472900" y="76892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235" name="Google Shape;3235;g3a3b8b61372_1_55"/>
          <p:cNvSpPr/>
          <p:nvPr/>
        </p:nvSpPr>
        <p:spPr>
          <a:xfrm>
            <a:off x="9440300" y="92651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endParaRPr/>
          </a:p>
        </p:txBody>
      </p:sp>
      <p:sp>
        <p:nvSpPr>
          <p:cNvPr id="3236" name="Google Shape;3236;g3a3b8b61372_1_55"/>
          <p:cNvSpPr/>
          <p:nvPr/>
        </p:nvSpPr>
        <p:spPr>
          <a:xfrm>
            <a:off x="15495175" y="2686901"/>
            <a:ext cx="2519700" cy="13800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237" name="Google Shape;3237;g3a3b8b61372_1_55"/>
          <p:cNvSpPr/>
          <p:nvPr/>
        </p:nvSpPr>
        <p:spPr>
          <a:xfrm>
            <a:off x="15932300" y="2613250"/>
            <a:ext cx="2736600" cy="10482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238" name="Google Shape;3238;g3a3b8b61372_1_55"/>
          <p:cNvSpPr/>
          <p:nvPr/>
        </p:nvSpPr>
        <p:spPr>
          <a:xfrm>
            <a:off x="16040750" y="4442754"/>
            <a:ext cx="2519700" cy="8889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67763, 68130</a:t>
            </a:r>
            <a:endParaRPr/>
          </a:p>
        </p:txBody>
      </p:sp>
      <p:sp>
        <p:nvSpPr>
          <p:cNvPr id="3239" name="Google Shape;3239;g3a3b8b61372_1_5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40" name="Google Shape;3240;g3a3b8b61372_1_55"/>
          <p:cNvSpPr/>
          <p:nvPr/>
        </p:nvSpPr>
        <p:spPr>
          <a:xfrm>
            <a:off x="18614450" y="2686904"/>
            <a:ext cx="2519700" cy="8175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241" name="Google Shape;3241;g3a3b8b61372_1_55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2" name="Google Shape;3242;g3a3b8b61372_1_55"/>
          <p:cNvSpPr/>
          <p:nvPr/>
        </p:nvSpPr>
        <p:spPr>
          <a:xfrm>
            <a:off x="18614450" y="4368450"/>
            <a:ext cx="2519700" cy="1278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Review: 67804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3" name="Google Shape;3243;g3a3b8b61372_1_55"/>
          <p:cNvSpPr/>
          <p:nvPr/>
        </p:nvSpPr>
        <p:spPr>
          <a:xfrm>
            <a:off x="18614450" y="5894326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4" name="Google Shape;3244;g3a3b8b61372_1_55"/>
          <p:cNvSpPr/>
          <p:nvPr/>
        </p:nvSpPr>
        <p:spPr>
          <a:xfrm>
            <a:off x="18591154" y="73758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5" name="Google Shape;3245;g3a3b8b61372_1_55"/>
          <p:cNvSpPr/>
          <p:nvPr/>
        </p:nvSpPr>
        <p:spPr>
          <a:xfrm>
            <a:off x="18525950" y="9153564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6" name="Google Shape;3246;g3a3b8b61372_1_55"/>
          <p:cNvSpPr/>
          <p:nvPr/>
        </p:nvSpPr>
        <p:spPr>
          <a:xfrm>
            <a:off x="9484550" y="1328427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247" name="Google Shape;3247;g3a3b8b61372_1_55"/>
          <p:cNvSpPr/>
          <p:nvPr/>
        </p:nvSpPr>
        <p:spPr>
          <a:xfrm>
            <a:off x="9467474" y="61133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2" name="Google Shape;3252;g390f6613fc7_2_297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253" name="Google Shape;3253;g390f6613fc7_2_297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54" name="Google Shape;3254;g390f6613fc7_2_297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5" name="Google Shape;3255;g390f6613fc7_2_297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6" name="Google Shape;3256;g390f6613fc7_2_297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7" name="Google Shape;3257;g390f6613fc7_2_297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8" name="Google Shape;3258;g390f6613fc7_2_297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9" name="Google Shape;3259;g390f6613fc7_2_297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0" name="Google Shape;3260;g390f6613fc7_2_297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1" name="Google Shape;3261;g390f6613fc7_2_297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2" name="Google Shape;3262;g390f6613fc7_2_297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3" name="Google Shape;3263;g390f6613fc7_2_297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4" name="Google Shape;3264;g390f6613fc7_2_297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5" name="Google Shape;3265;g390f6613fc7_2_297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6" name="Google Shape;3266;g390f6613fc7_2_297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267" name="Google Shape;3267;g390f6613fc7_2_297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268" name="Google Shape;3268;g390f6613fc7_2_297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269" name="Google Shape;3269;g390f6613fc7_2_297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270" name="Google Shape;3270;g390f6613fc7_2_297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271" name="Google Shape;3271;g390f6613fc7_2_297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272" name="Google Shape;3272;g390f6613fc7_2_297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73" name="Google Shape;3273;g390f6613fc7_2_297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74" name="Google Shape;3274;g390f6613fc7_2_297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75" name="Google Shape;3275;g390f6613fc7_2_297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76" name="Google Shape;3276;g390f6613fc7_2_297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77" name="Google Shape;3277;g390f6613fc7_2_297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78" name="Google Shape;3278;g390f6613fc7_2_297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79" name="Google Shape;3279;g390f6613fc7_2_297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80" name="Google Shape;3280;g390f6613fc7_2_297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81" name="Google Shape;3281;g390f6613fc7_2_297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82" name="Google Shape;3282;g390f6613fc7_2_297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83" name="Google Shape;3283;g390f6613fc7_2_297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84" name="Google Shape;3284;g390f6613fc7_2_297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85" name="Google Shape;3285;g390f6613fc7_2_297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86" name="Google Shape;3286;g390f6613fc7_2_297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87" name="Google Shape;3287;g390f6613fc7_2_297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88" name="Google Shape;3288;g390f6613fc7_2_297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289" name="Google Shape;3289;g390f6613fc7_2_297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290" name="Google Shape;3290;g390f6613fc7_2_297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291" name="Google Shape;3291;g390f6613fc7_2_297"/>
          <p:cNvSpPr/>
          <p:nvPr/>
        </p:nvSpPr>
        <p:spPr>
          <a:xfrm>
            <a:off x="9466263" y="911575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endParaRPr/>
          </a:p>
        </p:txBody>
      </p:sp>
      <p:sp>
        <p:nvSpPr>
          <p:cNvPr id="3292" name="Google Shape;3292;g390f6613fc7_2_297"/>
          <p:cNvSpPr/>
          <p:nvPr/>
        </p:nvSpPr>
        <p:spPr>
          <a:xfrm>
            <a:off x="18614450" y="2464757"/>
            <a:ext cx="2519700" cy="8175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293" name="Google Shape;3293;g390f6613fc7_2_297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4" name="Google Shape;3294;g390f6613fc7_2_297"/>
          <p:cNvSpPr/>
          <p:nvPr/>
        </p:nvSpPr>
        <p:spPr>
          <a:xfrm>
            <a:off x="18614450" y="4368450"/>
            <a:ext cx="2519700" cy="1278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Review: 67804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5" name="Google Shape;3295;g390f6613fc7_2_297"/>
          <p:cNvSpPr/>
          <p:nvPr/>
        </p:nvSpPr>
        <p:spPr>
          <a:xfrm>
            <a:off x="18614450" y="5894326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6" name="Google Shape;3296;g390f6613fc7_2_297"/>
          <p:cNvSpPr/>
          <p:nvPr/>
        </p:nvSpPr>
        <p:spPr>
          <a:xfrm>
            <a:off x="18591154" y="73758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7" name="Google Shape;3297;g390f6613fc7_2_297"/>
          <p:cNvSpPr/>
          <p:nvPr/>
        </p:nvSpPr>
        <p:spPr>
          <a:xfrm>
            <a:off x="18525950" y="9153564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8" name="Google Shape;3298;g390f6613fc7_2_297"/>
          <p:cNvSpPr/>
          <p:nvPr/>
        </p:nvSpPr>
        <p:spPr>
          <a:xfrm>
            <a:off x="15625275" y="2904325"/>
            <a:ext cx="2519700" cy="1278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br>
              <a:rPr lang="en-GB"/>
            </a:br>
            <a:r>
              <a:rPr lang="en-GB"/>
              <a:t>Review: 68130, 67804</a:t>
            </a:r>
            <a:endParaRPr/>
          </a:p>
        </p:txBody>
      </p:sp>
      <p:sp>
        <p:nvSpPr>
          <p:cNvPr id="3299" name="Google Shape;3299;g390f6613fc7_2_297"/>
          <p:cNvSpPr/>
          <p:nvPr/>
        </p:nvSpPr>
        <p:spPr>
          <a:xfrm>
            <a:off x="15932300" y="2613250"/>
            <a:ext cx="2736600" cy="10482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300" name="Google Shape;3300;g390f6613fc7_2_297"/>
          <p:cNvSpPr/>
          <p:nvPr/>
        </p:nvSpPr>
        <p:spPr>
          <a:xfrm>
            <a:off x="9472900" y="76892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301" name="Google Shape;3301;g390f6613fc7_2_297"/>
          <p:cNvSpPr/>
          <p:nvPr/>
        </p:nvSpPr>
        <p:spPr>
          <a:xfrm>
            <a:off x="12227750" y="1328427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302" name="Google Shape;3302;g390f6613fc7_2_297"/>
          <p:cNvSpPr/>
          <p:nvPr/>
        </p:nvSpPr>
        <p:spPr>
          <a:xfrm>
            <a:off x="12361874" y="61133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br>
              <a:rPr lang="en-GB"/>
            </a:br>
            <a:endParaRPr/>
          </a:p>
        </p:txBody>
      </p:sp>
      <p:sp>
        <p:nvSpPr>
          <p:cNvPr id="3303" name="Google Shape;3303;g390f6613fc7_2_297"/>
          <p:cNvSpPr/>
          <p:nvPr/>
        </p:nvSpPr>
        <p:spPr>
          <a:xfrm>
            <a:off x="12642325" y="4280577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br>
              <a:rPr lang="en-GB"/>
            </a:br>
            <a:endParaRPr/>
          </a:p>
        </p:txBody>
      </p:sp>
      <p:sp>
        <p:nvSpPr>
          <p:cNvPr id="3304" name="Google Shape;3304;g390f6613fc7_2_297"/>
          <p:cNvSpPr/>
          <p:nvPr/>
        </p:nvSpPr>
        <p:spPr>
          <a:xfrm>
            <a:off x="18619375" y="2686901"/>
            <a:ext cx="2519700" cy="13800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305" name="Google Shape;3305;g390f6613fc7_2_297"/>
          <p:cNvSpPr/>
          <p:nvPr/>
        </p:nvSpPr>
        <p:spPr>
          <a:xfrm>
            <a:off x="19040273" y="4442754"/>
            <a:ext cx="2519700" cy="8889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67763, 68130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10" name="Google Shape;3310;g390f6613fc7_2_384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11" name="Google Shape;3311;g390f6613fc7_2_384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12" name="Google Shape;3312;g390f6613fc7_2_384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3" name="Google Shape;3313;g390f6613fc7_2_384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4" name="Google Shape;3314;g390f6613fc7_2_384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5" name="Google Shape;3315;g390f6613fc7_2_384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6" name="Google Shape;3316;g390f6613fc7_2_384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7" name="Google Shape;3317;g390f6613fc7_2_384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8" name="Google Shape;3318;g390f6613fc7_2_384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9" name="Google Shape;3319;g390f6613fc7_2_384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0" name="Google Shape;3320;g390f6613fc7_2_384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1" name="Google Shape;3321;g390f6613fc7_2_384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2" name="Google Shape;3322;g390f6613fc7_2_384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3" name="Google Shape;3323;g390f6613fc7_2_384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4" name="Google Shape;3324;g390f6613fc7_2_384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325" name="Google Shape;3325;g390f6613fc7_2_384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26" name="Google Shape;3326;g390f6613fc7_2_384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27" name="Google Shape;3327;g390f6613fc7_2_384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28" name="Google Shape;3328;g390f6613fc7_2_384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29" name="Google Shape;3329;g390f6613fc7_2_384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30" name="Google Shape;3330;g390f6613fc7_2_384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31" name="Google Shape;3331;g390f6613fc7_2_384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332" name="Google Shape;3332;g390f6613fc7_2_384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333" name="Google Shape;3333;g390f6613fc7_2_384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334" name="Google Shape;3334;g390f6613fc7_2_384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335" name="Google Shape;3335;g390f6613fc7_2_384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336" name="Google Shape;3336;g390f6613fc7_2_384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337" name="Google Shape;3337;g390f6613fc7_2_384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338" name="Google Shape;3338;g390f6613fc7_2_384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339" name="Google Shape;3339;g390f6613fc7_2_384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340" name="Google Shape;3340;g390f6613fc7_2_384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341" name="Google Shape;3341;g390f6613fc7_2_384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342" name="Google Shape;3342;g390f6613fc7_2_384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343" name="Google Shape;3343;g390f6613fc7_2_384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344" name="Google Shape;3344;g390f6613fc7_2_384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345" name="Google Shape;3345;g390f6613fc7_2_384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346" name="Google Shape;3346;g390f6613fc7_2_384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347" name="Google Shape;3347;g390f6613fc7_2_384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348" name="Google Shape;3348;g390f6613fc7_2_384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349" name="Google Shape;3349;g390f6613fc7_2_384"/>
          <p:cNvSpPr/>
          <p:nvPr/>
        </p:nvSpPr>
        <p:spPr>
          <a:xfrm>
            <a:off x="18614450" y="2464757"/>
            <a:ext cx="2519700" cy="8175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350" name="Google Shape;3350;g390f6613fc7_2_384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1" name="Google Shape;3351;g390f6613fc7_2_384"/>
          <p:cNvSpPr/>
          <p:nvPr/>
        </p:nvSpPr>
        <p:spPr>
          <a:xfrm>
            <a:off x="18614450" y="4368450"/>
            <a:ext cx="2519700" cy="1278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Review: 67804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2" name="Google Shape;3352;g390f6613fc7_2_384"/>
          <p:cNvSpPr/>
          <p:nvPr/>
        </p:nvSpPr>
        <p:spPr>
          <a:xfrm>
            <a:off x="18614450" y="5894326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3" name="Google Shape;3353;g390f6613fc7_2_384"/>
          <p:cNvSpPr/>
          <p:nvPr/>
        </p:nvSpPr>
        <p:spPr>
          <a:xfrm>
            <a:off x="18591154" y="73758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4" name="Google Shape;3354;g390f6613fc7_2_384"/>
          <p:cNvSpPr/>
          <p:nvPr/>
        </p:nvSpPr>
        <p:spPr>
          <a:xfrm>
            <a:off x="18525950" y="9153564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5" name="Google Shape;3355;g390f6613fc7_2_384"/>
          <p:cNvSpPr/>
          <p:nvPr/>
        </p:nvSpPr>
        <p:spPr>
          <a:xfrm>
            <a:off x="15625275" y="2904325"/>
            <a:ext cx="2519700" cy="1278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br>
              <a:rPr lang="en-GB"/>
            </a:br>
            <a:r>
              <a:rPr lang="en-GB"/>
              <a:t>Review: 68130, 67804</a:t>
            </a:r>
            <a:endParaRPr/>
          </a:p>
        </p:txBody>
      </p:sp>
      <p:sp>
        <p:nvSpPr>
          <p:cNvPr id="3356" name="Google Shape;3356;g390f6613fc7_2_384"/>
          <p:cNvSpPr/>
          <p:nvPr/>
        </p:nvSpPr>
        <p:spPr>
          <a:xfrm>
            <a:off x="15932300" y="2613250"/>
            <a:ext cx="2736600" cy="10482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357" name="Google Shape;3357;g390f6613fc7_2_384"/>
          <p:cNvSpPr/>
          <p:nvPr/>
        </p:nvSpPr>
        <p:spPr>
          <a:xfrm>
            <a:off x="12216100" y="76892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358" name="Google Shape;3358;g390f6613fc7_2_384"/>
          <p:cNvSpPr/>
          <p:nvPr/>
        </p:nvSpPr>
        <p:spPr>
          <a:xfrm>
            <a:off x="9440300" y="92651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endParaRPr/>
          </a:p>
        </p:txBody>
      </p:sp>
      <p:sp>
        <p:nvSpPr>
          <p:cNvPr id="3359" name="Google Shape;3359;g390f6613fc7_2_384"/>
          <p:cNvSpPr/>
          <p:nvPr/>
        </p:nvSpPr>
        <p:spPr>
          <a:xfrm>
            <a:off x="15486074" y="61133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360" name="Google Shape;3360;g390f6613fc7_2_384"/>
          <p:cNvSpPr/>
          <p:nvPr/>
        </p:nvSpPr>
        <p:spPr>
          <a:xfrm>
            <a:off x="15537925" y="4280577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br>
              <a:rPr lang="en-GB"/>
            </a:br>
            <a:r>
              <a:rPr lang="en-GB"/>
              <a:t>Review: 67763, 68547</a:t>
            </a:r>
            <a:endParaRPr/>
          </a:p>
        </p:txBody>
      </p:sp>
      <p:sp>
        <p:nvSpPr>
          <p:cNvPr id="3361" name="Google Shape;3361;g390f6613fc7_2_384"/>
          <p:cNvSpPr/>
          <p:nvPr/>
        </p:nvSpPr>
        <p:spPr>
          <a:xfrm>
            <a:off x="18619375" y="2686901"/>
            <a:ext cx="2519700" cy="13800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362" name="Google Shape;3362;g390f6613fc7_2_384"/>
          <p:cNvSpPr/>
          <p:nvPr/>
        </p:nvSpPr>
        <p:spPr>
          <a:xfrm>
            <a:off x="12227750" y="1328427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363" name="Google Shape;3363;g390f6613fc7_2_384"/>
          <p:cNvSpPr/>
          <p:nvPr/>
        </p:nvSpPr>
        <p:spPr>
          <a:xfrm>
            <a:off x="19040273" y="4442754"/>
            <a:ext cx="2519700" cy="8889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67763, 68130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68" name="Google Shape;3368;g390f6613fc7_2_459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69" name="Google Shape;3369;g390f6613fc7_2_459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70" name="Google Shape;3370;g390f6613fc7_2_459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1" name="Google Shape;3371;g390f6613fc7_2_459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2" name="Google Shape;3372;g390f6613fc7_2_459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3" name="Google Shape;3373;g390f6613fc7_2_459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4" name="Google Shape;3374;g390f6613fc7_2_459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5" name="Google Shape;3375;g390f6613fc7_2_459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6" name="Google Shape;3376;g390f6613fc7_2_459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7" name="Google Shape;3377;g390f6613fc7_2_459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8" name="Google Shape;3378;g390f6613fc7_2_459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9" name="Google Shape;3379;g390f6613fc7_2_459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80" name="Google Shape;3380;g390f6613fc7_2_459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81" name="Google Shape;3381;g390f6613fc7_2_459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82" name="Google Shape;3382;g390f6613fc7_2_459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383" name="Google Shape;3383;g390f6613fc7_2_459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84" name="Google Shape;3384;g390f6613fc7_2_459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85" name="Google Shape;3385;g390f6613fc7_2_459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86" name="Google Shape;3386;g390f6613fc7_2_459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87" name="Google Shape;3387;g390f6613fc7_2_459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388" name="Google Shape;3388;g390f6613fc7_2_459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89" name="Google Shape;3389;g390f6613fc7_2_459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390" name="Google Shape;3390;g390f6613fc7_2_459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391" name="Google Shape;3391;g390f6613fc7_2_459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392" name="Google Shape;3392;g390f6613fc7_2_459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393" name="Google Shape;3393;g390f6613fc7_2_459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394" name="Google Shape;3394;g390f6613fc7_2_459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395" name="Google Shape;3395;g390f6613fc7_2_459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396" name="Google Shape;3396;g390f6613fc7_2_459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397" name="Google Shape;3397;g390f6613fc7_2_459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398" name="Google Shape;3398;g390f6613fc7_2_459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399" name="Google Shape;3399;g390f6613fc7_2_459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400" name="Google Shape;3400;g390f6613fc7_2_459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401" name="Google Shape;3401;g390f6613fc7_2_459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402" name="Google Shape;3402;g390f6613fc7_2_459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403" name="Google Shape;3403;g390f6613fc7_2_459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404" name="Google Shape;3404;g390f6613fc7_2_459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405" name="Google Shape;3405;g390f6613fc7_2_459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406" name="Google Shape;3406;g390f6613fc7_2_459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407" name="Google Shape;3407;g390f6613fc7_2_459"/>
          <p:cNvSpPr/>
          <p:nvPr/>
        </p:nvSpPr>
        <p:spPr>
          <a:xfrm>
            <a:off x="18614450" y="2464757"/>
            <a:ext cx="2519700" cy="8175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408" name="Google Shape;3408;g390f6613fc7_2_459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9" name="Google Shape;3409;g390f6613fc7_2_459"/>
          <p:cNvSpPr/>
          <p:nvPr/>
        </p:nvSpPr>
        <p:spPr>
          <a:xfrm>
            <a:off x="18614450" y="4368450"/>
            <a:ext cx="2519700" cy="1278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Review: 67804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0" name="Google Shape;3410;g390f6613fc7_2_459"/>
          <p:cNvSpPr/>
          <p:nvPr/>
        </p:nvSpPr>
        <p:spPr>
          <a:xfrm>
            <a:off x="18614450" y="5894326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1" name="Google Shape;3411;g390f6613fc7_2_459"/>
          <p:cNvSpPr/>
          <p:nvPr/>
        </p:nvSpPr>
        <p:spPr>
          <a:xfrm>
            <a:off x="18591154" y="73758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2" name="Google Shape;3412;g390f6613fc7_2_459"/>
          <p:cNvSpPr/>
          <p:nvPr/>
        </p:nvSpPr>
        <p:spPr>
          <a:xfrm>
            <a:off x="18525950" y="9153564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3" name="Google Shape;3413;g390f6613fc7_2_459"/>
          <p:cNvSpPr/>
          <p:nvPr/>
        </p:nvSpPr>
        <p:spPr>
          <a:xfrm>
            <a:off x="18827900" y="2613250"/>
            <a:ext cx="2736600" cy="10482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414" name="Google Shape;3414;g390f6613fc7_2_459"/>
          <p:cNvSpPr/>
          <p:nvPr/>
        </p:nvSpPr>
        <p:spPr>
          <a:xfrm>
            <a:off x="19054275" y="3056725"/>
            <a:ext cx="2519700" cy="1278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br>
              <a:rPr lang="en-GB"/>
            </a:br>
            <a:r>
              <a:rPr lang="en-GB"/>
              <a:t>Review: 68130, 67804</a:t>
            </a:r>
            <a:endParaRPr/>
          </a:p>
        </p:txBody>
      </p:sp>
      <p:sp>
        <p:nvSpPr>
          <p:cNvPr id="3415" name="Google Shape;3415;g390f6613fc7_2_459"/>
          <p:cNvSpPr/>
          <p:nvPr/>
        </p:nvSpPr>
        <p:spPr>
          <a:xfrm>
            <a:off x="9440300" y="92651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endParaRPr/>
          </a:p>
        </p:txBody>
      </p:sp>
      <p:sp>
        <p:nvSpPr>
          <p:cNvPr id="3416" name="Google Shape;3416;g390f6613fc7_2_459"/>
          <p:cNvSpPr/>
          <p:nvPr/>
        </p:nvSpPr>
        <p:spPr>
          <a:xfrm>
            <a:off x="19043125" y="4585377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br>
              <a:rPr lang="en-GB"/>
            </a:br>
            <a:r>
              <a:rPr lang="en-GB"/>
              <a:t>Review: 67763, 68547</a:t>
            </a:r>
            <a:endParaRPr/>
          </a:p>
        </p:txBody>
      </p:sp>
      <p:sp>
        <p:nvSpPr>
          <p:cNvPr id="3417" name="Google Shape;3417;g390f6613fc7_2_459"/>
          <p:cNvSpPr/>
          <p:nvPr/>
        </p:nvSpPr>
        <p:spPr>
          <a:xfrm>
            <a:off x="18619375" y="2686901"/>
            <a:ext cx="2519700" cy="13800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418" name="Google Shape;3418;g390f6613fc7_2_459"/>
          <p:cNvSpPr/>
          <p:nvPr/>
        </p:nvSpPr>
        <p:spPr>
          <a:xfrm>
            <a:off x="12216100" y="76892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419" name="Google Shape;3419;g390f6613fc7_2_459"/>
          <p:cNvSpPr/>
          <p:nvPr/>
        </p:nvSpPr>
        <p:spPr>
          <a:xfrm>
            <a:off x="15486074" y="61133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420" name="Google Shape;3420;g390f6613fc7_2_459"/>
          <p:cNvSpPr/>
          <p:nvPr/>
        </p:nvSpPr>
        <p:spPr>
          <a:xfrm>
            <a:off x="12227750" y="1328427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421" name="Google Shape;3421;g390f6613fc7_2_459"/>
          <p:cNvSpPr/>
          <p:nvPr/>
        </p:nvSpPr>
        <p:spPr>
          <a:xfrm>
            <a:off x="19040273" y="4442754"/>
            <a:ext cx="2519700" cy="8889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67763, 68130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26" name="Google Shape;3426;g3a3b8b61372_1_11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427" name="Google Shape;3427;g3a3b8b61372_1_11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28" name="Google Shape;3428;g3a3b8b61372_1_11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29" name="Google Shape;3429;g3a3b8b61372_1_11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0" name="Google Shape;3430;g3a3b8b61372_1_11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1" name="Google Shape;3431;g3a3b8b61372_1_11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2" name="Google Shape;3432;g3a3b8b61372_1_11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3" name="Google Shape;3433;g3a3b8b61372_1_11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4" name="Google Shape;3434;g3a3b8b61372_1_11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5" name="Google Shape;3435;g3a3b8b61372_1_11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6" name="Google Shape;3436;g3a3b8b61372_1_11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7" name="Google Shape;3437;g3a3b8b61372_1_11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8" name="Google Shape;3438;g3a3b8b61372_1_11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9" name="Google Shape;3439;g3a3b8b61372_1_11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40" name="Google Shape;3440;g3a3b8b61372_1_11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441" name="Google Shape;3441;g3a3b8b61372_1_11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442" name="Google Shape;3442;g3a3b8b61372_1_11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443" name="Google Shape;3443;g3a3b8b61372_1_11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444" name="Google Shape;3444;g3a3b8b61372_1_11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445" name="Google Shape;3445;g3a3b8b61372_1_11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446" name="Google Shape;3446;g3a3b8b61372_1_11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47" name="Google Shape;3447;g3a3b8b61372_1_110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448" name="Google Shape;3448;g3a3b8b61372_1_110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449" name="Google Shape;3449;g3a3b8b61372_1_110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450" name="Google Shape;3450;g3a3b8b61372_1_110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451" name="Google Shape;3451;g3a3b8b61372_1_110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452" name="Google Shape;3452;g3a3b8b61372_1_110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453" name="Google Shape;3453;g3a3b8b61372_1_110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454" name="Google Shape;3454;g3a3b8b61372_1_110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455" name="Google Shape;3455;g3a3b8b61372_1_110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456" name="Google Shape;3456;g3a3b8b61372_1_110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457" name="Google Shape;3457;g3a3b8b61372_1_110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458" name="Google Shape;3458;g3a3b8b61372_1_110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459" name="Google Shape;3459;g3a3b8b61372_1_110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460" name="Google Shape;3460;g3a3b8b61372_1_110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461" name="Google Shape;3461;g3a3b8b61372_1_110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462" name="Google Shape;3462;g3a3b8b61372_1_110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463" name="Google Shape;3463;g3a3b8b61372_1_110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464" name="Google Shape;3464;g3a3b8b61372_1_110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465" name="Google Shape;3465;g3a3b8b61372_1_110"/>
          <p:cNvSpPr/>
          <p:nvPr/>
        </p:nvSpPr>
        <p:spPr>
          <a:xfrm>
            <a:off x="18614450" y="2464757"/>
            <a:ext cx="2519700" cy="8175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466" name="Google Shape;3466;g3a3b8b61372_1_110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7" name="Google Shape;3467;g3a3b8b61372_1_110"/>
          <p:cNvSpPr/>
          <p:nvPr/>
        </p:nvSpPr>
        <p:spPr>
          <a:xfrm>
            <a:off x="18614450" y="4368450"/>
            <a:ext cx="2519700" cy="1278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Review: 67804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8" name="Google Shape;3468;g3a3b8b61372_1_110"/>
          <p:cNvSpPr/>
          <p:nvPr/>
        </p:nvSpPr>
        <p:spPr>
          <a:xfrm>
            <a:off x="18614450" y="5894326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9" name="Google Shape;3469;g3a3b8b61372_1_110"/>
          <p:cNvSpPr/>
          <p:nvPr/>
        </p:nvSpPr>
        <p:spPr>
          <a:xfrm>
            <a:off x="18591154" y="73758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0" name="Google Shape;3470;g3a3b8b61372_1_110"/>
          <p:cNvSpPr/>
          <p:nvPr/>
        </p:nvSpPr>
        <p:spPr>
          <a:xfrm>
            <a:off x="18525950" y="9153564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1" name="Google Shape;3471;g3a3b8b61372_1_110"/>
          <p:cNvSpPr/>
          <p:nvPr/>
        </p:nvSpPr>
        <p:spPr>
          <a:xfrm>
            <a:off x="19054275" y="3056725"/>
            <a:ext cx="2519700" cy="1278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br>
              <a:rPr lang="en-GB"/>
            </a:br>
            <a:r>
              <a:rPr lang="en-GB"/>
              <a:t>Review: 68130, 67804</a:t>
            </a:r>
            <a:endParaRPr/>
          </a:p>
        </p:txBody>
      </p:sp>
      <p:sp>
        <p:nvSpPr>
          <p:cNvPr id="3472" name="Google Shape;3472;g3a3b8b61372_1_110"/>
          <p:cNvSpPr/>
          <p:nvPr/>
        </p:nvSpPr>
        <p:spPr>
          <a:xfrm>
            <a:off x="12183500" y="92651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endParaRPr/>
          </a:p>
        </p:txBody>
      </p:sp>
      <p:sp>
        <p:nvSpPr>
          <p:cNvPr id="3473" name="Google Shape;3473;g3a3b8b61372_1_110"/>
          <p:cNvSpPr/>
          <p:nvPr/>
        </p:nvSpPr>
        <p:spPr>
          <a:xfrm>
            <a:off x="19043125" y="4585377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br>
              <a:rPr lang="en-GB"/>
            </a:br>
            <a:r>
              <a:rPr lang="en-GB"/>
              <a:t>Review: 67763, 68547</a:t>
            </a:r>
            <a:endParaRPr/>
          </a:p>
        </p:txBody>
      </p:sp>
      <p:sp>
        <p:nvSpPr>
          <p:cNvPr id="3474" name="Google Shape;3474;g3a3b8b61372_1_110"/>
          <p:cNvSpPr/>
          <p:nvPr/>
        </p:nvSpPr>
        <p:spPr>
          <a:xfrm>
            <a:off x="18619375" y="2686901"/>
            <a:ext cx="2519700" cy="13800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475" name="Google Shape;3475;g3a3b8b61372_1_110"/>
          <p:cNvSpPr/>
          <p:nvPr/>
        </p:nvSpPr>
        <p:spPr>
          <a:xfrm>
            <a:off x="12216100" y="76892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endParaRPr/>
          </a:p>
        </p:txBody>
      </p:sp>
      <p:sp>
        <p:nvSpPr>
          <p:cNvPr id="3476" name="Google Shape;3476;g3a3b8b61372_1_110"/>
          <p:cNvSpPr/>
          <p:nvPr/>
        </p:nvSpPr>
        <p:spPr>
          <a:xfrm>
            <a:off x="15486074" y="61133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477" name="Google Shape;3477;g3a3b8b61372_1_110"/>
          <p:cNvSpPr/>
          <p:nvPr/>
        </p:nvSpPr>
        <p:spPr>
          <a:xfrm>
            <a:off x="15504350" y="1328427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br>
              <a:rPr lang="en-GB"/>
            </a:br>
            <a:r>
              <a:rPr lang="en-GB"/>
              <a:t>Review: 68130</a:t>
            </a:r>
            <a:endParaRPr/>
          </a:p>
        </p:txBody>
      </p:sp>
      <p:sp>
        <p:nvSpPr>
          <p:cNvPr id="3478" name="Google Shape;3478;g3a3b8b61372_1_110"/>
          <p:cNvSpPr/>
          <p:nvPr/>
        </p:nvSpPr>
        <p:spPr>
          <a:xfrm>
            <a:off x="18827900" y="2613250"/>
            <a:ext cx="2736600" cy="10482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479" name="Google Shape;3479;g3a3b8b61372_1_110"/>
          <p:cNvSpPr/>
          <p:nvPr/>
        </p:nvSpPr>
        <p:spPr>
          <a:xfrm>
            <a:off x="19040273" y="4442754"/>
            <a:ext cx="2519700" cy="8889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67763, 68130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84" name="Google Shape;3484;g390f6613fc7_2_516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485" name="Google Shape;3485;g390f6613fc7_2_516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86" name="Google Shape;3486;g390f6613fc7_2_516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87" name="Google Shape;3487;g390f6613fc7_2_516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88" name="Google Shape;3488;g390f6613fc7_2_516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89" name="Google Shape;3489;g390f6613fc7_2_516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0" name="Google Shape;3490;g390f6613fc7_2_516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1" name="Google Shape;3491;g390f6613fc7_2_516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2" name="Google Shape;3492;g390f6613fc7_2_516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3" name="Google Shape;3493;g390f6613fc7_2_516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4" name="Google Shape;3494;g390f6613fc7_2_516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5" name="Google Shape;3495;g390f6613fc7_2_516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6" name="Google Shape;3496;g390f6613fc7_2_516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7" name="Google Shape;3497;g390f6613fc7_2_516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8" name="Google Shape;3498;g390f6613fc7_2_516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499" name="Google Shape;3499;g390f6613fc7_2_516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500" name="Google Shape;3500;g390f6613fc7_2_516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501" name="Google Shape;3501;g390f6613fc7_2_516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502" name="Google Shape;3502;g390f6613fc7_2_516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503" name="Google Shape;3503;g390f6613fc7_2_516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504" name="Google Shape;3504;g390f6613fc7_2_516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05" name="Google Shape;3505;g390f6613fc7_2_516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06" name="Google Shape;3506;g390f6613fc7_2_516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07" name="Google Shape;3507;g390f6613fc7_2_516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08" name="Google Shape;3508;g390f6613fc7_2_516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09" name="Google Shape;3509;g390f6613fc7_2_516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10" name="Google Shape;3510;g390f6613fc7_2_516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11" name="Google Shape;3511;g390f6613fc7_2_516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12" name="Google Shape;3512;g390f6613fc7_2_516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13" name="Google Shape;3513;g390f6613fc7_2_516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14" name="Google Shape;3514;g390f6613fc7_2_516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15" name="Google Shape;3515;g390f6613fc7_2_516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16" name="Google Shape;3516;g390f6613fc7_2_516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17" name="Google Shape;3517;g390f6613fc7_2_516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18" name="Google Shape;3518;g390f6613fc7_2_516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19" name="Google Shape;3519;g390f6613fc7_2_516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20" name="Google Shape;3520;g390f6613fc7_2_516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21" name="Google Shape;3521;g390f6613fc7_2_516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22" name="Google Shape;3522;g390f6613fc7_2_516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23" name="Google Shape;3523;g390f6613fc7_2_516"/>
          <p:cNvSpPr/>
          <p:nvPr/>
        </p:nvSpPr>
        <p:spPr>
          <a:xfrm>
            <a:off x="18591150" y="2478732"/>
            <a:ext cx="2519700" cy="8175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524" name="Google Shape;3524;g390f6613fc7_2_516"/>
          <p:cNvSpPr/>
          <p:nvPr/>
        </p:nvSpPr>
        <p:spPr>
          <a:xfrm>
            <a:off x="18614450" y="80898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5" name="Google Shape;3525;g390f6613fc7_2_516"/>
          <p:cNvSpPr/>
          <p:nvPr/>
        </p:nvSpPr>
        <p:spPr>
          <a:xfrm>
            <a:off x="18614450" y="4368450"/>
            <a:ext cx="2519700" cy="1278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Review: 67804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6" name="Google Shape;3526;g390f6613fc7_2_516"/>
          <p:cNvSpPr/>
          <p:nvPr/>
        </p:nvSpPr>
        <p:spPr>
          <a:xfrm>
            <a:off x="18614450" y="5894326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7" name="Google Shape;3527;g390f6613fc7_2_516"/>
          <p:cNvSpPr/>
          <p:nvPr/>
        </p:nvSpPr>
        <p:spPr>
          <a:xfrm>
            <a:off x="18591154" y="73758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8" name="Google Shape;3528;g390f6613fc7_2_516"/>
          <p:cNvSpPr/>
          <p:nvPr/>
        </p:nvSpPr>
        <p:spPr>
          <a:xfrm>
            <a:off x="18525950" y="9153564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9" name="Google Shape;3529;g390f6613fc7_2_516"/>
          <p:cNvSpPr/>
          <p:nvPr/>
        </p:nvSpPr>
        <p:spPr>
          <a:xfrm>
            <a:off x="19054275" y="3056725"/>
            <a:ext cx="2519700" cy="1278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br>
              <a:rPr lang="en-GB"/>
            </a:br>
            <a:r>
              <a:rPr lang="en-GB"/>
              <a:t>Review: 68130, 67804</a:t>
            </a:r>
            <a:endParaRPr/>
          </a:p>
        </p:txBody>
      </p:sp>
      <p:sp>
        <p:nvSpPr>
          <p:cNvPr id="3530" name="Google Shape;3530;g390f6613fc7_2_516"/>
          <p:cNvSpPr/>
          <p:nvPr/>
        </p:nvSpPr>
        <p:spPr>
          <a:xfrm>
            <a:off x="15433926" y="92651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br>
              <a:rPr lang="en-GB"/>
            </a:br>
            <a:r>
              <a:rPr lang="en-GB"/>
              <a:t>Review: 67804</a:t>
            </a:r>
            <a:endParaRPr/>
          </a:p>
        </p:txBody>
      </p:sp>
      <p:sp>
        <p:nvSpPr>
          <p:cNvPr id="3531" name="Google Shape;3531;g390f6613fc7_2_516"/>
          <p:cNvSpPr/>
          <p:nvPr/>
        </p:nvSpPr>
        <p:spPr>
          <a:xfrm>
            <a:off x="19043125" y="4585377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br>
              <a:rPr lang="en-GB"/>
            </a:br>
            <a:r>
              <a:rPr lang="en-GB"/>
              <a:t>Review: 67763, 68547</a:t>
            </a:r>
            <a:endParaRPr/>
          </a:p>
        </p:txBody>
      </p:sp>
      <p:sp>
        <p:nvSpPr>
          <p:cNvPr id="3532" name="Google Shape;3532;g390f6613fc7_2_516"/>
          <p:cNvSpPr/>
          <p:nvPr/>
        </p:nvSpPr>
        <p:spPr>
          <a:xfrm>
            <a:off x="18619375" y="2686901"/>
            <a:ext cx="2519700" cy="13800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533" name="Google Shape;3533;g390f6613fc7_2_516"/>
          <p:cNvSpPr/>
          <p:nvPr/>
        </p:nvSpPr>
        <p:spPr>
          <a:xfrm>
            <a:off x="15466526" y="76892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br>
              <a:rPr lang="en-GB"/>
            </a:br>
            <a:r>
              <a:rPr lang="en-GB"/>
              <a:t>Review: 67286</a:t>
            </a:r>
            <a:endParaRPr/>
          </a:p>
        </p:txBody>
      </p:sp>
      <p:sp>
        <p:nvSpPr>
          <p:cNvPr id="3534" name="Google Shape;3534;g390f6613fc7_2_516"/>
          <p:cNvSpPr/>
          <p:nvPr/>
        </p:nvSpPr>
        <p:spPr>
          <a:xfrm>
            <a:off x="15486074" y="61133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535" name="Google Shape;3535;g390f6613fc7_2_516"/>
          <p:cNvSpPr/>
          <p:nvPr/>
        </p:nvSpPr>
        <p:spPr>
          <a:xfrm>
            <a:off x="15504350" y="1328427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</p:txBody>
      </p:sp>
      <p:sp>
        <p:nvSpPr>
          <p:cNvPr id="3536" name="Google Shape;3536;g390f6613fc7_2_516"/>
          <p:cNvSpPr/>
          <p:nvPr/>
        </p:nvSpPr>
        <p:spPr>
          <a:xfrm>
            <a:off x="18827900" y="2613250"/>
            <a:ext cx="2736600" cy="10482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537" name="Google Shape;3537;g390f6613fc7_2_516"/>
          <p:cNvSpPr/>
          <p:nvPr/>
        </p:nvSpPr>
        <p:spPr>
          <a:xfrm>
            <a:off x="19040273" y="4442754"/>
            <a:ext cx="2519700" cy="8889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67763, 68130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2" name="Google Shape;3542;g390e2b18344_1_0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543" name="Google Shape;3543;g390e2b18344_1_0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544" name="Google Shape;3544;g390e2b18344_1_0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545" name="Google Shape;3545;g390e2b18344_1_0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546" name="Google Shape;3546;g390e2b18344_1_0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547" name="Google Shape;3547;g390e2b18344_1_0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548" name="Google Shape;3548;g390e2b18344_1_0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49" name="Google Shape;3549;g390e2b18344_1_0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0" name="Google Shape;3550;g390e2b18344_1_0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1" name="Google Shape;3551;g390e2b18344_1_0"/>
          <p:cNvSpPr/>
          <p:nvPr/>
        </p:nvSpPr>
        <p:spPr>
          <a:xfrm>
            <a:off x="18538250" y="65658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T25.1: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2" name="Google Shape;3552;g390e2b18344_1_0"/>
          <p:cNvSpPr/>
          <p:nvPr/>
        </p:nvSpPr>
        <p:spPr>
          <a:xfrm>
            <a:off x="18614450" y="5894326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T25.4: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3" name="Google Shape;3553;g390e2b18344_1_0"/>
          <p:cNvSpPr/>
          <p:nvPr/>
        </p:nvSpPr>
        <p:spPr>
          <a:xfrm>
            <a:off x="18591154" y="7375839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T25.5: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4" name="Google Shape;3554;g390e2b18344_1_0"/>
          <p:cNvSpPr/>
          <p:nvPr/>
        </p:nvSpPr>
        <p:spPr>
          <a:xfrm>
            <a:off x="18525950" y="9153564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T25.6: Go over my milestone 2 reviews and identify issues with my work that can be worked on. </a:t>
            </a:r>
            <a:br>
              <a:rPr lang="en-GB"/>
            </a:br>
            <a:r>
              <a:rPr lang="en-GB"/>
              <a:t>Review: 67775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5" name="Google Shape;3555;g390e2b18344_1_0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6" name="Google Shape;3556;g390e2b18344_1_0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7" name="Google Shape;3557;g390e2b18344_1_0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8" name="Google Shape;3558;g390e2b18344_1_0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9" name="Google Shape;3559;g390e2b18344_1_0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0" name="Google Shape;3560;g390e2b18344_1_0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#67286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1" name="Google Shape;3561;g390e2b18344_1_0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#67763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2" name="Google Shape;3562;g390e2b18344_1_0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#67775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3" name="Google Shape;3563;g390e2b18344_1_0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#67804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4" name="Google Shape;3564;g390e2b18344_1_0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#68130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5" name="Google Shape;3565;g390e2b18344_1_0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#68547</a:t>
            </a:r>
            <a:endParaRPr sz="1800" b="1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566" name="Google Shape;3566;g390e2b18344_1_0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67" name="Google Shape;3567;g390e2b18344_1_0"/>
          <p:cNvSpPr/>
          <p:nvPr/>
        </p:nvSpPr>
        <p:spPr>
          <a:xfrm>
            <a:off x="5930775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68" name="Google Shape;3568;g390e2b18344_1_0"/>
          <p:cNvSpPr/>
          <p:nvPr/>
        </p:nvSpPr>
        <p:spPr>
          <a:xfrm>
            <a:off x="6438900" y="703850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69" name="Google Shape;3569;g390e2b18344_1_0"/>
          <p:cNvSpPr/>
          <p:nvPr/>
        </p:nvSpPr>
        <p:spPr>
          <a:xfrm>
            <a:off x="6965000" y="7038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70" name="Google Shape;3570;g390e2b18344_1_0"/>
          <p:cNvSpPr/>
          <p:nvPr/>
        </p:nvSpPr>
        <p:spPr>
          <a:xfrm>
            <a:off x="6008350" y="24663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71" name="Google Shape;3571;g390e2b18344_1_0"/>
          <p:cNvSpPr/>
          <p:nvPr/>
        </p:nvSpPr>
        <p:spPr>
          <a:xfrm>
            <a:off x="6542200" y="24787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72" name="Google Shape;3572;g390e2b18344_1_0"/>
          <p:cNvSpPr/>
          <p:nvPr/>
        </p:nvSpPr>
        <p:spPr>
          <a:xfrm>
            <a:off x="7042575" y="24787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73" name="Google Shape;3573;g390e2b18344_1_0"/>
          <p:cNvSpPr/>
          <p:nvPr/>
        </p:nvSpPr>
        <p:spPr>
          <a:xfrm>
            <a:off x="6008350" y="4066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74" name="Google Shape;3574;g390e2b18344_1_0"/>
          <p:cNvSpPr/>
          <p:nvPr/>
        </p:nvSpPr>
        <p:spPr>
          <a:xfrm>
            <a:off x="6542200" y="4079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75" name="Google Shape;3575;g390e2b18344_1_0"/>
          <p:cNvSpPr/>
          <p:nvPr/>
        </p:nvSpPr>
        <p:spPr>
          <a:xfrm>
            <a:off x="7042575" y="4079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76" name="Google Shape;3576;g390e2b18344_1_0"/>
          <p:cNvSpPr/>
          <p:nvPr/>
        </p:nvSpPr>
        <p:spPr>
          <a:xfrm>
            <a:off x="6008350" y="566749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77" name="Google Shape;3577;g390e2b18344_1_0"/>
          <p:cNvSpPr/>
          <p:nvPr/>
        </p:nvSpPr>
        <p:spPr>
          <a:xfrm>
            <a:off x="6542200" y="567982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78" name="Google Shape;3578;g390e2b18344_1_0"/>
          <p:cNvSpPr/>
          <p:nvPr/>
        </p:nvSpPr>
        <p:spPr>
          <a:xfrm>
            <a:off x="7042575" y="567982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79" name="Google Shape;3579;g390e2b18344_1_0"/>
          <p:cNvSpPr/>
          <p:nvPr/>
        </p:nvSpPr>
        <p:spPr>
          <a:xfrm>
            <a:off x="6008350" y="7303723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80" name="Google Shape;3580;g390e2b18344_1_0"/>
          <p:cNvSpPr/>
          <p:nvPr/>
        </p:nvSpPr>
        <p:spPr>
          <a:xfrm>
            <a:off x="6542200" y="7316049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81" name="Google Shape;3581;g390e2b18344_1_0"/>
          <p:cNvSpPr/>
          <p:nvPr/>
        </p:nvSpPr>
        <p:spPr>
          <a:xfrm>
            <a:off x="7042575" y="7316050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82" name="Google Shape;3582;g390e2b18344_1_0"/>
          <p:cNvSpPr/>
          <p:nvPr/>
        </p:nvSpPr>
        <p:spPr>
          <a:xfrm>
            <a:off x="6008350" y="8939948"/>
            <a:ext cx="2086800" cy="1461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9"/>
              <a:t>US10: As an aspiring software engineer, I want to go through reviews I got from colleagues in milestone 2, so that I can check any faults or mistakes that I made.</a:t>
            </a:r>
            <a:endParaRPr sz="1159"/>
          </a:p>
        </p:txBody>
      </p:sp>
      <p:sp>
        <p:nvSpPr>
          <p:cNvPr id="3583" name="Google Shape;3583;g390e2b18344_1_0"/>
          <p:cNvSpPr/>
          <p:nvPr/>
        </p:nvSpPr>
        <p:spPr>
          <a:xfrm>
            <a:off x="6542200" y="8952274"/>
            <a:ext cx="20868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US11: As an aspiring software engineer, I want to research about, start  and or plan about Use cases based on current implementations, so that I may able to explain what they do with greater ease.</a:t>
            </a:r>
            <a:endParaRPr sz="1159"/>
          </a:p>
        </p:txBody>
      </p:sp>
      <p:sp>
        <p:nvSpPr>
          <p:cNvPr id="3584" name="Google Shape;3584;g390e2b18344_1_0"/>
          <p:cNvSpPr/>
          <p:nvPr/>
        </p:nvSpPr>
        <p:spPr>
          <a:xfrm>
            <a:off x="7042575" y="8952275"/>
            <a:ext cx="2323500" cy="16239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236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725" tIns="75725" rIns="75725" bIns="7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59"/>
              <a:t>US12: As an aspiring software engineer, I want to research about and start about sequence diagrams based on potential Use Cases, so that I may able to later on have an easier time making the Sequence Diagrams.</a:t>
            </a:r>
            <a:endParaRPr sz="1159"/>
          </a:p>
        </p:txBody>
      </p:sp>
      <p:sp>
        <p:nvSpPr>
          <p:cNvPr id="3585" name="Google Shape;3585;g390e2b18344_1_0"/>
          <p:cNvSpPr/>
          <p:nvPr/>
        </p:nvSpPr>
        <p:spPr>
          <a:xfrm>
            <a:off x="19005362" y="92651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br>
              <a:rPr lang="en-GB"/>
            </a:br>
            <a:r>
              <a:rPr lang="en-GB"/>
              <a:t>Review: 67804</a:t>
            </a:r>
            <a:endParaRPr/>
          </a:p>
        </p:txBody>
      </p:sp>
      <p:sp>
        <p:nvSpPr>
          <p:cNvPr id="3586" name="Google Shape;3586;g390e2b18344_1_0"/>
          <p:cNvSpPr/>
          <p:nvPr/>
        </p:nvSpPr>
        <p:spPr>
          <a:xfrm>
            <a:off x="19037962" y="76892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br>
              <a:rPr lang="en-GB"/>
            </a:br>
            <a:r>
              <a:rPr lang="en-GB"/>
              <a:t>Review: 67286</a:t>
            </a:r>
            <a:endParaRPr/>
          </a:p>
        </p:txBody>
      </p:sp>
      <p:sp>
        <p:nvSpPr>
          <p:cNvPr id="3587" name="Google Shape;3587;g390e2b18344_1_0"/>
          <p:cNvSpPr/>
          <p:nvPr/>
        </p:nvSpPr>
        <p:spPr>
          <a:xfrm>
            <a:off x="19057511" y="6113302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T30: Look into relevant code for implementing US4 (copy and its history)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588" name="Google Shape;3588;g390e2b18344_1_0"/>
          <p:cNvSpPr/>
          <p:nvPr/>
        </p:nvSpPr>
        <p:spPr>
          <a:xfrm>
            <a:off x="18999586" y="1099827"/>
            <a:ext cx="2519700" cy="1110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T29: Look into relevant code for implementing US3 (turret targeting)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</a:t>
            </a:r>
            <a:endParaRPr/>
          </a:p>
        </p:txBody>
      </p:sp>
      <p:sp>
        <p:nvSpPr>
          <p:cNvPr id="3589" name="Google Shape;3589;g390e2b18344_1_0"/>
          <p:cNvSpPr/>
          <p:nvPr/>
        </p:nvSpPr>
        <p:spPr>
          <a:xfrm>
            <a:off x="18013250" y="2367187"/>
            <a:ext cx="2519700" cy="1278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T24: Look into what a Use case diagram covering leakage added feature would look like.</a:t>
            </a:r>
            <a:br>
              <a:rPr lang="en-GB"/>
            </a:br>
            <a:r>
              <a:rPr lang="en-GB"/>
              <a:t>Review: 68130, 67804</a:t>
            </a:r>
            <a:endParaRPr/>
          </a:p>
        </p:txBody>
      </p:sp>
      <p:sp>
        <p:nvSpPr>
          <p:cNvPr id="3590" name="Google Shape;3590;g390e2b18344_1_0"/>
          <p:cNvSpPr/>
          <p:nvPr/>
        </p:nvSpPr>
        <p:spPr>
          <a:xfrm>
            <a:off x="18246225" y="2655587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T25.2: Go over my milestone 2 reviews and identify issues with my work that can be worked on. 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68547</a:t>
            </a:r>
            <a:endParaRPr/>
          </a:p>
        </p:txBody>
      </p:sp>
      <p:sp>
        <p:nvSpPr>
          <p:cNvPr id="3591" name="Google Shape;3591;g390e2b18344_1_0"/>
          <p:cNvSpPr/>
          <p:nvPr/>
        </p:nvSpPr>
        <p:spPr>
          <a:xfrm>
            <a:off x="18508536" y="2979665"/>
            <a:ext cx="2519700" cy="8175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T26: Identify areas of code relating to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592" name="Google Shape;3592;g390e2b18344_1_0"/>
          <p:cNvSpPr/>
          <p:nvPr/>
        </p:nvSpPr>
        <p:spPr>
          <a:xfrm>
            <a:off x="18846355" y="3180264"/>
            <a:ext cx="2736600" cy="10482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T28: work on implementing minimap identification of player team leaks.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68130, 67286</a:t>
            </a:r>
            <a:endParaRPr/>
          </a:p>
        </p:txBody>
      </p:sp>
      <p:sp>
        <p:nvSpPr>
          <p:cNvPr id="3593" name="Google Shape;3593;g390e2b18344_1_0"/>
          <p:cNvSpPr/>
          <p:nvPr/>
        </p:nvSpPr>
        <p:spPr>
          <a:xfrm>
            <a:off x="18196025" y="4162202"/>
            <a:ext cx="2519700" cy="1221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T23: Look into what a Use case diagram covering undo/redo added feature would look like.</a:t>
            </a:r>
            <a:br>
              <a:rPr lang="en-GB"/>
            </a:br>
            <a:r>
              <a:rPr lang="en-GB"/>
              <a:t>Review: 67763, 68547</a:t>
            </a:r>
            <a:endParaRPr/>
          </a:p>
        </p:txBody>
      </p:sp>
      <p:sp>
        <p:nvSpPr>
          <p:cNvPr id="3594" name="Google Shape;3594;g390e2b18344_1_0"/>
          <p:cNvSpPr/>
          <p:nvPr/>
        </p:nvSpPr>
        <p:spPr>
          <a:xfrm>
            <a:off x="18496088" y="4533975"/>
            <a:ext cx="2519700" cy="12783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T25.3: Go over my milestone 2 reviews and identify issues with my work that can be worked 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Review: 67804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5" name="Google Shape;3595;g390e2b18344_1_0"/>
          <p:cNvSpPr/>
          <p:nvPr/>
        </p:nvSpPr>
        <p:spPr>
          <a:xfrm>
            <a:off x="18880473" y="4939054"/>
            <a:ext cx="2519700" cy="888900"/>
          </a:xfrm>
          <a:prstGeom prst="roundRect">
            <a:avLst>
              <a:gd name="adj" fmla="val 16667"/>
            </a:avLst>
          </a:prstGeom>
          <a:solidFill>
            <a:srgbClr val="A2C4C9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T27: Work on implementing US1 (Undo / Redo).</a:t>
            </a:r>
            <a:br>
              <a:rPr lang="en-GB"/>
            </a:br>
            <a:r>
              <a:rPr lang="en-GB">
                <a:solidFill>
                  <a:schemeClr val="dk1"/>
                </a:solidFill>
              </a:rPr>
              <a:t>Review: 67763, 68130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14926</Words>
  <Application>Microsoft Office PowerPoint</Application>
  <PresentationFormat>Custom</PresentationFormat>
  <Paragraphs>697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Consolas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Dinis Neves</cp:lastModifiedBy>
  <cp:revision>2</cp:revision>
  <dcterms:modified xsi:type="dcterms:W3CDTF">2025-11-18T13:01:02Z</dcterms:modified>
</cp:coreProperties>
</file>