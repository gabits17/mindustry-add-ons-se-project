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7" roundtripDataSignature="AMtx7mgeutctxXW351RYQnF6zM3wPTmF+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customschemas.google.com/relationships/presentationmetadata" Target="metadata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460100" y="286685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