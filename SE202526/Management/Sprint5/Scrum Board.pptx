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10799750" cx="215995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  <p:ext uri="GoogleSlidesCustomDataVersion2">
      <go:slidesCustomData xmlns:go="http://customooxmlschemas.google.com/" r:id="rId61" roundtripDataSignature="AMtx7mhE1AJZq3TcotNwfQJrZskvfjxD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2" orient="horz"/>
        <p:guide pos="680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6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9d66a711aa_0_82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9d66a711aa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9d66a711aa_0_86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39d66a711aa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9dcbc36143_0_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g39dcbc361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9dcbc36143_0_48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g39dcbc3614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9dcbc36143_0_9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g39dcbc3614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9dcbc36143_0_13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g39dcbc3614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9dcbc36143_0_17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g39dcbc3614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9dcbc36143_0_21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g39dcbc3614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9dcbc36143_0_30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g39dcbc36143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9dc09b901a_1_0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g39dc09b90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9e21d174f9_1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g39e21d174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9f4a0cddd7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g39f4a0cdd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9f4a0cddd7_0_7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4" name="Google Shape;1174;g39f4a0cddd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9f4a0cddd7_0_15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g39f4a0cddd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9f4a0cddd7_0_79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6" name="Google Shape;1316;g39f4a0cddd7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9f4a0cddd7_0_86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7" name="Google Shape;1387;g39f4a0cddd7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9f4a0cddd7_0_93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g39f4a0cddd7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9f4a0cddd7_0_51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9" name="Google Shape;1529;g39f4a0cddd7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9f4a0cddd7_0_104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0" name="Google Shape;1600;g39f4a0cddd7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39f98e7237a_0_0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1" name="Google Shape;1671;g39f98e723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39f98e7237a_0_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7" name="Google Shape;1677;g39f98e723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39f98e7237a_0_4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5" name="Google Shape;1715;g39f98e7237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3a0c371d84b_0_8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5" name="Google Shape;1815;g3a0c371d84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3a0c371d84b_0_11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5" name="Google Shape;1915;g3a0c371d84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3a1716757fe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5" name="Google Shape;2015;g3a1716757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3a1716757fe_0_30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5" name="Google Shape;2115;g3a1716757fe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g3a1716757fe_0_40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5" name="Google Shape;2215;g3a1716757fe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3a1716757fe_0_50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5" name="Google Shape;2315;g3a1716757fe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g3a1716757fe_0_60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5" name="Google Shape;2415;g3a1716757fe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g3a27631f3e4_0_9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5" name="Google Shape;2515;g3a27631f3e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g3a27631f3e4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5" name="Google Shape;2615;g3a27631f3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3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g3700fe3197f_0_0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5" name="Google Shape;2715;g3700fe319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g3700fe3197f_0_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1" name="Google Shape;2721;g3700fe319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3700fe3197f_0_10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5" name="Google Shape;2755;g3700fe3197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g3a2d1a72bb1_0_25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9" name="Google Shape;2809;g3a2d1a72bb1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Google Shape;2862;g3a2d1a72bb1_0_303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3" name="Google Shape;2863;g3a2d1a72bb1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5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3a34e3416ec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7" name="Google Shape;2917;g3a34e3416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1" name="Shape 2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g3a3b8b61372_1_5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3" name="Google Shape;2973;g3a3b8b61372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1" name="Google Shape;81;p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" name="Google Shape;82;p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3" name="Google Shape;83;p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4" name="Google Shape;84;p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5" name="Google Shape;85;p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" name="Google Shape;86;p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"/>
          <p:cNvSpPr/>
          <p:nvPr/>
        </p:nvSpPr>
        <p:spPr>
          <a:xfrm>
            <a:off x="116604" y="68861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1945" y="223056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11945" y="52326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16545" y="372938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11759" y="61488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7224" y="761071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11943" y="8212726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97223" y="884169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11943" y="947065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1" name="Google Shape;101;p4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cxnSp>
        <p:nvCxnSpPr>
          <p:cNvPr id="102" name="Google Shape;102;p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4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9771161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cxnSp>
        <p:nvCxnSpPr>
          <p:cNvPr id="106" name="Google Shape;106;p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7" name="Google Shape;107;p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" name="Google Shape;108;p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9" name="Google Shape;109;p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4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0268744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4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1" name="Google Shape;151;p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2" name="Google Shape;152;p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3" name="Google Shape;153;p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" name="Google Shape;154;p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" name="Google Shape;155;p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6" name="Google Shape;156;p5"/>
          <p:cNvSpPr/>
          <p:nvPr/>
        </p:nvSpPr>
        <p:spPr>
          <a:xfrm>
            <a:off x="12341616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cxnSp>
        <p:nvCxnSpPr>
          <p:cNvPr id="157" name="Google Shape;157;p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5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9771161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1" name="Google Shape;201;p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2" name="Google Shape;202;p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" name="Google Shape;203;p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4" name="Google Shape;204;p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5" name="Google Shape;205;p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6" name="Google Shape;206;p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0" name="Google Shape;220;p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6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0" name="Google Shape;250;p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1" name="Google Shape;251;p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2" name="Google Shape;252;p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" name="Google Shape;253;p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4" name="Google Shape;254;p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9" name="Google Shape;269;p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7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12796359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Google Shape;298;p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" name="Google Shape;299;p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0" name="Google Shape;300;p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1" name="Google Shape;301;p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2" name="Google Shape;302;p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3" name="Google Shape;303;p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4" name="Google Shape;304;p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8" name="Google Shape;318;p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8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9256128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12369362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Google Shape;345;p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6" name="Google Shape;346;p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7" name="Google Shape;347;p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8" name="Google Shape;348;p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9" name="Google Shape;349;p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" name="Google Shape;350;p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1" name="Google Shape;351;p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5" name="Google Shape;365;p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9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9256128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0" name="Google Shape;390;p1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1" name="Google Shape;391;p1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2" name="Google Shape;392;p1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3" name="Google Shape;393;p1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4" name="Google Shape;394;p1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5" name="Google Shape;395;p1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6" name="Google Shape;396;p1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0" name="Google Shape;410;p1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0"/>
          <p:cNvSpPr/>
          <p:nvPr/>
        </p:nvSpPr>
        <p:spPr>
          <a:xfrm>
            <a:off x="12341614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15478083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(shown idea proposal)</a:t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12762195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game.&lt;&lt;&lt;&lt;&lt;</a:t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6637412" y="234642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4" name="Google Shape;434;p11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5" name="Google Shape;435;p11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6" name="Google Shape;436;p11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7" name="Google Shape;437;p11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8" name="Google Shape;438;p11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9" name="Google Shape;439;p11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0" name="Google Shape;440;p11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11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4" name="Google Shape;454;p11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" name="Google Shape;455;p11"/>
          <p:cNvSpPr/>
          <p:nvPr/>
        </p:nvSpPr>
        <p:spPr>
          <a:xfrm>
            <a:off x="12341614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12341430" y="77276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15423760" y="3935126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(Checking with prior users if a hotbar exists/would help)</a:t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15423759" y="886791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(Checking with prior users if a hotbar exists/would help)</a:t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8" name="Google Shape;478;p1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79" name="Google Shape;479;p1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0" name="Google Shape;480;p1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1" name="Google Shape;481;p1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2" name="Google Shape;482;p1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3" name="Google Shape;483;p1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4" name="Google Shape;484;p1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1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8" name="Google Shape;498;p1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12"/>
          <p:cNvSpPr/>
          <p:nvPr/>
        </p:nvSpPr>
        <p:spPr>
          <a:xfrm>
            <a:off x="15478083" y="24059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(Small functionality showcase)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15478083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(Small functionality showcase)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15478082" y="8904706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(Small functionality showcase)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1" name="Google Shape;521;p1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2" name="Google Shape;522;p1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3" name="Google Shape;523;p1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4" name="Google Shape;524;p1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5" name="Google Shape;525;p1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6" name="Google Shape;526;p1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7" name="Google Shape;527;p1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1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1" name="Google Shape;541;p1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3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6052621" y="238745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12369362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1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2" name="Google Shape;562;p1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" name="Google Shape;563;p1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" name="Google Shape;564;p1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5" name="Google Shape;565;p1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6" name="Google Shape;566;p1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7" name="Google Shape;567;p1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8" name="Google Shape;568;p1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81" name="Google Shape;581;p1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14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15478083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8" name="Google Shape;598;p1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99" name="Google Shape;599;p1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0" name="Google Shape;600;p1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1" name="Google Shape;601;p1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2" name="Google Shape;602;p1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3" name="Google Shape;603;p1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4" name="Google Shape;604;p1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1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3" name="Google Shape;613;p1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18" name="Google Shape;618;p1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15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9256129" y="55304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18668887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16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6"/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1" name="Google Shape;641;p1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1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55" name="Google Shape;655;p1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6" name="Google Shape;656;p1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7" name="Google Shape;657;p1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8" name="Google Shape;658;p1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9" name="Google Shape;659;p1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60" name="Google Shape;660;p1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61" name="Google Shape;661;p1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2" name="Google Shape;662;p17"/>
          <p:cNvSpPr/>
          <p:nvPr/>
        </p:nvSpPr>
        <p:spPr>
          <a:xfrm>
            <a:off x="112845" y="895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63" name="Google Shape;663;p17"/>
          <p:cNvSpPr/>
          <p:nvPr/>
        </p:nvSpPr>
        <p:spPr>
          <a:xfrm>
            <a:off x="113008" y="47510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64" name="Google Shape;664;p17"/>
          <p:cNvSpPr/>
          <p:nvPr/>
        </p:nvSpPr>
        <p:spPr>
          <a:xfrm>
            <a:off x="113011" y="526755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665" name="Google Shape;665;p17"/>
          <p:cNvSpPr/>
          <p:nvPr/>
        </p:nvSpPr>
        <p:spPr>
          <a:xfrm>
            <a:off x="112854" y="192716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112840" y="28844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667" name="Google Shape;667;p17"/>
          <p:cNvSpPr/>
          <p:nvPr/>
        </p:nvSpPr>
        <p:spPr>
          <a:xfrm>
            <a:off x="112862" y="355640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668" name="Google Shape;668;p17"/>
          <p:cNvSpPr/>
          <p:nvPr/>
        </p:nvSpPr>
        <p:spPr>
          <a:xfrm>
            <a:off x="113011" y="593540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669" name="Google Shape;669;p17"/>
          <p:cNvSpPr/>
          <p:nvPr/>
        </p:nvSpPr>
        <p:spPr>
          <a:xfrm>
            <a:off x="113011" y="706127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670" name="Google Shape;670;p17"/>
          <p:cNvSpPr/>
          <p:nvPr/>
        </p:nvSpPr>
        <p:spPr>
          <a:xfrm>
            <a:off x="112841" y="7637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671" name="Google Shape;671;p17"/>
          <p:cNvSpPr/>
          <p:nvPr/>
        </p:nvSpPr>
        <p:spPr>
          <a:xfrm>
            <a:off x="112990" y="852316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672" name="Google Shape;672;p17"/>
          <p:cNvSpPr/>
          <p:nvPr/>
        </p:nvSpPr>
        <p:spPr>
          <a:xfrm>
            <a:off x="112990" y="87745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673" name="Google Shape;673;p17"/>
          <p:cNvSpPr/>
          <p:nvPr/>
        </p:nvSpPr>
        <p:spPr>
          <a:xfrm>
            <a:off x="112990" y="90325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674" name="Google Shape;674;p17"/>
          <p:cNvSpPr/>
          <p:nvPr/>
        </p:nvSpPr>
        <p:spPr>
          <a:xfrm>
            <a:off x="112990" y="93714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9d66a711aa_0_824"/>
          <p:cNvSpPr/>
          <p:nvPr/>
        </p:nvSpPr>
        <p:spPr>
          <a:xfrm>
            <a:off x="9366086" y="404690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680" name="Google Shape;680;g39d66a711aa_0_824"/>
          <p:cNvSpPr/>
          <p:nvPr/>
        </p:nvSpPr>
        <p:spPr>
          <a:xfrm>
            <a:off x="93117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cxnSp>
        <p:nvCxnSpPr>
          <p:cNvPr id="681" name="Google Shape;681;g39d66a711aa_0_82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g39d66a711aa_0_82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g39d66a711aa_0_82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4" name="Google Shape;684;g39d66a711aa_0_82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5" name="Google Shape;685;g39d66a711aa_0_82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g39d66a711aa_0_82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7" name="Google Shape;687;g39d66a711aa_0_82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8" name="Google Shape;688;g39d66a711aa_0_82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9" name="Google Shape;689;g39d66a711aa_0_82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0" name="Google Shape;690;g39d66a711aa_0_82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1" name="Google Shape;691;g39d66a711aa_0_82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2" name="Google Shape;692;g39d66a711aa_0_82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3" name="Google Shape;693;g39d66a711aa_0_82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4" name="Google Shape;694;g39d66a711aa_0_82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5" name="Google Shape;695;g39d66a711aa_0_82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6" name="Google Shape;696;g39d66a711aa_0_82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7" name="Google Shape;697;g39d66a711aa_0_82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8" name="Google Shape;698;g39d66a711aa_0_82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9" name="Google Shape;699;g39d66a711aa_0_82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00" name="Google Shape;700;g39d66a711aa_0_82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01" name="Google Shape;701;g39d66a711aa_0_82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g39d66a711aa_0_824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g39d66a711aa_0_824"/>
          <p:cNvSpPr/>
          <p:nvPr/>
        </p:nvSpPr>
        <p:spPr>
          <a:xfrm>
            <a:off x="93116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704" name="Google Shape;704;g39d66a711aa_0_824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05" name="Google Shape;705;g39d66a711aa_0_824"/>
          <p:cNvSpPr/>
          <p:nvPr/>
        </p:nvSpPr>
        <p:spPr>
          <a:xfrm>
            <a:off x="9311783" y="8951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06" name="Google Shape;706;g39d66a711aa_0_824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707" name="Google Shape;707;g39d66a711aa_0_824"/>
          <p:cNvSpPr/>
          <p:nvPr/>
        </p:nvSpPr>
        <p:spPr>
          <a:xfrm>
            <a:off x="9776474" y="404691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708" name="Google Shape;708;g39d66a711aa_0_824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09" name="Google Shape;709;g39d66a711aa_0_824"/>
          <p:cNvSpPr/>
          <p:nvPr/>
        </p:nvSpPr>
        <p:spPr>
          <a:xfrm>
            <a:off x="97221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710" name="Google Shape;710;g39d66a711aa_0_824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11" name="Google Shape;711;g39d66a711aa_0_824"/>
          <p:cNvSpPr/>
          <p:nvPr/>
        </p:nvSpPr>
        <p:spPr>
          <a:xfrm>
            <a:off x="9311783" y="7261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12" name="Google Shape;712;g39d66a711aa_0_824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13" name="Google Shape;713;g39d66a711aa_0_824"/>
          <p:cNvSpPr/>
          <p:nvPr/>
        </p:nvSpPr>
        <p:spPr>
          <a:xfrm>
            <a:off x="9311783" y="89905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14" name="Google Shape;714;g39d66a711aa_0_824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15" name="Google Shape;715;g39d66a711aa_0_824"/>
          <p:cNvSpPr/>
          <p:nvPr/>
        </p:nvSpPr>
        <p:spPr>
          <a:xfrm>
            <a:off x="10169290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16" name="Google Shape;716;g39d66a711aa_0_824"/>
          <p:cNvSpPr/>
          <p:nvPr/>
        </p:nvSpPr>
        <p:spPr>
          <a:xfrm>
            <a:off x="10169311" y="248677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717" name="Google Shape;717;g39d66a711aa_0_824"/>
          <p:cNvSpPr/>
          <p:nvPr/>
        </p:nvSpPr>
        <p:spPr>
          <a:xfrm>
            <a:off x="10616690" y="405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2" name="Google Shape;722;g39d66a711aa_0_86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g39d66a711aa_0_86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4" name="Google Shape;724;g39d66a711aa_0_86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5" name="Google Shape;725;g39d66a711aa_0_86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6" name="Google Shape;726;g39d66a711aa_0_86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7" name="Google Shape;727;g39d66a711aa_0_86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8" name="Google Shape;728;g39d66a711aa_0_86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9" name="Google Shape;729;g39d66a711aa_0_86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0" name="Google Shape;730;g39d66a711aa_0_86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1" name="Google Shape;731;g39d66a711aa_0_86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2" name="Google Shape;732;g39d66a711aa_0_86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3" name="Google Shape;733;g39d66a711aa_0_86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4" name="Google Shape;734;g39d66a711aa_0_86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5" name="Google Shape;735;g39d66a711aa_0_86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6" name="Google Shape;736;g39d66a711aa_0_86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7" name="Google Shape;737;g39d66a711aa_0_86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8" name="Google Shape;738;g39d66a711aa_0_86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9" name="Google Shape;739;g39d66a711aa_0_86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0" name="Google Shape;740;g39d66a711aa_0_86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1" name="Google Shape;741;g39d66a711aa_0_86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2" name="Google Shape;742;g39d66a711aa_0_86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3" name="Google Shape;743;g39d66a711aa_0_864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4" name="Google Shape;744;g39d66a711aa_0_864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745" name="Google Shape;745;g39d66a711aa_0_864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46" name="Google Shape;746;g39d66a711aa_0_864"/>
          <p:cNvSpPr/>
          <p:nvPr/>
        </p:nvSpPr>
        <p:spPr>
          <a:xfrm>
            <a:off x="12341658" y="8320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47" name="Google Shape;747;g39d66a711aa_0_864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748" name="Google Shape;748;g39d66a711aa_0_864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49" name="Google Shape;749;g39d66a711aa_0_864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50" name="Google Shape;750;g39d66a711aa_0_864"/>
          <p:cNvSpPr/>
          <p:nvPr/>
        </p:nvSpPr>
        <p:spPr>
          <a:xfrm>
            <a:off x="12369383" y="7261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51" name="Google Shape;751;g39d66a711aa_0_864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52" name="Google Shape;752;g39d66a711aa_0_864"/>
          <p:cNvSpPr/>
          <p:nvPr/>
        </p:nvSpPr>
        <p:spPr>
          <a:xfrm>
            <a:off x="12369383" y="8900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53" name="Google Shape;753;g39d66a711aa_0_864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54" name="Google Shape;754;g39d66a711aa_0_864"/>
          <p:cNvSpPr/>
          <p:nvPr/>
        </p:nvSpPr>
        <p:spPr>
          <a:xfrm>
            <a:off x="12369386" y="236305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755" name="Google Shape;755;g39d66a711aa_0_864"/>
          <p:cNvSpPr/>
          <p:nvPr/>
        </p:nvSpPr>
        <p:spPr>
          <a:xfrm>
            <a:off x="8917799" y="4046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756" name="Google Shape;756;g39d66a711aa_0_864"/>
          <p:cNvSpPr/>
          <p:nvPr/>
        </p:nvSpPr>
        <p:spPr>
          <a:xfrm>
            <a:off x="9298415" y="404690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57" name="Google Shape;757;g39d66a711aa_0_864"/>
          <p:cNvSpPr/>
          <p:nvPr/>
        </p:nvSpPr>
        <p:spPr>
          <a:xfrm>
            <a:off x="9740536" y="404689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758" name="Google Shape;758;g39d66a711aa_0_864"/>
          <p:cNvSpPr/>
          <p:nvPr/>
        </p:nvSpPr>
        <p:spPr>
          <a:xfrm>
            <a:off x="12341640" y="40020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59" name="Google Shape;759;g39d66a711aa_0_864"/>
          <p:cNvSpPr/>
          <p:nvPr/>
        </p:nvSpPr>
        <p:spPr>
          <a:xfrm>
            <a:off x="9298428" y="234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60" name="Google Shape;760;g39d66a711aa_0_864"/>
          <p:cNvSpPr/>
          <p:nvPr/>
        </p:nvSpPr>
        <p:spPr>
          <a:xfrm>
            <a:off x="12883815" y="23630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5" name="Google Shape;765;g39dcbc36143_0_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6" name="Google Shape;766;g39dcbc36143_0_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7" name="Google Shape;767;g39dcbc36143_0_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8" name="Google Shape;768;g39dcbc36143_0_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9" name="Google Shape;769;g39dcbc36143_0_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0" name="Google Shape;770;g39dcbc36143_0_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1" name="Google Shape;771;g39dcbc36143_0_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2" name="Google Shape;772;g39dcbc36143_0_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3" name="Google Shape;773;g39dcbc36143_0_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4" name="Google Shape;774;g39dcbc36143_0_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5" name="Google Shape;775;g39dcbc36143_0_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6" name="Google Shape;776;g39dcbc36143_0_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7" name="Google Shape;777;g39dcbc36143_0_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8" name="Google Shape;778;g39dcbc36143_0_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79" name="Google Shape;779;g39dcbc36143_0_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0" name="Google Shape;780;g39dcbc36143_0_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1" name="Google Shape;781;g39dcbc36143_0_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2" name="Google Shape;782;g39dcbc36143_0_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3" name="Google Shape;783;g39dcbc36143_0_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4" name="Google Shape;784;g39dcbc36143_0_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5" name="Google Shape;785;g39dcbc36143_0_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g39dcbc36143_0_6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7" name="Google Shape;787;g39dcbc36143_0_6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788" name="Google Shape;788;g39dcbc36143_0_6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89" name="Google Shape;789;g39dcbc36143_0_6"/>
          <p:cNvSpPr/>
          <p:nvPr/>
        </p:nvSpPr>
        <p:spPr>
          <a:xfrm>
            <a:off x="12341658" y="8320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90" name="Google Shape;790;g39dcbc36143_0_6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791" name="Google Shape;791;g39dcbc36143_0_6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92" name="Google Shape;792;g39dcbc36143_0_6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93" name="Google Shape;793;g39dcbc36143_0_6"/>
          <p:cNvSpPr/>
          <p:nvPr/>
        </p:nvSpPr>
        <p:spPr>
          <a:xfrm>
            <a:off x="12369383" y="7261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94" name="Google Shape;794;g39dcbc36143_0_6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95" name="Google Shape;795;g39dcbc36143_0_6"/>
          <p:cNvSpPr/>
          <p:nvPr/>
        </p:nvSpPr>
        <p:spPr>
          <a:xfrm>
            <a:off x="12369383" y="8900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96" name="Google Shape;796;g39dcbc36143_0_6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97" name="Google Shape;797;g39dcbc36143_0_6"/>
          <p:cNvSpPr/>
          <p:nvPr/>
        </p:nvSpPr>
        <p:spPr>
          <a:xfrm>
            <a:off x="15532411" y="241702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798" name="Google Shape;798;g39dcbc36143_0_6"/>
          <p:cNvSpPr/>
          <p:nvPr/>
        </p:nvSpPr>
        <p:spPr>
          <a:xfrm>
            <a:off x="9002186" y="406267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799" name="Google Shape;799;g39dcbc36143_0_6"/>
          <p:cNvSpPr/>
          <p:nvPr/>
        </p:nvSpPr>
        <p:spPr>
          <a:xfrm>
            <a:off x="9566940" y="403113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00" name="Google Shape;800;g39dcbc36143_0_6"/>
          <p:cNvSpPr/>
          <p:nvPr/>
        </p:nvSpPr>
        <p:spPr>
          <a:xfrm>
            <a:off x="12341661" y="40020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801" name="Google Shape;801;g39dcbc36143_0_6"/>
          <p:cNvSpPr/>
          <p:nvPr/>
        </p:nvSpPr>
        <p:spPr>
          <a:xfrm>
            <a:off x="1555896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02" name="Google Shape;802;g39dcbc36143_0_6"/>
          <p:cNvSpPr/>
          <p:nvPr/>
        </p:nvSpPr>
        <p:spPr>
          <a:xfrm>
            <a:off x="92573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03" name="Google Shape;803;g39dcbc36143_0_6"/>
          <p:cNvSpPr/>
          <p:nvPr/>
        </p:nvSpPr>
        <p:spPr>
          <a:xfrm>
            <a:off x="12287240" y="241701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8" name="Google Shape;808;g39dcbc36143_0_4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9" name="Google Shape;809;g39dcbc36143_0_4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0" name="Google Shape;810;g39dcbc36143_0_4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1" name="Google Shape;811;g39dcbc36143_0_4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2" name="Google Shape;812;g39dcbc36143_0_4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3" name="Google Shape;813;g39dcbc36143_0_4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4" name="Google Shape;814;g39dcbc36143_0_4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5" name="Google Shape;815;g39dcbc36143_0_4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6" name="Google Shape;816;g39dcbc36143_0_4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7" name="Google Shape;817;g39dcbc36143_0_4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8" name="Google Shape;818;g39dcbc36143_0_4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9" name="Google Shape;819;g39dcbc36143_0_4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0" name="Google Shape;820;g39dcbc36143_0_4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1" name="Google Shape;821;g39dcbc36143_0_4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22" name="Google Shape;822;g39dcbc36143_0_4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3" name="Google Shape;823;g39dcbc36143_0_4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4" name="Google Shape;824;g39dcbc36143_0_4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5" name="Google Shape;825;g39dcbc36143_0_4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6" name="Google Shape;826;g39dcbc36143_0_4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7" name="Google Shape;827;g39dcbc36143_0_4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8" name="Google Shape;828;g39dcbc36143_0_4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9" name="Google Shape;829;g39dcbc36143_0_48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0" name="Google Shape;830;g39dcbc36143_0_48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831" name="Google Shape;831;g39dcbc36143_0_48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32" name="Google Shape;832;g39dcbc36143_0_48"/>
          <p:cNvSpPr/>
          <p:nvPr/>
        </p:nvSpPr>
        <p:spPr>
          <a:xfrm>
            <a:off x="15478108" y="7263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33" name="Google Shape;833;g39dcbc36143_0_48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834" name="Google Shape;834;g39dcbc36143_0_48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35" name="Google Shape;835;g39dcbc36143_0_48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36" name="Google Shape;836;g39dcbc36143_0_48"/>
          <p:cNvSpPr/>
          <p:nvPr/>
        </p:nvSpPr>
        <p:spPr>
          <a:xfrm>
            <a:off x="15478108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37" name="Google Shape;837;g39dcbc36143_0_48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38" name="Google Shape;838;g39dcbc36143_0_48"/>
          <p:cNvSpPr/>
          <p:nvPr/>
        </p:nvSpPr>
        <p:spPr>
          <a:xfrm>
            <a:off x="15478108" y="87746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39" name="Google Shape;839;g39dcbc36143_0_48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40" name="Google Shape;840;g39dcbc36143_0_48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841" name="Google Shape;841;g39dcbc36143_0_48"/>
          <p:cNvSpPr/>
          <p:nvPr/>
        </p:nvSpPr>
        <p:spPr>
          <a:xfrm>
            <a:off x="9311786" y="407844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842" name="Google Shape;842;g39dcbc36143_0_48"/>
          <p:cNvSpPr/>
          <p:nvPr/>
        </p:nvSpPr>
        <p:spPr>
          <a:xfrm>
            <a:off x="9676315" y="411560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43" name="Google Shape;843;g39dcbc36143_0_48"/>
          <p:cNvSpPr/>
          <p:nvPr/>
        </p:nvSpPr>
        <p:spPr>
          <a:xfrm>
            <a:off x="12341661" y="40020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844" name="Google Shape;844;g39dcbc36143_0_48"/>
          <p:cNvSpPr/>
          <p:nvPr/>
        </p:nvSpPr>
        <p:spPr>
          <a:xfrm>
            <a:off x="1874191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45" name="Google Shape;845;g39dcbc36143_0_48"/>
          <p:cNvSpPr/>
          <p:nvPr/>
        </p:nvSpPr>
        <p:spPr>
          <a:xfrm>
            <a:off x="9343728" y="234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46" name="Google Shape;846;g39dcbc36143_0_48"/>
          <p:cNvSpPr/>
          <p:nvPr/>
        </p:nvSpPr>
        <p:spPr>
          <a:xfrm>
            <a:off x="12459978" y="234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1" name="Google Shape;851;g39dcbc36143_0_9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g39dcbc36143_0_9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3" name="Google Shape;853;g39dcbc36143_0_9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4" name="Google Shape;854;g39dcbc36143_0_9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5" name="Google Shape;855;g39dcbc36143_0_9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6" name="Google Shape;856;g39dcbc36143_0_9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7" name="Google Shape;857;g39dcbc36143_0_9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8" name="Google Shape;858;g39dcbc36143_0_9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9" name="Google Shape;859;g39dcbc36143_0_9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0" name="Google Shape;860;g39dcbc36143_0_9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1" name="Google Shape;861;g39dcbc36143_0_9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2" name="Google Shape;862;g39dcbc36143_0_9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3" name="Google Shape;863;g39dcbc36143_0_9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4" name="Google Shape;864;g39dcbc36143_0_9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65" name="Google Shape;865;g39dcbc36143_0_9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6" name="Google Shape;866;g39dcbc36143_0_9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7" name="Google Shape;867;g39dcbc36143_0_9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8" name="Google Shape;868;g39dcbc36143_0_9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9" name="Google Shape;869;g39dcbc36143_0_9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70" name="Google Shape;870;g39dcbc36143_0_9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71" name="Google Shape;871;g39dcbc36143_0_9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2" name="Google Shape;872;g39dcbc36143_0_90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3" name="Google Shape;873;g39dcbc36143_0_90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874" name="Google Shape;874;g39dcbc36143_0_90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75" name="Google Shape;875;g39dcbc36143_0_90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76" name="Google Shape;876;g39dcbc36143_0_90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877" name="Google Shape;877;g39dcbc36143_0_90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78" name="Google Shape;878;g39dcbc36143_0_90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79" name="Google Shape;879;g39dcbc36143_0_90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80" name="Google Shape;880;g39dcbc36143_0_90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81" name="Google Shape;881;g39dcbc36143_0_90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82" name="Google Shape;882;g39dcbc36143_0_90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83" name="Google Shape;883;g39dcbc36143_0_90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884" name="Google Shape;884;g39dcbc36143_0_90"/>
          <p:cNvSpPr/>
          <p:nvPr/>
        </p:nvSpPr>
        <p:spPr>
          <a:xfrm>
            <a:off x="9311786" y="407844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885" name="Google Shape;885;g39dcbc36143_0_90"/>
          <p:cNvSpPr/>
          <p:nvPr/>
        </p:nvSpPr>
        <p:spPr>
          <a:xfrm>
            <a:off x="12341640" y="39583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86" name="Google Shape;886;g39dcbc36143_0_90"/>
          <p:cNvSpPr/>
          <p:nvPr/>
        </p:nvSpPr>
        <p:spPr>
          <a:xfrm>
            <a:off x="1874191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87" name="Google Shape;887;g39dcbc36143_0_90"/>
          <p:cNvSpPr/>
          <p:nvPr/>
        </p:nvSpPr>
        <p:spPr>
          <a:xfrm>
            <a:off x="15669911" y="39583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888" name="Google Shape;888;g39dcbc36143_0_90"/>
          <p:cNvSpPr/>
          <p:nvPr/>
        </p:nvSpPr>
        <p:spPr>
          <a:xfrm>
            <a:off x="12099715" y="20612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889" name="Google Shape;889;g39dcbc36143_0_90"/>
          <p:cNvSpPr/>
          <p:nvPr/>
        </p:nvSpPr>
        <p:spPr>
          <a:xfrm>
            <a:off x="12671015" y="20612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4" name="Google Shape;894;g39dcbc36143_0_13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5" name="Google Shape;895;g39dcbc36143_0_13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6" name="Google Shape;896;g39dcbc36143_0_13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7" name="Google Shape;897;g39dcbc36143_0_13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8" name="Google Shape;898;g39dcbc36143_0_13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9" name="Google Shape;899;g39dcbc36143_0_13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0" name="Google Shape;900;g39dcbc36143_0_13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1" name="Google Shape;901;g39dcbc36143_0_13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2" name="Google Shape;902;g39dcbc36143_0_13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3" name="Google Shape;903;g39dcbc36143_0_13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4" name="Google Shape;904;g39dcbc36143_0_13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5" name="Google Shape;905;g39dcbc36143_0_13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6" name="Google Shape;906;g39dcbc36143_0_13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g39dcbc36143_0_13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8" name="Google Shape;908;g39dcbc36143_0_13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09" name="Google Shape;909;g39dcbc36143_0_13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0" name="Google Shape;910;g39dcbc36143_0_13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1" name="Google Shape;911;g39dcbc36143_0_13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2" name="Google Shape;912;g39dcbc36143_0_13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3" name="Google Shape;913;g39dcbc36143_0_13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4" name="Google Shape;914;g39dcbc36143_0_13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5" name="Google Shape;915;g39dcbc36143_0_132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6" name="Google Shape;916;g39dcbc36143_0_132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917" name="Google Shape;917;g39dcbc36143_0_132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18" name="Google Shape;918;g39dcbc36143_0_132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19" name="Google Shape;919;g39dcbc36143_0_132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920" name="Google Shape;920;g39dcbc36143_0_132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21" name="Google Shape;921;g39dcbc36143_0_132"/>
          <p:cNvSpPr/>
          <p:nvPr/>
        </p:nvSpPr>
        <p:spPr>
          <a:xfrm>
            <a:off x="12369365" y="23630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922" name="Google Shape;922;g39dcbc36143_0_132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23" name="Google Shape;923;g39dcbc36143_0_132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24" name="Google Shape;924;g39dcbc36143_0_132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25" name="Google Shape;925;g39dcbc36143_0_132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26" name="Google Shape;926;g39dcbc36143_0_132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27" name="Google Shape;927;g39dcbc36143_0_132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928" name="Google Shape;928;g39dcbc36143_0_132"/>
          <p:cNvSpPr/>
          <p:nvPr/>
        </p:nvSpPr>
        <p:spPr>
          <a:xfrm>
            <a:off x="9311786" y="407844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929" name="Google Shape;929;g39dcbc36143_0_132"/>
          <p:cNvSpPr/>
          <p:nvPr/>
        </p:nvSpPr>
        <p:spPr>
          <a:xfrm>
            <a:off x="1874191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930" name="Google Shape;930;g39dcbc36143_0_132"/>
          <p:cNvSpPr/>
          <p:nvPr/>
        </p:nvSpPr>
        <p:spPr>
          <a:xfrm>
            <a:off x="18963511" y="404689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931" name="Google Shape;931;g39dcbc36143_0_132"/>
          <p:cNvSpPr/>
          <p:nvPr/>
        </p:nvSpPr>
        <p:spPr>
          <a:xfrm>
            <a:off x="15478090" y="2166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932" name="Google Shape;932;g39dcbc36143_0_132"/>
          <p:cNvSpPr/>
          <p:nvPr/>
        </p:nvSpPr>
        <p:spPr>
          <a:xfrm>
            <a:off x="15634215" y="404690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7" name="Google Shape;937;g39dcbc36143_0_17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8" name="Google Shape;938;g39dcbc36143_0_17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9" name="Google Shape;939;g39dcbc36143_0_17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0" name="Google Shape;940;g39dcbc36143_0_17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1" name="Google Shape;941;g39dcbc36143_0_17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2" name="Google Shape;942;g39dcbc36143_0_17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3" name="Google Shape;943;g39dcbc36143_0_17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4" name="Google Shape;944;g39dcbc36143_0_17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g39dcbc36143_0_17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6" name="Google Shape;946;g39dcbc36143_0_17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7" name="Google Shape;947;g39dcbc36143_0_17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8" name="Google Shape;948;g39dcbc36143_0_17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9" name="Google Shape;949;g39dcbc36143_0_17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0" name="Google Shape;950;g39dcbc36143_0_17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51" name="Google Shape;951;g39dcbc36143_0_17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2" name="Google Shape;952;g39dcbc36143_0_17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3" name="Google Shape;953;g39dcbc36143_0_17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4" name="Google Shape;954;g39dcbc36143_0_17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5" name="Google Shape;955;g39dcbc36143_0_17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6" name="Google Shape;956;g39dcbc36143_0_17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7" name="Google Shape;957;g39dcbc36143_0_17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8" name="Google Shape;958;g39dcbc36143_0_174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9" name="Google Shape;959;g39dcbc36143_0_174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960" name="Google Shape;960;g39dcbc36143_0_174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61" name="Google Shape;961;g39dcbc36143_0_174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62" name="Google Shape;962;g39dcbc36143_0_174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963" name="Google Shape;963;g39dcbc36143_0_174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64" name="Google Shape;964;g39dcbc36143_0_174"/>
          <p:cNvSpPr/>
          <p:nvPr/>
        </p:nvSpPr>
        <p:spPr>
          <a:xfrm>
            <a:off x="12341653" y="2242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965" name="Google Shape;965;g39dcbc36143_0_174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66" name="Google Shape;966;g39dcbc36143_0_174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67" name="Google Shape;967;g39dcbc36143_0_174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68" name="Google Shape;968;g39dcbc36143_0_174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69" name="Google Shape;969;g39dcbc36143_0_174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70" name="Google Shape;970;g39dcbc36143_0_174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971" name="Google Shape;971;g39dcbc36143_0_174"/>
          <p:cNvSpPr/>
          <p:nvPr/>
        </p:nvSpPr>
        <p:spPr>
          <a:xfrm>
            <a:off x="12369386" y="3932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972" name="Google Shape;972;g39dcbc36143_0_174"/>
          <p:cNvSpPr/>
          <p:nvPr/>
        </p:nvSpPr>
        <p:spPr>
          <a:xfrm>
            <a:off x="18741936" y="40784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7" name="Google Shape;977;g39dcbc36143_0_21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8" name="Google Shape;978;g39dcbc36143_0_21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9" name="Google Shape;979;g39dcbc36143_0_21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0" name="Google Shape;980;g39dcbc36143_0_21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1" name="Google Shape;981;g39dcbc36143_0_21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2" name="Google Shape;982;g39dcbc36143_0_21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3" name="Google Shape;983;g39dcbc36143_0_21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4" name="Google Shape;984;g39dcbc36143_0_21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5" name="Google Shape;985;g39dcbc36143_0_21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6" name="Google Shape;986;g39dcbc36143_0_21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7" name="Google Shape;987;g39dcbc36143_0_21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8" name="Google Shape;988;g39dcbc36143_0_21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g39dcbc36143_0_21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0" name="Google Shape;990;g39dcbc36143_0_21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91" name="Google Shape;991;g39dcbc36143_0_21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2" name="Google Shape;992;g39dcbc36143_0_21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3" name="Google Shape;993;g39dcbc36143_0_21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4" name="Google Shape;994;g39dcbc36143_0_21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5" name="Google Shape;995;g39dcbc36143_0_21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6" name="Google Shape;996;g39dcbc36143_0_21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7" name="Google Shape;997;g39dcbc36143_0_21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8" name="Google Shape;998;g39dcbc36143_0_219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9" name="Google Shape;999;g39dcbc36143_0_219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000" name="Google Shape;1000;g39dcbc36143_0_219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01" name="Google Shape;1001;g39dcbc36143_0_219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02" name="Google Shape;1002;g39dcbc36143_0_219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1003" name="Google Shape;1003;g39dcbc36143_0_219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04" name="Google Shape;1004;g39dcbc36143_0_219"/>
          <p:cNvSpPr/>
          <p:nvPr/>
        </p:nvSpPr>
        <p:spPr>
          <a:xfrm>
            <a:off x="12395940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1005" name="Google Shape;1005;g39dcbc36143_0_219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06" name="Google Shape;1006;g39dcbc36143_0_219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07" name="Google Shape;1007;g39dcbc36143_0_219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08" name="Google Shape;1008;g39dcbc36143_0_219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09" name="Google Shape;1009;g39dcbc36143_0_219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10" name="Google Shape;1010;g39dcbc36143_0_219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1011" name="Google Shape;1011;g39dcbc36143_0_219"/>
          <p:cNvSpPr/>
          <p:nvPr/>
        </p:nvSpPr>
        <p:spPr>
          <a:xfrm>
            <a:off x="15568949" y="3932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1012" name="Google Shape;1012;g39dcbc36143_0_219"/>
          <p:cNvSpPr/>
          <p:nvPr/>
        </p:nvSpPr>
        <p:spPr>
          <a:xfrm>
            <a:off x="18741936" y="40784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1013" name="Google Shape;1013;g39dcbc36143_0_219"/>
          <p:cNvSpPr/>
          <p:nvPr/>
        </p:nvSpPr>
        <p:spPr>
          <a:xfrm>
            <a:off x="189596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14" name="Google Shape;1014;g39dcbc36143_0_219"/>
          <p:cNvSpPr/>
          <p:nvPr/>
        </p:nvSpPr>
        <p:spPr>
          <a:xfrm>
            <a:off x="1890281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15" name="Google Shape;1015;g39dcbc36143_0_219"/>
          <p:cNvSpPr/>
          <p:nvPr/>
        </p:nvSpPr>
        <p:spPr>
          <a:xfrm>
            <a:off x="1913076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0" name="Google Shape;1020;g39dcbc36143_0_30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1" name="Google Shape;1021;g39dcbc36143_0_30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2" name="Google Shape;1022;g39dcbc36143_0_30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3" name="Google Shape;1023;g39dcbc36143_0_30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4" name="Google Shape;1024;g39dcbc36143_0_30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5" name="Google Shape;1025;g39dcbc36143_0_30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6" name="Google Shape;1026;g39dcbc36143_0_30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7" name="Google Shape;1027;g39dcbc36143_0_30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8" name="Google Shape;1028;g39dcbc36143_0_30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9" name="Google Shape;1029;g39dcbc36143_0_30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0" name="Google Shape;1030;g39dcbc36143_0_30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1" name="Google Shape;1031;g39dcbc36143_0_30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2" name="Google Shape;1032;g39dcbc36143_0_30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3" name="Google Shape;1033;g39dcbc36143_0_30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34" name="Google Shape;1034;g39dcbc36143_0_30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5" name="Google Shape;1035;g39dcbc36143_0_30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6" name="Google Shape;1036;g39dcbc36143_0_30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7" name="Google Shape;1037;g39dcbc36143_0_30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8" name="Google Shape;1038;g39dcbc36143_0_30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9" name="Google Shape;1039;g39dcbc36143_0_30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40" name="Google Shape;1040;g39dcbc36143_0_30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1" name="Google Shape;1041;g39dcbc36143_0_309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2" name="Google Shape;1042;g39dcbc36143_0_309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043" name="Google Shape;1043;g39dcbc36143_0_309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44" name="Google Shape;1044;g39dcbc36143_0_309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45" name="Google Shape;1045;g39dcbc36143_0_309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1046" name="Google Shape;1046;g39dcbc36143_0_309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47" name="Google Shape;1047;g39dcbc36143_0_309"/>
          <p:cNvSpPr/>
          <p:nvPr/>
        </p:nvSpPr>
        <p:spPr>
          <a:xfrm>
            <a:off x="12341640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1048" name="Google Shape;1048;g39dcbc36143_0_309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49" name="Google Shape;1049;g39dcbc36143_0_309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50" name="Google Shape;1050;g39dcbc36143_0_309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51" name="Google Shape;1051;g39dcbc36143_0_309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52" name="Google Shape;1052;g39dcbc36143_0_309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53" name="Google Shape;1053;g39dcbc36143_0_309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1054" name="Google Shape;1054;g39dcbc36143_0_309"/>
          <p:cNvSpPr/>
          <p:nvPr/>
        </p:nvSpPr>
        <p:spPr>
          <a:xfrm>
            <a:off x="18741936" y="40784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1055" name="Google Shape;1055;g39dcbc36143_0_309"/>
          <p:cNvSpPr/>
          <p:nvPr/>
        </p:nvSpPr>
        <p:spPr>
          <a:xfrm>
            <a:off x="189596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56" name="Google Shape;1056;g39dcbc36143_0_309"/>
          <p:cNvSpPr/>
          <p:nvPr/>
        </p:nvSpPr>
        <p:spPr>
          <a:xfrm>
            <a:off x="1890281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57" name="Google Shape;1057;g39dcbc36143_0_309"/>
          <p:cNvSpPr/>
          <p:nvPr/>
        </p:nvSpPr>
        <p:spPr>
          <a:xfrm>
            <a:off x="1913076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58" name="Google Shape;1058;g39dcbc36143_0_309"/>
          <p:cNvSpPr/>
          <p:nvPr/>
        </p:nvSpPr>
        <p:spPr>
          <a:xfrm>
            <a:off x="19372274" y="4046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Google Shape;1063;g39dc09b901a_1_0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g39dc09b901a_1_0"/>
          <p:cNvSpPr/>
          <p:nvPr/>
        </p:nvSpPr>
        <p:spPr>
          <a:xfrm>
            <a:off x="814250" y="3300663"/>
            <a:ext cx="19971499" cy="4203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9" name="Google Shape;1069;g39e21d174f9_1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0" name="Google Shape;1070;g39e21d174f9_1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1" name="Google Shape;1071;g39e21d174f9_1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2" name="Google Shape;1072;g39e21d174f9_1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3" name="Google Shape;1073;g39e21d174f9_1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4" name="Google Shape;1074;g39e21d174f9_1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5" name="Google Shape;1075;g39e21d174f9_1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6" name="Google Shape;1076;g39e21d174f9_1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g39e21d174f9_1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8" name="Google Shape;1078;g39e21d174f9_1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9" name="Google Shape;1079;g39e21d174f9_1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0" name="Google Shape;1080;g39e21d174f9_1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1" name="Google Shape;1081;g39e21d174f9_1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2" name="Google Shape;1082;g39e21d174f9_1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3" name="Google Shape;1083;g39e21d174f9_1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4" name="Google Shape;1084;g39e21d174f9_1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5" name="Google Shape;1085;g39e21d174f9_1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6" name="Google Shape;1086;g39e21d174f9_1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7" name="Google Shape;1087;g39e21d174f9_1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8" name="Google Shape;1088;g39e21d174f9_1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9" name="Google Shape;1089;g39e21d174f9_1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0" name="Google Shape;1090;g39e21d174f9_1_0"/>
          <p:cNvSpPr/>
          <p:nvPr/>
        </p:nvSpPr>
        <p:spPr>
          <a:xfrm>
            <a:off x="112854" y="273806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g39e21d174f9_1_0"/>
          <p:cNvSpPr/>
          <p:nvPr/>
        </p:nvSpPr>
        <p:spPr>
          <a:xfrm>
            <a:off x="112841" y="3201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092" name="Google Shape;1092;g39e21d174f9_1_0"/>
          <p:cNvSpPr/>
          <p:nvPr/>
        </p:nvSpPr>
        <p:spPr>
          <a:xfrm>
            <a:off x="112840" y="6318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93" name="Google Shape;1093;g39e21d174f9_1_0"/>
          <p:cNvSpPr/>
          <p:nvPr/>
        </p:nvSpPr>
        <p:spPr>
          <a:xfrm>
            <a:off x="112990" y="10270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094" name="Google Shape;1094;g39e21d174f9_1_0"/>
          <p:cNvSpPr/>
          <p:nvPr/>
        </p:nvSpPr>
        <p:spPr>
          <a:xfrm>
            <a:off x="112840" y="4666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095" name="Google Shape;1095;g39e21d174f9_1_0"/>
          <p:cNvSpPr/>
          <p:nvPr/>
        </p:nvSpPr>
        <p:spPr>
          <a:xfrm>
            <a:off x="113000" y="7206450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US7: </a:t>
            </a:r>
            <a:r>
              <a:rPr lang="en-GB"/>
              <a:t>As an aspiring software engineer, I want to review the code and look at some of the design patterns used throughout the code base, so that I may document them and further improve their modelling.</a:t>
            </a:r>
            <a:endParaRPr/>
          </a:p>
        </p:txBody>
      </p:sp>
      <p:sp>
        <p:nvSpPr>
          <p:cNvPr id="1096" name="Google Shape;1096;g39e21d174f9_1_0"/>
          <p:cNvSpPr/>
          <p:nvPr/>
        </p:nvSpPr>
        <p:spPr>
          <a:xfrm>
            <a:off x="112841" y="5204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T14: Revisit the read code, and find code smells.</a:t>
            </a:r>
            <a:endParaRPr/>
          </a:p>
        </p:txBody>
      </p:sp>
      <p:sp>
        <p:nvSpPr>
          <p:cNvPr id="1097" name="Google Shape;1097;g39e21d174f9_1_0"/>
          <p:cNvSpPr/>
          <p:nvPr/>
        </p:nvSpPr>
        <p:spPr>
          <a:xfrm>
            <a:off x="112841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found code smells, and brainstorm possible solutions.</a:t>
            </a:r>
            <a:endParaRPr/>
          </a:p>
        </p:txBody>
      </p:sp>
      <p:sp>
        <p:nvSpPr>
          <p:cNvPr id="1098" name="Google Shape;1098;g39e21d174f9_1_0"/>
          <p:cNvSpPr/>
          <p:nvPr/>
        </p:nvSpPr>
        <p:spPr>
          <a:xfrm>
            <a:off x="112841" y="7664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T16: Revisit the read code, and find design patterns.</a:t>
            </a:r>
            <a:endParaRPr/>
          </a:p>
        </p:txBody>
      </p:sp>
      <p:sp>
        <p:nvSpPr>
          <p:cNvPr id="1099" name="Google Shape;1099;g39e21d174f9_1_0"/>
          <p:cNvSpPr/>
          <p:nvPr/>
        </p:nvSpPr>
        <p:spPr>
          <a:xfrm>
            <a:off x="112841" y="8051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0" name="Google Shape;1100;g39e21d174f9_1_0"/>
          <p:cNvSpPr/>
          <p:nvPr/>
        </p:nvSpPr>
        <p:spPr>
          <a:xfrm>
            <a:off x="112841" y="8426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5" name="Google Shape;1105;g39f4a0cddd7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6" name="Google Shape;1106;g39f4a0cddd7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7" name="Google Shape;1107;g39f4a0cddd7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8" name="Google Shape;1108;g39f4a0cddd7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9" name="Google Shape;1109;g39f4a0cddd7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0" name="Google Shape;1110;g39f4a0cddd7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1" name="Google Shape;1111;g39f4a0cddd7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2" name="Google Shape;1112;g39f4a0cddd7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3" name="Google Shape;1113;g39f4a0cddd7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4" name="Google Shape;1114;g39f4a0cddd7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5" name="Google Shape;1115;g39f4a0cddd7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6" name="Google Shape;1116;g39f4a0cddd7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7" name="Google Shape;1117;g39f4a0cddd7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8" name="Google Shape;1118;g39f4a0cddd7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9" name="Google Shape;1119;g39f4a0cddd7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0" name="Google Shape;1120;g39f4a0cddd7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1" name="Google Shape;1121;g39f4a0cddd7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2" name="Google Shape;1122;g39f4a0cddd7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3" name="Google Shape;1123;g39f4a0cddd7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4" name="Google Shape;1124;g39f4a0cddd7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5" name="Google Shape;1125;g39f4a0cddd7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6" name="Google Shape;1126;g39f4a0cddd7_0_0"/>
          <p:cNvSpPr/>
          <p:nvPr/>
        </p:nvSpPr>
        <p:spPr>
          <a:xfrm>
            <a:off x="6172604" y="567818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7" name="Google Shape;1127;g39f4a0cddd7_0_0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128" name="Google Shape;1128;g39f4a0cddd7_0_0"/>
          <p:cNvSpPr/>
          <p:nvPr/>
        </p:nvSpPr>
        <p:spPr>
          <a:xfrm>
            <a:off x="6200014" y="40894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29" name="Google Shape;1129;g39f4a0cddd7_0_0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0" name="Google Shape;1130;g39f4a0cddd7_0_0"/>
          <p:cNvSpPr/>
          <p:nvPr/>
        </p:nvSpPr>
        <p:spPr>
          <a:xfrm>
            <a:off x="6644365" y="567819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1" name="Google Shape;1131;g39f4a0cddd7_0_0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2" name="Google Shape;1132;g39f4a0cddd7_0_0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3" name="Google Shape;1133;g39f4a0cddd7_0_0"/>
          <p:cNvSpPr/>
          <p:nvPr/>
        </p:nvSpPr>
        <p:spPr>
          <a:xfrm>
            <a:off x="6172589" y="88716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4" name="Google Shape;1134;g39f4a0cddd7_0_0"/>
          <p:cNvSpPr/>
          <p:nvPr/>
        </p:nvSpPr>
        <p:spPr>
          <a:xfrm>
            <a:off x="6792375" y="88716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5" name="Google Shape;1135;g39f4a0cddd7_0_0"/>
          <p:cNvSpPr/>
          <p:nvPr/>
        </p:nvSpPr>
        <p:spPr>
          <a:xfrm>
            <a:off x="6792375" y="724723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6" name="Google Shape;1136;g39f4a0cddd7_0_0"/>
          <p:cNvSpPr/>
          <p:nvPr/>
        </p:nvSpPr>
        <p:spPr>
          <a:xfrm>
            <a:off x="6874100" y="41136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7" name="Google Shape;1137;g39f4a0cddd7_0_0"/>
          <p:cNvSpPr/>
          <p:nvPr/>
        </p:nvSpPr>
        <p:spPr>
          <a:xfrm>
            <a:off x="7227075" y="570246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8" name="Google Shape;1138;g39f4a0cddd7_0_0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9" name="Google Shape;1139;g39f4a0cddd7_0_0"/>
          <p:cNvSpPr/>
          <p:nvPr/>
        </p:nvSpPr>
        <p:spPr>
          <a:xfrm>
            <a:off x="6644525" y="852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40" name="Google Shape;1140;g39f4a0cddd7_0_0"/>
          <p:cNvSpPr/>
          <p:nvPr/>
        </p:nvSpPr>
        <p:spPr>
          <a:xfrm>
            <a:off x="8862666" y="82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141" name="Google Shape;1141;g39f4a0cddd7_0_0"/>
          <p:cNvSpPr/>
          <p:nvPr/>
        </p:nvSpPr>
        <p:spPr>
          <a:xfrm>
            <a:off x="9311616" y="7871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142" name="Google Shape;1142;g39f4a0cddd7_0_0"/>
          <p:cNvSpPr/>
          <p:nvPr/>
        </p:nvSpPr>
        <p:spPr>
          <a:xfrm>
            <a:off x="9746316" y="809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143" name="Google Shape;1143;g39f4a0cddd7_0_0"/>
          <p:cNvSpPr/>
          <p:nvPr/>
        </p:nvSpPr>
        <p:spPr>
          <a:xfrm>
            <a:off x="10200466" y="8099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4" name="Google Shape;1144;g39f4a0cddd7_0_0"/>
          <p:cNvSpPr/>
          <p:nvPr/>
        </p:nvSpPr>
        <p:spPr>
          <a:xfrm>
            <a:off x="10681466" y="8099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5" name="Google Shape;1145;g39f4a0cddd7_0_0"/>
          <p:cNvSpPr/>
          <p:nvPr/>
        </p:nvSpPr>
        <p:spPr>
          <a:xfrm>
            <a:off x="8780554" y="24588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146" name="Google Shape;1146;g39f4a0cddd7_0_0"/>
          <p:cNvSpPr/>
          <p:nvPr/>
        </p:nvSpPr>
        <p:spPr>
          <a:xfrm>
            <a:off x="9229504" y="2417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147" name="Google Shape;1147;g39f4a0cddd7_0_0"/>
          <p:cNvSpPr/>
          <p:nvPr/>
        </p:nvSpPr>
        <p:spPr>
          <a:xfrm>
            <a:off x="9664204" y="2440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148" name="Google Shape;1148;g39f4a0cddd7_0_0"/>
          <p:cNvSpPr/>
          <p:nvPr/>
        </p:nvSpPr>
        <p:spPr>
          <a:xfrm>
            <a:off x="10118354" y="24404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9" name="Google Shape;1149;g39f4a0cddd7_0_0"/>
          <p:cNvSpPr/>
          <p:nvPr/>
        </p:nvSpPr>
        <p:spPr>
          <a:xfrm>
            <a:off x="10567579" y="2438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0" name="Google Shape;1150;g39f4a0cddd7_0_0"/>
          <p:cNvSpPr/>
          <p:nvPr/>
        </p:nvSpPr>
        <p:spPr>
          <a:xfrm>
            <a:off x="12369365" y="244965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151" name="Google Shape;1151;g39f4a0cddd7_0_0"/>
          <p:cNvSpPr/>
          <p:nvPr/>
        </p:nvSpPr>
        <p:spPr>
          <a:xfrm>
            <a:off x="8749466" y="4173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152" name="Google Shape;1152;g39f4a0cddd7_0_0"/>
          <p:cNvSpPr/>
          <p:nvPr/>
        </p:nvSpPr>
        <p:spPr>
          <a:xfrm>
            <a:off x="9198416" y="4132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153" name="Google Shape;1153;g39f4a0cddd7_0_0"/>
          <p:cNvSpPr/>
          <p:nvPr/>
        </p:nvSpPr>
        <p:spPr>
          <a:xfrm>
            <a:off x="9633116" y="41548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154" name="Google Shape;1154;g39f4a0cddd7_0_0"/>
          <p:cNvSpPr/>
          <p:nvPr/>
        </p:nvSpPr>
        <p:spPr>
          <a:xfrm>
            <a:off x="10087266" y="4154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5" name="Google Shape;1155;g39f4a0cddd7_0_0"/>
          <p:cNvSpPr/>
          <p:nvPr/>
        </p:nvSpPr>
        <p:spPr>
          <a:xfrm>
            <a:off x="10598666" y="417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6" name="Google Shape;1156;g39f4a0cddd7_0_0"/>
          <p:cNvSpPr/>
          <p:nvPr/>
        </p:nvSpPr>
        <p:spPr>
          <a:xfrm>
            <a:off x="8836916" y="5730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157" name="Google Shape;1157;g39f4a0cddd7_0_0"/>
          <p:cNvSpPr/>
          <p:nvPr/>
        </p:nvSpPr>
        <p:spPr>
          <a:xfrm>
            <a:off x="9285866" y="5689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.4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Document found code smells, and brainstorm possible solutions.</a:t>
            </a:r>
            <a:endParaRPr/>
          </a:p>
        </p:txBody>
      </p:sp>
      <p:sp>
        <p:nvSpPr>
          <p:cNvPr id="1158" name="Google Shape;1158;g39f4a0cddd7_0_0"/>
          <p:cNvSpPr/>
          <p:nvPr/>
        </p:nvSpPr>
        <p:spPr>
          <a:xfrm>
            <a:off x="9720566" y="5712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159" name="Google Shape;1159;g39f4a0cddd7_0_0"/>
          <p:cNvSpPr/>
          <p:nvPr/>
        </p:nvSpPr>
        <p:spPr>
          <a:xfrm>
            <a:off x="10174716" y="5712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0" name="Google Shape;1160;g39f4a0cddd7_0_0"/>
          <p:cNvSpPr/>
          <p:nvPr/>
        </p:nvSpPr>
        <p:spPr>
          <a:xfrm>
            <a:off x="10655716" y="5712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1" name="Google Shape;1161;g39f4a0cddd7_0_0"/>
          <p:cNvSpPr/>
          <p:nvPr/>
        </p:nvSpPr>
        <p:spPr>
          <a:xfrm>
            <a:off x="12369216" y="567058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162" name="Google Shape;1162;g39f4a0cddd7_0_0"/>
          <p:cNvSpPr/>
          <p:nvPr/>
        </p:nvSpPr>
        <p:spPr>
          <a:xfrm>
            <a:off x="8836916" y="7321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163" name="Google Shape;1163;g39f4a0cddd7_0_0"/>
          <p:cNvSpPr/>
          <p:nvPr/>
        </p:nvSpPr>
        <p:spPr>
          <a:xfrm>
            <a:off x="9285866" y="7280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164" name="Google Shape;1164;g39f4a0cddd7_0_0"/>
          <p:cNvSpPr/>
          <p:nvPr/>
        </p:nvSpPr>
        <p:spPr>
          <a:xfrm>
            <a:off x="9720566" y="730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165" name="Google Shape;1165;g39f4a0cddd7_0_0"/>
          <p:cNvSpPr/>
          <p:nvPr/>
        </p:nvSpPr>
        <p:spPr>
          <a:xfrm>
            <a:off x="10174716" y="7303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6" name="Google Shape;1166;g39f4a0cddd7_0_0"/>
          <p:cNvSpPr/>
          <p:nvPr/>
        </p:nvSpPr>
        <p:spPr>
          <a:xfrm>
            <a:off x="10655716" y="7303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7" name="Google Shape;1167;g39f4a0cddd7_0_0"/>
          <p:cNvSpPr/>
          <p:nvPr/>
        </p:nvSpPr>
        <p:spPr>
          <a:xfrm>
            <a:off x="8836916" y="8871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168" name="Google Shape;1168;g39f4a0cddd7_0_0"/>
          <p:cNvSpPr/>
          <p:nvPr/>
        </p:nvSpPr>
        <p:spPr>
          <a:xfrm>
            <a:off x="9285866" y="88305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169" name="Google Shape;1169;g39f4a0cddd7_0_0"/>
          <p:cNvSpPr/>
          <p:nvPr/>
        </p:nvSpPr>
        <p:spPr>
          <a:xfrm>
            <a:off x="9720566" y="88532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170" name="Google Shape;1170;g39f4a0cddd7_0_0"/>
          <p:cNvSpPr/>
          <p:nvPr/>
        </p:nvSpPr>
        <p:spPr>
          <a:xfrm>
            <a:off x="10174716" y="88532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1" name="Google Shape;1171;g39f4a0cddd7_0_0"/>
          <p:cNvSpPr/>
          <p:nvPr/>
        </p:nvSpPr>
        <p:spPr>
          <a:xfrm>
            <a:off x="10655716" y="88532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6" name="Google Shape;1176;g39f4a0cddd7_0_7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7" name="Google Shape;1177;g39f4a0cddd7_0_7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8" name="Google Shape;1178;g39f4a0cddd7_0_7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9" name="Google Shape;1179;g39f4a0cddd7_0_7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0" name="Google Shape;1180;g39f4a0cddd7_0_7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1" name="Google Shape;1181;g39f4a0cddd7_0_7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2" name="Google Shape;1182;g39f4a0cddd7_0_7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3" name="Google Shape;1183;g39f4a0cddd7_0_7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4" name="Google Shape;1184;g39f4a0cddd7_0_7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5" name="Google Shape;1185;g39f4a0cddd7_0_7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6" name="Google Shape;1186;g39f4a0cddd7_0_7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7" name="Google Shape;1187;g39f4a0cddd7_0_7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8" name="Google Shape;1188;g39f4a0cddd7_0_7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9" name="Google Shape;1189;g39f4a0cddd7_0_7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90" name="Google Shape;1190;g39f4a0cddd7_0_7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1" name="Google Shape;1191;g39f4a0cddd7_0_7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2" name="Google Shape;1192;g39f4a0cddd7_0_7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3" name="Google Shape;1193;g39f4a0cddd7_0_7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4" name="Google Shape;1194;g39f4a0cddd7_0_7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5" name="Google Shape;1195;g39f4a0cddd7_0_7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6" name="Google Shape;1196;g39f4a0cddd7_0_7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7" name="Google Shape;1197;g39f4a0cddd7_0_74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8" name="Google Shape;1198;g39f4a0cddd7_0_74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199" name="Google Shape;1199;g39f4a0cddd7_0_74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0" name="Google Shape;1200;g39f4a0cddd7_0_74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1" name="Google Shape;1201;g39f4a0cddd7_0_74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2" name="Google Shape;1202;g39f4a0cddd7_0_74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3" name="Google Shape;1203;g39f4a0cddd7_0_74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4" name="Google Shape;1204;g39f4a0cddd7_0_74"/>
          <p:cNvSpPr/>
          <p:nvPr/>
        </p:nvSpPr>
        <p:spPr>
          <a:xfrm>
            <a:off x="6792375" y="724723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5" name="Google Shape;1205;g39f4a0cddd7_0_74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6" name="Google Shape;1206;g39f4a0cddd7_0_74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7" name="Google Shape;1207;g39f4a0cddd7_0_74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8" name="Google Shape;1208;g39f4a0cddd7_0_74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9" name="Google Shape;1209;g39f4a0cddd7_0_74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210" name="Google Shape;1210;g39f4a0cddd7_0_74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11" name="Google Shape;1211;g39f4a0cddd7_0_74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12" name="Google Shape;1212;g39f4a0cddd7_0_74"/>
          <p:cNvSpPr/>
          <p:nvPr/>
        </p:nvSpPr>
        <p:spPr>
          <a:xfrm>
            <a:off x="8537141" y="8077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213" name="Google Shape;1213;g39f4a0cddd7_0_74"/>
          <p:cNvSpPr/>
          <p:nvPr/>
        </p:nvSpPr>
        <p:spPr>
          <a:xfrm>
            <a:off x="8986091" y="766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214" name="Google Shape;1214;g39f4a0cddd7_0_74"/>
          <p:cNvSpPr/>
          <p:nvPr/>
        </p:nvSpPr>
        <p:spPr>
          <a:xfrm>
            <a:off x="9420791" y="7893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215" name="Google Shape;1215;g39f4a0cddd7_0_74"/>
          <p:cNvSpPr/>
          <p:nvPr/>
        </p:nvSpPr>
        <p:spPr>
          <a:xfrm>
            <a:off x="9874941" y="789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6" name="Google Shape;1216;g39f4a0cddd7_0_74"/>
          <p:cNvSpPr/>
          <p:nvPr/>
        </p:nvSpPr>
        <p:spPr>
          <a:xfrm>
            <a:off x="10355941" y="789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7" name="Google Shape;1217;g39f4a0cddd7_0_74"/>
          <p:cNvSpPr/>
          <p:nvPr/>
        </p:nvSpPr>
        <p:spPr>
          <a:xfrm>
            <a:off x="8527291" y="2418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218" name="Google Shape;1218;g39f4a0cddd7_0_74"/>
          <p:cNvSpPr/>
          <p:nvPr/>
        </p:nvSpPr>
        <p:spPr>
          <a:xfrm>
            <a:off x="8976241" y="2377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219" name="Google Shape;1219;g39f4a0cddd7_0_74"/>
          <p:cNvSpPr/>
          <p:nvPr/>
        </p:nvSpPr>
        <p:spPr>
          <a:xfrm>
            <a:off x="9410941" y="239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220" name="Google Shape;1220;g39f4a0cddd7_0_74"/>
          <p:cNvSpPr/>
          <p:nvPr/>
        </p:nvSpPr>
        <p:spPr>
          <a:xfrm>
            <a:off x="9865091" y="2399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1" name="Google Shape;1221;g39f4a0cddd7_0_74"/>
          <p:cNvSpPr/>
          <p:nvPr/>
        </p:nvSpPr>
        <p:spPr>
          <a:xfrm>
            <a:off x="10314316" y="2397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2" name="Google Shape;1222;g39f4a0cddd7_0_74"/>
          <p:cNvSpPr/>
          <p:nvPr/>
        </p:nvSpPr>
        <p:spPr>
          <a:xfrm>
            <a:off x="12410841" y="4083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223" name="Google Shape;1223;g39f4a0cddd7_0_74"/>
          <p:cNvSpPr/>
          <p:nvPr/>
        </p:nvSpPr>
        <p:spPr>
          <a:xfrm>
            <a:off x="12859791" y="40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224" name="Google Shape;1224;g39f4a0cddd7_0_74"/>
          <p:cNvSpPr/>
          <p:nvPr/>
        </p:nvSpPr>
        <p:spPr>
          <a:xfrm>
            <a:off x="8537141" y="39734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225" name="Google Shape;1225;g39f4a0cddd7_0_74"/>
          <p:cNvSpPr/>
          <p:nvPr/>
        </p:nvSpPr>
        <p:spPr>
          <a:xfrm>
            <a:off x="8991291" y="397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6" name="Google Shape;1226;g39f4a0cddd7_0_74"/>
          <p:cNvSpPr/>
          <p:nvPr/>
        </p:nvSpPr>
        <p:spPr>
          <a:xfrm>
            <a:off x="9502691" y="39918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7" name="Google Shape;1227;g39f4a0cddd7_0_74"/>
          <p:cNvSpPr/>
          <p:nvPr/>
        </p:nvSpPr>
        <p:spPr>
          <a:xfrm>
            <a:off x="8593291" y="56066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228" name="Google Shape;1228;g39f4a0cddd7_0_74"/>
          <p:cNvSpPr/>
          <p:nvPr/>
        </p:nvSpPr>
        <p:spPr>
          <a:xfrm>
            <a:off x="9042241" y="5565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229" name="Google Shape;1229;g39f4a0cddd7_0_74"/>
          <p:cNvSpPr/>
          <p:nvPr/>
        </p:nvSpPr>
        <p:spPr>
          <a:xfrm>
            <a:off x="9476941" y="5588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230" name="Google Shape;1230;g39f4a0cddd7_0_74"/>
          <p:cNvSpPr/>
          <p:nvPr/>
        </p:nvSpPr>
        <p:spPr>
          <a:xfrm>
            <a:off x="9931091" y="5588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1" name="Google Shape;1231;g39f4a0cddd7_0_74"/>
          <p:cNvSpPr/>
          <p:nvPr/>
        </p:nvSpPr>
        <p:spPr>
          <a:xfrm>
            <a:off x="10412091" y="5588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2" name="Google Shape;1232;g39f4a0cddd7_0_74"/>
          <p:cNvSpPr/>
          <p:nvPr/>
        </p:nvSpPr>
        <p:spPr>
          <a:xfrm>
            <a:off x="8593291" y="7230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233" name="Google Shape;1233;g39f4a0cddd7_0_74"/>
          <p:cNvSpPr/>
          <p:nvPr/>
        </p:nvSpPr>
        <p:spPr>
          <a:xfrm>
            <a:off x="9042241" y="7189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234" name="Google Shape;1234;g39f4a0cddd7_0_74"/>
          <p:cNvSpPr/>
          <p:nvPr/>
        </p:nvSpPr>
        <p:spPr>
          <a:xfrm>
            <a:off x="9476941" y="72120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235" name="Google Shape;1235;g39f4a0cddd7_0_74"/>
          <p:cNvSpPr/>
          <p:nvPr/>
        </p:nvSpPr>
        <p:spPr>
          <a:xfrm>
            <a:off x="9931091" y="7212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6" name="Google Shape;1236;g39f4a0cddd7_0_74"/>
          <p:cNvSpPr/>
          <p:nvPr/>
        </p:nvSpPr>
        <p:spPr>
          <a:xfrm>
            <a:off x="10412091" y="7212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7" name="Google Shape;1237;g39f4a0cddd7_0_74"/>
          <p:cNvSpPr/>
          <p:nvPr/>
        </p:nvSpPr>
        <p:spPr>
          <a:xfrm>
            <a:off x="8630516" y="88726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238" name="Google Shape;1238;g39f4a0cddd7_0_74"/>
          <p:cNvSpPr/>
          <p:nvPr/>
        </p:nvSpPr>
        <p:spPr>
          <a:xfrm>
            <a:off x="9079466" y="8831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239" name="Google Shape;1239;g39f4a0cddd7_0_74"/>
          <p:cNvSpPr/>
          <p:nvPr/>
        </p:nvSpPr>
        <p:spPr>
          <a:xfrm>
            <a:off x="9514166" y="885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240" name="Google Shape;1240;g39f4a0cddd7_0_74"/>
          <p:cNvSpPr/>
          <p:nvPr/>
        </p:nvSpPr>
        <p:spPr>
          <a:xfrm>
            <a:off x="9968316" y="8854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1" name="Google Shape;1241;g39f4a0cddd7_0_74"/>
          <p:cNvSpPr/>
          <p:nvPr/>
        </p:nvSpPr>
        <p:spPr>
          <a:xfrm>
            <a:off x="10449316" y="8854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2" name="Google Shape;1242;g39f4a0cddd7_0_74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7" name="Google Shape;1247;g39f4a0cddd7_0_15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8" name="Google Shape;1248;g39f4a0cddd7_0_15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9" name="Google Shape;1249;g39f4a0cddd7_0_15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0" name="Google Shape;1250;g39f4a0cddd7_0_15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1" name="Google Shape;1251;g39f4a0cddd7_0_15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2" name="Google Shape;1252;g39f4a0cddd7_0_15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3" name="Google Shape;1253;g39f4a0cddd7_0_15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4" name="Google Shape;1254;g39f4a0cddd7_0_15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5" name="Google Shape;1255;g39f4a0cddd7_0_15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6" name="Google Shape;1256;g39f4a0cddd7_0_15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7" name="Google Shape;1257;g39f4a0cddd7_0_15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8" name="Google Shape;1258;g39f4a0cddd7_0_15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9" name="Google Shape;1259;g39f4a0cddd7_0_15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0" name="Google Shape;1260;g39f4a0cddd7_0_15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61" name="Google Shape;1261;g39f4a0cddd7_0_15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2" name="Google Shape;1262;g39f4a0cddd7_0_15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3" name="Google Shape;1263;g39f4a0cddd7_0_15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4" name="Google Shape;1264;g39f4a0cddd7_0_15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5" name="Google Shape;1265;g39f4a0cddd7_0_15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6" name="Google Shape;1266;g39f4a0cddd7_0_15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7" name="Google Shape;1267;g39f4a0cddd7_0_15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8" name="Google Shape;1268;g39f4a0cddd7_0_159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9" name="Google Shape;1269;g39f4a0cddd7_0_159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270" name="Google Shape;1270;g39f4a0cddd7_0_159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1" name="Google Shape;1271;g39f4a0cddd7_0_159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2" name="Google Shape;1272;g39f4a0cddd7_0_159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3" name="Google Shape;1273;g39f4a0cddd7_0_159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4" name="Google Shape;1274;g39f4a0cddd7_0_159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5" name="Google Shape;1275;g39f4a0cddd7_0_159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6" name="Google Shape;1276;g39f4a0cddd7_0_159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7" name="Google Shape;1277;g39f4a0cddd7_0_159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8" name="Google Shape;1278;g39f4a0cddd7_0_159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9" name="Google Shape;1279;g39f4a0cddd7_0_159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80" name="Google Shape;1280;g39f4a0cddd7_0_159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281" name="Google Shape;1281;g39f4a0cddd7_0_159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282" name="Google Shape;1282;g39f4a0cddd7_0_159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83" name="Google Shape;1283;g39f4a0cddd7_0_159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84" name="Google Shape;1284;g39f4a0cddd7_0_159"/>
          <p:cNvSpPr/>
          <p:nvPr/>
        </p:nvSpPr>
        <p:spPr>
          <a:xfrm>
            <a:off x="12150829" y="956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285" name="Google Shape;1285;g39f4a0cddd7_0_159"/>
          <p:cNvSpPr/>
          <p:nvPr/>
        </p:nvSpPr>
        <p:spPr>
          <a:xfrm>
            <a:off x="8692291" y="9133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286" name="Google Shape;1286;g39f4a0cddd7_0_159"/>
          <p:cNvSpPr/>
          <p:nvPr/>
        </p:nvSpPr>
        <p:spPr>
          <a:xfrm>
            <a:off x="12638554" y="9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287" name="Google Shape;1287;g39f4a0cddd7_0_159"/>
          <p:cNvSpPr/>
          <p:nvPr/>
        </p:nvSpPr>
        <p:spPr>
          <a:xfrm>
            <a:off x="13086854" y="946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8" name="Google Shape;1288;g39f4a0cddd7_0_159"/>
          <p:cNvSpPr/>
          <p:nvPr/>
        </p:nvSpPr>
        <p:spPr>
          <a:xfrm>
            <a:off x="9624441" y="8909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9" name="Google Shape;1289;g39f4a0cddd7_0_159"/>
          <p:cNvSpPr/>
          <p:nvPr/>
        </p:nvSpPr>
        <p:spPr>
          <a:xfrm>
            <a:off x="8646391" y="2480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290" name="Google Shape;1290;g39f4a0cddd7_0_159"/>
          <p:cNvSpPr/>
          <p:nvPr/>
        </p:nvSpPr>
        <p:spPr>
          <a:xfrm>
            <a:off x="9095341" y="2439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291" name="Google Shape;1291;g39f4a0cddd7_0_159"/>
          <p:cNvSpPr/>
          <p:nvPr/>
        </p:nvSpPr>
        <p:spPr>
          <a:xfrm>
            <a:off x="9530041" y="246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292" name="Google Shape;1292;g39f4a0cddd7_0_159"/>
          <p:cNvSpPr/>
          <p:nvPr/>
        </p:nvSpPr>
        <p:spPr>
          <a:xfrm>
            <a:off x="9984191" y="2461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3" name="Google Shape;1293;g39f4a0cddd7_0_159"/>
          <p:cNvSpPr/>
          <p:nvPr/>
        </p:nvSpPr>
        <p:spPr>
          <a:xfrm>
            <a:off x="10433416" y="245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4" name="Google Shape;1294;g39f4a0cddd7_0_159"/>
          <p:cNvSpPr/>
          <p:nvPr/>
        </p:nvSpPr>
        <p:spPr>
          <a:xfrm>
            <a:off x="12148654" y="4045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295" name="Google Shape;1295;g39f4a0cddd7_0_159"/>
          <p:cNvSpPr/>
          <p:nvPr/>
        </p:nvSpPr>
        <p:spPr>
          <a:xfrm>
            <a:off x="8801504" y="401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296" name="Google Shape;1296;g39f4a0cddd7_0_159"/>
          <p:cNvSpPr/>
          <p:nvPr/>
        </p:nvSpPr>
        <p:spPr>
          <a:xfrm>
            <a:off x="12631429" y="4063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297" name="Google Shape;1297;g39f4a0cddd7_0_159"/>
          <p:cNvSpPr/>
          <p:nvPr/>
        </p:nvSpPr>
        <p:spPr>
          <a:xfrm>
            <a:off x="9310348" y="4037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8" name="Google Shape;1298;g39f4a0cddd7_0_159"/>
          <p:cNvSpPr/>
          <p:nvPr/>
        </p:nvSpPr>
        <p:spPr>
          <a:xfrm>
            <a:off x="9821748" y="4055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9" name="Google Shape;1299;g39f4a0cddd7_0_159"/>
          <p:cNvSpPr/>
          <p:nvPr/>
        </p:nvSpPr>
        <p:spPr>
          <a:xfrm>
            <a:off x="8465791" y="5627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300" name="Google Shape;1300;g39f4a0cddd7_0_159"/>
          <p:cNvSpPr/>
          <p:nvPr/>
        </p:nvSpPr>
        <p:spPr>
          <a:xfrm>
            <a:off x="8914741" y="5586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301" name="Google Shape;1301;g39f4a0cddd7_0_159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302" name="Google Shape;1302;g39f4a0cddd7_0_159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3" name="Google Shape;1303;g39f4a0cddd7_0_159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4" name="Google Shape;1304;g39f4a0cddd7_0_159"/>
          <p:cNvSpPr/>
          <p:nvPr/>
        </p:nvSpPr>
        <p:spPr>
          <a:xfrm>
            <a:off x="8715041" y="7240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305" name="Google Shape;1305;g39f4a0cddd7_0_159"/>
          <p:cNvSpPr/>
          <p:nvPr/>
        </p:nvSpPr>
        <p:spPr>
          <a:xfrm>
            <a:off x="9163991" y="7199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306" name="Google Shape;1306;g39f4a0cddd7_0_159"/>
          <p:cNvSpPr/>
          <p:nvPr/>
        </p:nvSpPr>
        <p:spPr>
          <a:xfrm>
            <a:off x="9598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307" name="Google Shape;1307;g39f4a0cddd7_0_159"/>
          <p:cNvSpPr/>
          <p:nvPr/>
        </p:nvSpPr>
        <p:spPr>
          <a:xfrm>
            <a:off x="10052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8" name="Google Shape;1308;g39f4a0cddd7_0_159"/>
          <p:cNvSpPr/>
          <p:nvPr/>
        </p:nvSpPr>
        <p:spPr>
          <a:xfrm>
            <a:off x="10533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9" name="Google Shape;1309;g39f4a0cddd7_0_159"/>
          <p:cNvSpPr/>
          <p:nvPr/>
        </p:nvSpPr>
        <p:spPr>
          <a:xfrm>
            <a:off x="12119766" y="881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310" name="Google Shape;1310;g39f4a0cddd7_0_159"/>
          <p:cNvSpPr/>
          <p:nvPr/>
        </p:nvSpPr>
        <p:spPr>
          <a:xfrm>
            <a:off x="8780916" y="8818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311" name="Google Shape;1311;g39f4a0cddd7_0_159"/>
          <p:cNvSpPr/>
          <p:nvPr/>
        </p:nvSpPr>
        <p:spPr>
          <a:xfrm>
            <a:off x="12679566" y="88358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312" name="Google Shape;1312;g39f4a0cddd7_0_159"/>
          <p:cNvSpPr/>
          <p:nvPr/>
        </p:nvSpPr>
        <p:spPr>
          <a:xfrm>
            <a:off x="13133716" y="8835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3" name="Google Shape;1313;g39f4a0cddd7_0_159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8" name="Google Shape;1318;g39f4a0cddd7_0_79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9" name="Google Shape;1319;g39f4a0cddd7_0_79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0" name="Google Shape;1320;g39f4a0cddd7_0_79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1" name="Google Shape;1321;g39f4a0cddd7_0_79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2" name="Google Shape;1322;g39f4a0cddd7_0_79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3" name="Google Shape;1323;g39f4a0cddd7_0_79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4" name="Google Shape;1324;g39f4a0cddd7_0_79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5" name="Google Shape;1325;g39f4a0cddd7_0_79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6" name="Google Shape;1326;g39f4a0cddd7_0_79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7" name="Google Shape;1327;g39f4a0cddd7_0_79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8" name="Google Shape;1328;g39f4a0cddd7_0_79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9" name="Google Shape;1329;g39f4a0cddd7_0_79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0" name="Google Shape;1330;g39f4a0cddd7_0_79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1" name="Google Shape;1331;g39f4a0cddd7_0_79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32" name="Google Shape;1332;g39f4a0cddd7_0_79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3" name="Google Shape;1333;g39f4a0cddd7_0_79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4" name="Google Shape;1334;g39f4a0cddd7_0_79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5" name="Google Shape;1335;g39f4a0cddd7_0_79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6" name="Google Shape;1336;g39f4a0cddd7_0_79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7" name="Google Shape;1337;g39f4a0cddd7_0_79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8" name="Google Shape;1338;g39f4a0cddd7_0_79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9" name="Google Shape;1339;g39f4a0cddd7_0_795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0" name="Google Shape;1340;g39f4a0cddd7_0_795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341" name="Google Shape;1341;g39f4a0cddd7_0_795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2" name="Google Shape;1342;g39f4a0cddd7_0_795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3" name="Google Shape;1343;g39f4a0cddd7_0_795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4" name="Google Shape;1344;g39f4a0cddd7_0_795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5" name="Google Shape;1345;g39f4a0cddd7_0_795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6" name="Google Shape;1346;g39f4a0cddd7_0_795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47" name="Google Shape;1347;g39f4a0cddd7_0_795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48" name="Google Shape;1348;g39f4a0cddd7_0_795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49" name="Google Shape;1349;g39f4a0cddd7_0_795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50" name="Google Shape;1350;g39f4a0cddd7_0_795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51" name="Google Shape;1351;g39f4a0cddd7_0_795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352" name="Google Shape;1352;g39f4a0cddd7_0_795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353" name="Google Shape;1353;g39f4a0cddd7_0_795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54" name="Google Shape;1354;g39f4a0cddd7_0_795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55" name="Google Shape;1355;g39f4a0cddd7_0_795"/>
          <p:cNvSpPr/>
          <p:nvPr/>
        </p:nvSpPr>
        <p:spPr>
          <a:xfrm>
            <a:off x="12150829" y="956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356" name="Google Shape;1356;g39f4a0cddd7_0_795"/>
          <p:cNvSpPr/>
          <p:nvPr/>
        </p:nvSpPr>
        <p:spPr>
          <a:xfrm>
            <a:off x="8692291" y="9133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357" name="Google Shape;1357;g39f4a0cddd7_0_795"/>
          <p:cNvSpPr/>
          <p:nvPr/>
        </p:nvSpPr>
        <p:spPr>
          <a:xfrm>
            <a:off x="12638554" y="9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358" name="Google Shape;1358;g39f4a0cddd7_0_795"/>
          <p:cNvSpPr/>
          <p:nvPr/>
        </p:nvSpPr>
        <p:spPr>
          <a:xfrm>
            <a:off x="13086854" y="946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9" name="Google Shape;1359;g39f4a0cddd7_0_795"/>
          <p:cNvSpPr/>
          <p:nvPr/>
        </p:nvSpPr>
        <p:spPr>
          <a:xfrm>
            <a:off x="9624441" y="8909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0" name="Google Shape;1360;g39f4a0cddd7_0_795"/>
          <p:cNvSpPr/>
          <p:nvPr/>
        </p:nvSpPr>
        <p:spPr>
          <a:xfrm>
            <a:off x="8646391" y="2480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361" name="Google Shape;1361;g39f4a0cddd7_0_795"/>
          <p:cNvSpPr/>
          <p:nvPr/>
        </p:nvSpPr>
        <p:spPr>
          <a:xfrm>
            <a:off x="9095341" y="2439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362" name="Google Shape;1362;g39f4a0cddd7_0_795"/>
          <p:cNvSpPr/>
          <p:nvPr/>
        </p:nvSpPr>
        <p:spPr>
          <a:xfrm>
            <a:off x="9530041" y="246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363" name="Google Shape;1363;g39f4a0cddd7_0_795"/>
          <p:cNvSpPr/>
          <p:nvPr/>
        </p:nvSpPr>
        <p:spPr>
          <a:xfrm>
            <a:off x="9984191" y="2461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4" name="Google Shape;1364;g39f4a0cddd7_0_795"/>
          <p:cNvSpPr/>
          <p:nvPr/>
        </p:nvSpPr>
        <p:spPr>
          <a:xfrm>
            <a:off x="10433416" y="245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5" name="Google Shape;1365;g39f4a0cddd7_0_795"/>
          <p:cNvSpPr/>
          <p:nvPr/>
        </p:nvSpPr>
        <p:spPr>
          <a:xfrm>
            <a:off x="12148654" y="4045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366" name="Google Shape;1366;g39f4a0cddd7_0_795"/>
          <p:cNvSpPr/>
          <p:nvPr/>
        </p:nvSpPr>
        <p:spPr>
          <a:xfrm>
            <a:off x="8801504" y="401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367" name="Google Shape;1367;g39f4a0cddd7_0_795"/>
          <p:cNvSpPr/>
          <p:nvPr/>
        </p:nvSpPr>
        <p:spPr>
          <a:xfrm>
            <a:off x="12631429" y="4063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368" name="Google Shape;1368;g39f4a0cddd7_0_795"/>
          <p:cNvSpPr/>
          <p:nvPr/>
        </p:nvSpPr>
        <p:spPr>
          <a:xfrm>
            <a:off x="9310348" y="4037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9" name="Google Shape;1369;g39f4a0cddd7_0_795"/>
          <p:cNvSpPr/>
          <p:nvPr/>
        </p:nvSpPr>
        <p:spPr>
          <a:xfrm>
            <a:off x="9821748" y="4055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0" name="Google Shape;1370;g39f4a0cddd7_0_795"/>
          <p:cNvSpPr/>
          <p:nvPr/>
        </p:nvSpPr>
        <p:spPr>
          <a:xfrm>
            <a:off x="8465791" y="5627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371" name="Google Shape;1371;g39f4a0cddd7_0_795"/>
          <p:cNvSpPr/>
          <p:nvPr/>
        </p:nvSpPr>
        <p:spPr>
          <a:xfrm>
            <a:off x="8914741" y="5586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372" name="Google Shape;1372;g39f4a0cddd7_0_795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373" name="Google Shape;1373;g39f4a0cddd7_0_795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4" name="Google Shape;1374;g39f4a0cddd7_0_795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5" name="Google Shape;1375;g39f4a0cddd7_0_795"/>
          <p:cNvSpPr/>
          <p:nvPr/>
        </p:nvSpPr>
        <p:spPr>
          <a:xfrm>
            <a:off x="8715041" y="7240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376" name="Google Shape;1376;g39f4a0cddd7_0_795"/>
          <p:cNvSpPr/>
          <p:nvPr/>
        </p:nvSpPr>
        <p:spPr>
          <a:xfrm>
            <a:off x="9163991" y="7199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377" name="Google Shape;1377;g39f4a0cddd7_0_795"/>
          <p:cNvSpPr/>
          <p:nvPr/>
        </p:nvSpPr>
        <p:spPr>
          <a:xfrm>
            <a:off x="9598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378" name="Google Shape;1378;g39f4a0cddd7_0_795"/>
          <p:cNvSpPr/>
          <p:nvPr/>
        </p:nvSpPr>
        <p:spPr>
          <a:xfrm>
            <a:off x="10052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9" name="Google Shape;1379;g39f4a0cddd7_0_795"/>
          <p:cNvSpPr/>
          <p:nvPr/>
        </p:nvSpPr>
        <p:spPr>
          <a:xfrm>
            <a:off x="10533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0" name="Google Shape;1380;g39f4a0cddd7_0_795"/>
          <p:cNvSpPr/>
          <p:nvPr/>
        </p:nvSpPr>
        <p:spPr>
          <a:xfrm>
            <a:off x="12119766" y="881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381" name="Google Shape;1381;g39f4a0cddd7_0_795"/>
          <p:cNvSpPr/>
          <p:nvPr/>
        </p:nvSpPr>
        <p:spPr>
          <a:xfrm>
            <a:off x="8780916" y="8818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382" name="Google Shape;1382;g39f4a0cddd7_0_795"/>
          <p:cNvSpPr/>
          <p:nvPr/>
        </p:nvSpPr>
        <p:spPr>
          <a:xfrm>
            <a:off x="12679566" y="88358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383" name="Google Shape;1383;g39f4a0cddd7_0_795"/>
          <p:cNvSpPr/>
          <p:nvPr/>
        </p:nvSpPr>
        <p:spPr>
          <a:xfrm>
            <a:off x="13133716" y="8835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4" name="Google Shape;1384;g39f4a0cddd7_0_795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9f4a0cddd7_0_865"/>
          <p:cNvSpPr/>
          <p:nvPr/>
        </p:nvSpPr>
        <p:spPr>
          <a:xfrm>
            <a:off x="12045366" y="8987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cxnSp>
        <p:nvCxnSpPr>
          <p:cNvPr id="1390" name="Google Shape;1390;g39f4a0cddd7_0_86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1" name="Google Shape;1391;g39f4a0cddd7_0_86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2" name="Google Shape;1392;g39f4a0cddd7_0_86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3" name="Google Shape;1393;g39f4a0cddd7_0_86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4" name="Google Shape;1394;g39f4a0cddd7_0_86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5" name="Google Shape;1395;g39f4a0cddd7_0_86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6" name="Google Shape;1396;g39f4a0cddd7_0_86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7" name="Google Shape;1397;g39f4a0cddd7_0_86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8" name="Google Shape;1398;g39f4a0cddd7_0_86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9" name="Google Shape;1399;g39f4a0cddd7_0_86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0" name="Google Shape;1400;g39f4a0cddd7_0_86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1" name="Google Shape;1401;g39f4a0cddd7_0_86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2" name="Google Shape;1402;g39f4a0cddd7_0_86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3" name="Google Shape;1403;g39f4a0cddd7_0_86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04" name="Google Shape;1404;g39f4a0cddd7_0_86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5" name="Google Shape;1405;g39f4a0cddd7_0_86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6" name="Google Shape;1406;g39f4a0cddd7_0_86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7" name="Google Shape;1407;g39f4a0cddd7_0_86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8" name="Google Shape;1408;g39f4a0cddd7_0_86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9" name="Google Shape;1409;g39f4a0cddd7_0_86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10" name="Google Shape;1410;g39f4a0cddd7_0_86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1" name="Google Shape;1411;g39f4a0cddd7_0_865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2" name="Google Shape;1412;g39f4a0cddd7_0_865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413" name="Google Shape;1413;g39f4a0cddd7_0_865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4" name="Google Shape;1414;g39f4a0cddd7_0_865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5" name="Google Shape;1415;g39f4a0cddd7_0_865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6" name="Google Shape;1416;g39f4a0cddd7_0_865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7" name="Google Shape;1417;g39f4a0cddd7_0_865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8" name="Google Shape;1418;g39f4a0cddd7_0_865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19" name="Google Shape;1419;g39f4a0cddd7_0_865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0" name="Google Shape;1420;g39f4a0cddd7_0_865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1" name="Google Shape;1421;g39f4a0cddd7_0_865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2" name="Google Shape;1422;g39f4a0cddd7_0_865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3" name="Google Shape;1423;g39f4a0cddd7_0_865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424" name="Google Shape;1424;g39f4a0cddd7_0_865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25" name="Google Shape;1425;g39f4a0cddd7_0_865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6" name="Google Shape;1426;g39f4a0cddd7_0_865"/>
          <p:cNvSpPr/>
          <p:nvPr/>
        </p:nvSpPr>
        <p:spPr>
          <a:xfrm>
            <a:off x="12150829" y="956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427" name="Google Shape;1427;g39f4a0cddd7_0_865"/>
          <p:cNvSpPr/>
          <p:nvPr/>
        </p:nvSpPr>
        <p:spPr>
          <a:xfrm>
            <a:off x="8692291" y="9133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428" name="Google Shape;1428;g39f4a0cddd7_0_865"/>
          <p:cNvSpPr/>
          <p:nvPr/>
        </p:nvSpPr>
        <p:spPr>
          <a:xfrm>
            <a:off x="12638554" y="9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429" name="Google Shape;1429;g39f4a0cddd7_0_865"/>
          <p:cNvSpPr/>
          <p:nvPr/>
        </p:nvSpPr>
        <p:spPr>
          <a:xfrm>
            <a:off x="13086854" y="946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0" name="Google Shape;1430;g39f4a0cddd7_0_865"/>
          <p:cNvSpPr/>
          <p:nvPr/>
        </p:nvSpPr>
        <p:spPr>
          <a:xfrm>
            <a:off x="9624441" y="8909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1" name="Google Shape;1431;g39f4a0cddd7_0_865"/>
          <p:cNvSpPr/>
          <p:nvPr/>
        </p:nvSpPr>
        <p:spPr>
          <a:xfrm>
            <a:off x="8646391" y="2480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432" name="Google Shape;1432;g39f4a0cddd7_0_865"/>
          <p:cNvSpPr/>
          <p:nvPr/>
        </p:nvSpPr>
        <p:spPr>
          <a:xfrm>
            <a:off x="9095341" y="2439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433" name="Google Shape;1433;g39f4a0cddd7_0_865"/>
          <p:cNvSpPr/>
          <p:nvPr/>
        </p:nvSpPr>
        <p:spPr>
          <a:xfrm>
            <a:off x="9530041" y="246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434" name="Google Shape;1434;g39f4a0cddd7_0_865"/>
          <p:cNvSpPr/>
          <p:nvPr/>
        </p:nvSpPr>
        <p:spPr>
          <a:xfrm>
            <a:off x="9984191" y="2461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5" name="Google Shape;1435;g39f4a0cddd7_0_865"/>
          <p:cNvSpPr/>
          <p:nvPr/>
        </p:nvSpPr>
        <p:spPr>
          <a:xfrm>
            <a:off x="10433416" y="245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6" name="Google Shape;1436;g39f4a0cddd7_0_865"/>
          <p:cNvSpPr/>
          <p:nvPr/>
        </p:nvSpPr>
        <p:spPr>
          <a:xfrm>
            <a:off x="12148654" y="4045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437" name="Google Shape;1437;g39f4a0cddd7_0_865"/>
          <p:cNvSpPr/>
          <p:nvPr/>
        </p:nvSpPr>
        <p:spPr>
          <a:xfrm>
            <a:off x="8801504" y="401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438" name="Google Shape;1438;g39f4a0cddd7_0_865"/>
          <p:cNvSpPr/>
          <p:nvPr/>
        </p:nvSpPr>
        <p:spPr>
          <a:xfrm>
            <a:off x="12631429" y="4063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439" name="Google Shape;1439;g39f4a0cddd7_0_865"/>
          <p:cNvSpPr/>
          <p:nvPr/>
        </p:nvSpPr>
        <p:spPr>
          <a:xfrm>
            <a:off x="9310348" y="4037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0" name="Google Shape;1440;g39f4a0cddd7_0_865"/>
          <p:cNvSpPr/>
          <p:nvPr/>
        </p:nvSpPr>
        <p:spPr>
          <a:xfrm>
            <a:off x="9821748" y="4055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1" name="Google Shape;1441;g39f4a0cddd7_0_865"/>
          <p:cNvSpPr/>
          <p:nvPr/>
        </p:nvSpPr>
        <p:spPr>
          <a:xfrm>
            <a:off x="8914741" y="5586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442" name="Google Shape;1442;g39f4a0cddd7_0_865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443" name="Google Shape;1443;g39f4a0cddd7_0_865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4" name="Google Shape;1444;g39f4a0cddd7_0_865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5" name="Google Shape;1445;g39f4a0cddd7_0_865"/>
          <p:cNvSpPr/>
          <p:nvPr/>
        </p:nvSpPr>
        <p:spPr>
          <a:xfrm>
            <a:off x="9163991" y="7199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446" name="Google Shape;1446;g39f4a0cddd7_0_865"/>
          <p:cNvSpPr/>
          <p:nvPr/>
        </p:nvSpPr>
        <p:spPr>
          <a:xfrm>
            <a:off x="9598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447" name="Google Shape;1447;g39f4a0cddd7_0_865"/>
          <p:cNvSpPr/>
          <p:nvPr/>
        </p:nvSpPr>
        <p:spPr>
          <a:xfrm>
            <a:off x="10052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8" name="Google Shape;1448;g39f4a0cddd7_0_865"/>
          <p:cNvSpPr/>
          <p:nvPr/>
        </p:nvSpPr>
        <p:spPr>
          <a:xfrm>
            <a:off x="10533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9" name="Google Shape;1449;g39f4a0cddd7_0_865"/>
          <p:cNvSpPr/>
          <p:nvPr/>
        </p:nvSpPr>
        <p:spPr>
          <a:xfrm>
            <a:off x="125555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450" name="Google Shape;1450;g39f4a0cddd7_0_865"/>
          <p:cNvSpPr/>
          <p:nvPr/>
        </p:nvSpPr>
        <p:spPr>
          <a:xfrm>
            <a:off x="1297851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451" name="Google Shape;1451;g39f4a0cddd7_0_865"/>
          <p:cNvSpPr/>
          <p:nvPr/>
        </p:nvSpPr>
        <p:spPr>
          <a:xfrm>
            <a:off x="13537741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2" name="Google Shape;1452;g39f4a0cddd7_0_865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3" name="Google Shape;1453;g39f4a0cddd7_0_865"/>
          <p:cNvSpPr/>
          <p:nvPr/>
        </p:nvSpPr>
        <p:spPr>
          <a:xfrm>
            <a:off x="11018041" y="72518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454" name="Google Shape;1454;g39f4a0cddd7_0_865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455" name="Google Shape;1455;g39f4a0cddd7_0_865"/>
          <p:cNvSpPr/>
          <p:nvPr/>
        </p:nvSpPr>
        <p:spPr>
          <a:xfrm>
            <a:off x="12804291" y="5622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9f4a0cddd7_0_935"/>
          <p:cNvSpPr/>
          <p:nvPr/>
        </p:nvSpPr>
        <p:spPr>
          <a:xfrm>
            <a:off x="12045366" y="9024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cxnSp>
        <p:nvCxnSpPr>
          <p:cNvPr id="1461" name="Google Shape;1461;g39f4a0cddd7_0_93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2" name="Google Shape;1462;g39f4a0cddd7_0_93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3" name="Google Shape;1463;g39f4a0cddd7_0_93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4" name="Google Shape;1464;g39f4a0cddd7_0_93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5" name="Google Shape;1465;g39f4a0cddd7_0_93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6" name="Google Shape;1466;g39f4a0cddd7_0_93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7" name="Google Shape;1467;g39f4a0cddd7_0_93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8" name="Google Shape;1468;g39f4a0cddd7_0_93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9" name="Google Shape;1469;g39f4a0cddd7_0_93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0" name="Google Shape;1470;g39f4a0cddd7_0_93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1" name="Google Shape;1471;g39f4a0cddd7_0_93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2" name="Google Shape;1472;g39f4a0cddd7_0_93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3" name="Google Shape;1473;g39f4a0cddd7_0_93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4" name="Google Shape;1474;g39f4a0cddd7_0_93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75" name="Google Shape;1475;g39f4a0cddd7_0_93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6" name="Google Shape;1476;g39f4a0cddd7_0_93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7" name="Google Shape;1477;g39f4a0cddd7_0_93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8" name="Google Shape;1478;g39f4a0cddd7_0_93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9" name="Google Shape;1479;g39f4a0cddd7_0_93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80" name="Google Shape;1480;g39f4a0cddd7_0_93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81" name="Google Shape;1481;g39f4a0cddd7_0_93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2" name="Google Shape;1482;g39f4a0cddd7_0_935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3" name="Google Shape;1483;g39f4a0cddd7_0_935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484" name="Google Shape;1484;g39f4a0cddd7_0_935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5" name="Google Shape;1485;g39f4a0cddd7_0_935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6" name="Google Shape;1486;g39f4a0cddd7_0_935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7" name="Google Shape;1487;g39f4a0cddd7_0_935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8" name="Google Shape;1488;g39f4a0cddd7_0_935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9" name="Google Shape;1489;g39f4a0cddd7_0_935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0" name="Google Shape;1490;g39f4a0cddd7_0_935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1" name="Google Shape;1491;g39f4a0cddd7_0_935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2" name="Google Shape;1492;g39f4a0cddd7_0_935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3" name="Google Shape;1493;g39f4a0cddd7_0_935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4" name="Google Shape;1494;g39f4a0cddd7_0_935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95" name="Google Shape;1495;g39f4a0cddd7_0_935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6" name="Google Shape;1496;g39f4a0cddd7_0_935"/>
          <p:cNvSpPr/>
          <p:nvPr/>
        </p:nvSpPr>
        <p:spPr>
          <a:xfrm>
            <a:off x="11862091" y="9469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497" name="Google Shape;1497;g39f4a0cddd7_0_935"/>
          <p:cNvSpPr/>
          <p:nvPr/>
        </p:nvSpPr>
        <p:spPr>
          <a:xfrm>
            <a:off x="9170866" y="9310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498" name="Google Shape;1498;g39f4a0cddd7_0_935"/>
          <p:cNvSpPr/>
          <p:nvPr/>
        </p:nvSpPr>
        <p:spPr>
          <a:xfrm>
            <a:off x="12349816" y="9377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499" name="Google Shape;1499;g39f4a0cddd7_0_935"/>
          <p:cNvSpPr/>
          <p:nvPr/>
        </p:nvSpPr>
        <p:spPr>
          <a:xfrm>
            <a:off x="12798116" y="937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0" name="Google Shape;1500;g39f4a0cddd7_0_935"/>
          <p:cNvSpPr/>
          <p:nvPr/>
        </p:nvSpPr>
        <p:spPr>
          <a:xfrm>
            <a:off x="13249016" y="9377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1" name="Google Shape;1501;g39f4a0cddd7_0_935"/>
          <p:cNvSpPr/>
          <p:nvPr/>
        </p:nvSpPr>
        <p:spPr>
          <a:xfrm>
            <a:off x="11434441" y="2469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502" name="Google Shape;1502;g39f4a0cddd7_0_935"/>
          <p:cNvSpPr/>
          <p:nvPr/>
        </p:nvSpPr>
        <p:spPr>
          <a:xfrm>
            <a:off x="11606391" y="397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503" name="Google Shape;1503;g39f4a0cddd7_0_935"/>
          <p:cNvSpPr/>
          <p:nvPr/>
        </p:nvSpPr>
        <p:spPr>
          <a:xfrm>
            <a:off x="12089166" y="39919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504" name="Google Shape;1504;g39f4a0cddd7_0_935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505" name="Google Shape;1505;g39f4a0cddd7_0_935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6" name="Google Shape;1506;g39f4a0cddd7_0_935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7" name="Google Shape;1507;g39f4a0cddd7_0_935"/>
          <p:cNvSpPr/>
          <p:nvPr/>
        </p:nvSpPr>
        <p:spPr>
          <a:xfrm>
            <a:off x="8836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508" name="Google Shape;1508;g39f4a0cddd7_0_935"/>
          <p:cNvSpPr/>
          <p:nvPr/>
        </p:nvSpPr>
        <p:spPr>
          <a:xfrm>
            <a:off x="9290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9" name="Google Shape;1509;g39f4a0cddd7_0_935"/>
          <p:cNvSpPr/>
          <p:nvPr/>
        </p:nvSpPr>
        <p:spPr>
          <a:xfrm>
            <a:off x="9771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0" name="Google Shape;1510;g39f4a0cddd7_0_935"/>
          <p:cNvSpPr/>
          <p:nvPr/>
        </p:nvSpPr>
        <p:spPr>
          <a:xfrm>
            <a:off x="125555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511" name="Google Shape;1511;g39f4a0cddd7_0_935"/>
          <p:cNvSpPr/>
          <p:nvPr/>
        </p:nvSpPr>
        <p:spPr>
          <a:xfrm>
            <a:off x="1297851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512" name="Google Shape;1512;g39f4a0cddd7_0_935"/>
          <p:cNvSpPr/>
          <p:nvPr/>
        </p:nvSpPr>
        <p:spPr>
          <a:xfrm>
            <a:off x="13537741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3" name="Google Shape;1513;g39f4a0cddd7_0_935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4" name="Google Shape;1514;g39f4a0cddd7_0_935"/>
          <p:cNvSpPr/>
          <p:nvPr/>
        </p:nvSpPr>
        <p:spPr>
          <a:xfrm>
            <a:off x="11990666" y="25097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515" name="Google Shape;1515;g39f4a0cddd7_0_935"/>
          <p:cNvSpPr/>
          <p:nvPr/>
        </p:nvSpPr>
        <p:spPr>
          <a:xfrm>
            <a:off x="12464490" y="249624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516" name="Google Shape;1516;g39f4a0cddd7_0_935"/>
          <p:cNvSpPr/>
          <p:nvPr/>
        </p:nvSpPr>
        <p:spPr>
          <a:xfrm>
            <a:off x="12934066" y="2496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517" name="Google Shape;1517;g39f4a0cddd7_0_935"/>
          <p:cNvSpPr/>
          <p:nvPr/>
        </p:nvSpPr>
        <p:spPr>
          <a:xfrm>
            <a:off x="13434641" y="2496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8" name="Google Shape;1518;g39f4a0cddd7_0_935"/>
          <p:cNvSpPr/>
          <p:nvPr/>
        </p:nvSpPr>
        <p:spPr>
          <a:xfrm>
            <a:off x="12544591" y="3992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519" name="Google Shape;1519;g39f4a0cddd7_0_935"/>
          <p:cNvSpPr/>
          <p:nvPr/>
        </p:nvSpPr>
        <p:spPr>
          <a:xfrm>
            <a:off x="12993310" y="398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0" name="Google Shape;1520;g39f4a0cddd7_0_935"/>
          <p:cNvSpPr/>
          <p:nvPr/>
        </p:nvSpPr>
        <p:spPr>
          <a:xfrm>
            <a:off x="13504710" y="4001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1" name="Google Shape;1521;g39f4a0cddd7_0_935"/>
          <p:cNvSpPr/>
          <p:nvPr/>
        </p:nvSpPr>
        <p:spPr>
          <a:xfrm>
            <a:off x="13916879" y="250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2" name="Google Shape;1522;g39f4a0cddd7_0_935"/>
          <p:cNvSpPr/>
          <p:nvPr/>
        </p:nvSpPr>
        <p:spPr>
          <a:xfrm>
            <a:off x="10284591" y="7243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523" name="Google Shape;1523;g39f4a0cddd7_0_935"/>
          <p:cNvSpPr/>
          <p:nvPr/>
        </p:nvSpPr>
        <p:spPr>
          <a:xfrm>
            <a:off x="10753841" y="7260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524" name="Google Shape;1524;g39f4a0cddd7_0_935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525" name="Google Shape;1525;g39f4a0cddd7_0_935"/>
          <p:cNvSpPr/>
          <p:nvPr/>
        </p:nvSpPr>
        <p:spPr>
          <a:xfrm>
            <a:off x="12934016" y="5637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526" name="Google Shape;1526;g39f4a0cddd7_0_935"/>
          <p:cNvSpPr/>
          <p:nvPr/>
        </p:nvSpPr>
        <p:spPr>
          <a:xfrm>
            <a:off x="13382966" y="5596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1" name="Google Shape;1531;g39f4a0cddd7_0_51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2" name="Google Shape;1532;g39f4a0cddd7_0_51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3" name="Google Shape;1533;g39f4a0cddd7_0_51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4" name="Google Shape;1534;g39f4a0cddd7_0_51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5" name="Google Shape;1535;g39f4a0cddd7_0_51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6" name="Google Shape;1536;g39f4a0cddd7_0_51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7" name="Google Shape;1537;g39f4a0cddd7_0_51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8" name="Google Shape;1538;g39f4a0cddd7_0_51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9" name="Google Shape;1539;g39f4a0cddd7_0_51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0" name="Google Shape;1540;g39f4a0cddd7_0_51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1" name="Google Shape;1541;g39f4a0cddd7_0_51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2" name="Google Shape;1542;g39f4a0cddd7_0_51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3" name="Google Shape;1543;g39f4a0cddd7_0_51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4" name="Google Shape;1544;g39f4a0cddd7_0_51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45" name="Google Shape;1545;g39f4a0cddd7_0_51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6" name="Google Shape;1546;g39f4a0cddd7_0_51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7" name="Google Shape;1547;g39f4a0cddd7_0_51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8" name="Google Shape;1548;g39f4a0cddd7_0_51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9" name="Google Shape;1549;g39f4a0cddd7_0_51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0" name="Google Shape;1550;g39f4a0cddd7_0_51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1" name="Google Shape;1551;g39f4a0cddd7_0_51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2" name="Google Shape;1552;g39f4a0cddd7_0_517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3" name="Google Shape;1553;g39f4a0cddd7_0_517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554" name="Google Shape;1554;g39f4a0cddd7_0_517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5" name="Google Shape;1555;g39f4a0cddd7_0_517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6" name="Google Shape;1556;g39f4a0cddd7_0_517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7" name="Google Shape;1557;g39f4a0cddd7_0_517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8" name="Google Shape;1558;g39f4a0cddd7_0_517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9" name="Google Shape;1559;g39f4a0cddd7_0_517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0" name="Google Shape;1560;g39f4a0cddd7_0_517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1" name="Google Shape;1561;g39f4a0cddd7_0_517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2" name="Google Shape;1562;g39f4a0cddd7_0_517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3" name="Google Shape;1563;g39f4a0cddd7_0_517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4" name="Google Shape;1564;g39f4a0cddd7_0_517"/>
          <p:cNvSpPr/>
          <p:nvPr/>
        </p:nvSpPr>
        <p:spPr>
          <a:xfrm>
            <a:off x="11910365" y="2433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565" name="Google Shape;1565;g39f4a0cddd7_0_517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66" name="Google Shape;1566;g39f4a0cddd7_0_517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7" name="Google Shape;1567;g39f4a0cddd7_0_517"/>
          <p:cNvSpPr/>
          <p:nvPr/>
        </p:nvSpPr>
        <p:spPr>
          <a:xfrm>
            <a:off x="11511316" y="78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568" name="Google Shape;1568;g39f4a0cddd7_0_517"/>
          <p:cNvSpPr/>
          <p:nvPr/>
        </p:nvSpPr>
        <p:spPr>
          <a:xfrm>
            <a:off x="11910216" y="7779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569" name="Google Shape;1569;g39f4a0cddd7_0_517"/>
          <p:cNvSpPr/>
          <p:nvPr/>
        </p:nvSpPr>
        <p:spPr>
          <a:xfrm>
            <a:off x="12344916" y="800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570" name="Google Shape;1570;g39f4a0cddd7_0_517"/>
          <p:cNvSpPr/>
          <p:nvPr/>
        </p:nvSpPr>
        <p:spPr>
          <a:xfrm>
            <a:off x="12799066" y="8006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1" name="Google Shape;1571;g39f4a0cddd7_0_517"/>
          <p:cNvSpPr/>
          <p:nvPr/>
        </p:nvSpPr>
        <p:spPr>
          <a:xfrm>
            <a:off x="13280066" y="8006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2" name="Google Shape;1572;g39f4a0cddd7_0_517"/>
          <p:cNvSpPr/>
          <p:nvPr/>
        </p:nvSpPr>
        <p:spPr>
          <a:xfrm>
            <a:off x="157024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573" name="Google Shape;1573;g39f4a0cddd7_0_517"/>
          <p:cNvSpPr/>
          <p:nvPr/>
        </p:nvSpPr>
        <p:spPr>
          <a:xfrm>
            <a:off x="12382829" y="2430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574" name="Google Shape;1574;g39f4a0cddd7_0_517"/>
          <p:cNvSpPr/>
          <p:nvPr/>
        </p:nvSpPr>
        <p:spPr>
          <a:xfrm>
            <a:off x="12836829" y="2409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5" name="Google Shape;1575;g39f4a0cddd7_0_517"/>
          <p:cNvSpPr/>
          <p:nvPr/>
        </p:nvSpPr>
        <p:spPr>
          <a:xfrm>
            <a:off x="15253466" y="4067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576" name="Google Shape;1576;g39f4a0cddd7_0_517"/>
          <p:cNvSpPr/>
          <p:nvPr/>
        </p:nvSpPr>
        <p:spPr>
          <a:xfrm>
            <a:off x="15702416" y="4026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577" name="Google Shape;1577;g39f4a0cddd7_0_517"/>
          <p:cNvSpPr/>
          <p:nvPr/>
        </p:nvSpPr>
        <p:spPr>
          <a:xfrm>
            <a:off x="11660691" y="4020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578" name="Google Shape;1578;g39f4a0cddd7_0_517"/>
          <p:cNvSpPr/>
          <p:nvPr/>
        </p:nvSpPr>
        <p:spPr>
          <a:xfrm>
            <a:off x="12114841" y="4020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9" name="Google Shape;1579;g39f4a0cddd7_0_517"/>
          <p:cNvSpPr/>
          <p:nvPr/>
        </p:nvSpPr>
        <p:spPr>
          <a:xfrm>
            <a:off x="12626241" y="4039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0" name="Google Shape;1580;g39f4a0cddd7_0_517"/>
          <p:cNvSpPr/>
          <p:nvPr/>
        </p:nvSpPr>
        <p:spPr>
          <a:xfrm>
            <a:off x="8909529" y="7178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581" name="Google Shape;1581;g39f4a0cddd7_0_517"/>
          <p:cNvSpPr/>
          <p:nvPr/>
        </p:nvSpPr>
        <p:spPr>
          <a:xfrm>
            <a:off x="9344229" y="72008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582" name="Google Shape;1582;g39f4a0cddd7_0_517"/>
          <p:cNvSpPr/>
          <p:nvPr/>
        </p:nvSpPr>
        <p:spPr>
          <a:xfrm>
            <a:off x="9798379" y="7200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3" name="Google Shape;1583;g39f4a0cddd7_0_517"/>
          <p:cNvSpPr/>
          <p:nvPr/>
        </p:nvSpPr>
        <p:spPr>
          <a:xfrm>
            <a:off x="10279379" y="7200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4" name="Google Shape;1584;g39f4a0cddd7_0_517"/>
          <p:cNvSpPr/>
          <p:nvPr/>
        </p:nvSpPr>
        <p:spPr>
          <a:xfrm>
            <a:off x="11860491" y="8987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585" name="Google Shape;1585;g39f4a0cddd7_0_517"/>
          <p:cNvSpPr/>
          <p:nvPr/>
        </p:nvSpPr>
        <p:spPr>
          <a:xfrm>
            <a:off x="1237066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586" name="Google Shape;1586;g39f4a0cddd7_0_517"/>
          <p:cNvSpPr/>
          <p:nvPr/>
        </p:nvSpPr>
        <p:spPr>
          <a:xfrm>
            <a:off x="127936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587" name="Google Shape;1587;g39f4a0cddd7_0_517"/>
          <p:cNvSpPr/>
          <p:nvPr/>
        </p:nvSpPr>
        <p:spPr>
          <a:xfrm>
            <a:off x="13352866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8" name="Google Shape;1588;g39f4a0cddd7_0_517"/>
          <p:cNvSpPr/>
          <p:nvPr/>
        </p:nvSpPr>
        <p:spPr>
          <a:xfrm>
            <a:off x="8975016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9" name="Google Shape;1589;g39f4a0cddd7_0_517"/>
          <p:cNvSpPr/>
          <p:nvPr/>
        </p:nvSpPr>
        <p:spPr>
          <a:xfrm>
            <a:off x="13280079" y="2434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0" name="Google Shape;1590;g39f4a0cddd7_0_517"/>
          <p:cNvSpPr/>
          <p:nvPr/>
        </p:nvSpPr>
        <p:spPr>
          <a:xfrm>
            <a:off x="15231579" y="2493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591" name="Google Shape;1591;g39f4a0cddd7_0_517"/>
          <p:cNvSpPr/>
          <p:nvPr/>
        </p:nvSpPr>
        <p:spPr>
          <a:xfrm>
            <a:off x="15019316" y="5756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592" name="Google Shape;1592;g39f4a0cddd7_0_517"/>
          <p:cNvSpPr/>
          <p:nvPr/>
        </p:nvSpPr>
        <p:spPr>
          <a:xfrm>
            <a:off x="15468266" y="5715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593" name="Google Shape;1593;g39f4a0cddd7_0_517"/>
          <p:cNvSpPr/>
          <p:nvPr/>
        </p:nvSpPr>
        <p:spPr>
          <a:xfrm>
            <a:off x="12165016" y="5726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594" name="Google Shape;1594;g39f4a0cddd7_0_517"/>
          <p:cNvSpPr/>
          <p:nvPr/>
        </p:nvSpPr>
        <p:spPr>
          <a:xfrm>
            <a:off x="12619166" y="5726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5" name="Google Shape;1595;g39f4a0cddd7_0_517"/>
          <p:cNvSpPr/>
          <p:nvPr/>
        </p:nvSpPr>
        <p:spPr>
          <a:xfrm>
            <a:off x="8780916" y="56574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6" name="Google Shape;1596;g39f4a0cddd7_0_517"/>
          <p:cNvSpPr/>
          <p:nvPr/>
        </p:nvSpPr>
        <p:spPr>
          <a:xfrm>
            <a:off x="15872579" y="57568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597" name="Google Shape;1597;g39f4a0cddd7_0_517"/>
          <p:cNvSpPr/>
          <p:nvPr/>
        </p:nvSpPr>
        <p:spPr>
          <a:xfrm>
            <a:off x="12287054" y="71987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2" name="Google Shape;1602;g39f4a0cddd7_0_104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3" name="Google Shape;1603;g39f4a0cddd7_0_104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4" name="Google Shape;1604;g39f4a0cddd7_0_104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5" name="Google Shape;1605;g39f4a0cddd7_0_104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6" name="Google Shape;1606;g39f4a0cddd7_0_104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7" name="Google Shape;1607;g39f4a0cddd7_0_104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8" name="Google Shape;1608;g39f4a0cddd7_0_104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9" name="Google Shape;1609;g39f4a0cddd7_0_104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0" name="Google Shape;1610;g39f4a0cddd7_0_104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1" name="Google Shape;1611;g39f4a0cddd7_0_104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2" name="Google Shape;1612;g39f4a0cddd7_0_104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3" name="Google Shape;1613;g39f4a0cddd7_0_104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4" name="Google Shape;1614;g39f4a0cddd7_0_104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5" name="Google Shape;1615;g39f4a0cddd7_0_104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16" name="Google Shape;1616;g39f4a0cddd7_0_104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17" name="Google Shape;1617;g39f4a0cddd7_0_104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18" name="Google Shape;1618;g39f4a0cddd7_0_104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19" name="Google Shape;1619;g39f4a0cddd7_0_104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0" name="Google Shape;1620;g39f4a0cddd7_0_104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1" name="Google Shape;1621;g39f4a0cddd7_0_104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2" name="Google Shape;1622;g39f4a0cddd7_0_104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3" name="Google Shape;1623;g39f4a0cddd7_0_1040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4" name="Google Shape;1624;g39f4a0cddd7_0_1040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625" name="Google Shape;1625;g39f4a0cddd7_0_1040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6" name="Google Shape;1626;g39f4a0cddd7_0_1040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7" name="Google Shape;1627;g39f4a0cddd7_0_1040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8" name="Google Shape;1628;g39f4a0cddd7_0_1040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9" name="Google Shape;1629;g39f4a0cddd7_0_1040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30" name="Google Shape;1630;g39f4a0cddd7_0_1040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1" name="Google Shape;1631;g39f4a0cddd7_0_1040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2" name="Google Shape;1632;g39f4a0cddd7_0_1040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3" name="Google Shape;1633;g39f4a0cddd7_0_1040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4" name="Google Shape;1634;g39f4a0cddd7_0_1040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5" name="Google Shape;1635;g39f4a0cddd7_0_1040"/>
          <p:cNvSpPr/>
          <p:nvPr/>
        </p:nvSpPr>
        <p:spPr>
          <a:xfrm>
            <a:off x="11494715" y="24212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636" name="Google Shape;1636;g39f4a0cddd7_0_1040"/>
          <p:cNvSpPr/>
          <p:nvPr/>
        </p:nvSpPr>
        <p:spPr>
          <a:xfrm>
            <a:off x="18614454" y="562280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637" name="Google Shape;1637;g39f4a0cddd7_0_1040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38" name="Google Shape;1638;g39f4a0cddd7_0_1040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9" name="Google Shape;1639;g39f4a0cddd7_0_1040"/>
          <p:cNvSpPr/>
          <p:nvPr/>
        </p:nvSpPr>
        <p:spPr>
          <a:xfrm>
            <a:off x="11511316" y="78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640" name="Google Shape;1640;g39f4a0cddd7_0_1040"/>
          <p:cNvSpPr/>
          <p:nvPr/>
        </p:nvSpPr>
        <p:spPr>
          <a:xfrm>
            <a:off x="11910216" y="7779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641" name="Google Shape;1641;g39f4a0cddd7_0_1040"/>
          <p:cNvSpPr/>
          <p:nvPr/>
        </p:nvSpPr>
        <p:spPr>
          <a:xfrm>
            <a:off x="18735716" y="67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642" name="Google Shape;1642;g39f4a0cddd7_0_1040"/>
          <p:cNvSpPr/>
          <p:nvPr/>
        </p:nvSpPr>
        <p:spPr>
          <a:xfrm>
            <a:off x="19206791" y="7331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3" name="Google Shape;1643;g39f4a0cddd7_0_1040"/>
          <p:cNvSpPr/>
          <p:nvPr/>
        </p:nvSpPr>
        <p:spPr>
          <a:xfrm>
            <a:off x="15359054" y="7499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4" name="Google Shape;1644;g39f4a0cddd7_0_1040"/>
          <p:cNvSpPr/>
          <p:nvPr/>
        </p:nvSpPr>
        <p:spPr>
          <a:xfrm>
            <a:off x="15247766" y="4054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5" name="Google Shape;1645;g39f4a0cddd7_0_1040"/>
          <p:cNvSpPr/>
          <p:nvPr/>
        </p:nvSpPr>
        <p:spPr>
          <a:xfrm>
            <a:off x="18874641" y="5736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646" name="Google Shape;1646;g39f4a0cddd7_0_1040"/>
          <p:cNvSpPr/>
          <p:nvPr/>
        </p:nvSpPr>
        <p:spPr>
          <a:xfrm>
            <a:off x="15842716" y="56531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647" name="Google Shape;1647;g39f4a0cddd7_0_1040"/>
          <p:cNvSpPr/>
          <p:nvPr/>
        </p:nvSpPr>
        <p:spPr>
          <a:xfrm>
            <a:off x="12216091" y="5591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648" name="Google Shape;1648;g39f4a0cddd7_0_1040"/>
          <p:cNvSpPr/>
          <p:nvPr/>
        </p:nvSpPr>
        <p:spPr>
          <a:xfrm>
            <a:off x="12670241" y="5591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9" name="Google Shape;1649;g39f4a0cddd7_0_1040"/>
          <p:cNvSpPr/>
          <p:nvPr/>
        </p:nvSpPr>
        <p:spPr>
          <a:xfrm>
            <a:off x="8944316" y="55223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0" name="Google Shape;1650;g39f4a0cddd7_0_1040"/>
          <p:cNvSpPr/>
          <p:nvPr/>
        </p:nvSpPr>
        <p:spPr>
          <a:xfrm>
            <a:off x="11860491" y="8987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651" name="Google Shape;1651;g39f4a0cddd7_0_1040"/>
          <p:cNvSpPr/>
          <p:nvPr/>
        </p:nvSpPr>
        <p:spPr>
          <a:xfrm>
            <a:off x="1237066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652" name="Google Shape;1652;g39f4a0cddd7_0_1040"/>
          <p:cNvSpPr/>
          <p:nvPr/>
        </p:nvSpPr>
        <p:spPr>
          <a:xfrm>
            <a:off x="127936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653" name="Google Shape;1653;g39f4a0cddd7_0_1040"/>
          <p:cNvSpPr/>
          <p:nvPr/>
        </p:nvSpPr>
        <p:spPr>
          <a:xfrm>
            <a:off x="13352866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4" name="Google Shape;1654;g39f4a0cddd7_0_1040"/>
          <p:cNvSpPr/>
          <p:nvPr/>
        </p:nvSpPr>
        <p:spPr>
          <a:xfrm>
            <a:off x="8975016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5" name="Google Shape;1655;g39f4a0cddd7_0_1040"/>
          <p:cNvSpPr/>
          <p:nvPr/>
        </p:nvSpPr>
        <p:spPr>
          <a:xfrm>
            <a:off x="18874654" y="236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656" name="Google Shape;1656;g39f4a0cddd7_0_1040"/>
          <p:cNvSpPr/>
          <p:nvPr/>
        </p:nvSpPr>
        <p:spPr>
          <a:xfrm>
            <a:off x="18268254" y="4095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657" name="Google Shape;1657;g39f4a0cddd7_0_1040"/>
          <p:cNvSpPr/>
          <p:nvPr/>
        </p:nvSpPr>
        <p:spPr>
          <a:xfrm>
            <a:off x="15708116" y="4036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658" name="Google Shape;1658;g39f4a0cddd7_0_1040"/>
          <p:cNvSpPr/>
          <p:nvPr/>
        </p:nvSpPr>
        <p:spPr>
          <a:xfrm>
            <a:off x="15313354" y="23964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659" name="Google Shape;1659;g39f4a0cddd7_0_1040"/>
          <p:cNvSpPr/>
          <p:nvPr/>
        </p:nvSpPr>
        <p:spPr>
          <a:xfrm>
            <a:off x="19301254" y="2363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660" name="Google Shape;1660;g39f4a0cddd7_0_1040"/>
          <p:cNvSpPr/>
          <p:nvPr/>
        </p:nvSpPr>
        <p:spPr>
          <a:xfrm>
            <a:off x="19770429" y="2363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1" name="Google Shape;1661;g39f4a0cddd7_0_1040"/>
          <p:cNvSpPr/>
          <p:nvPr/>
        </p:nvSpPr>
        <p:spPr>
          <a:xfrm>
            <a:off x="12045366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2" name="Google Shape;1662;g39f4a0cddd7_0_1040"/>
          <p:cNvSpPr/>
          <p:nvPr/>
        </p:nvSpPr>
        <p:spPr>
          <a:xfrm>
            <a:off x="8402229" y="7252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663" name="Google Shape;1663;g39f4a0cddd7_0_1040"/>
          <p:cNvSpPr/>
          <p:nvPr/>
        </p:nvSpPr>
        <p:spPr>
          <a:xfrm>
            <a:off x="8851179" y="7211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664" name="Google Shape;1664;g39f4a0cddd7_0_1040"/>
          <p:cNvSpPr/>
          <p:nvPr/>
        </p:nvSpPr>
        <p:spPr>
          <a:xfrm>
            <a:off x="9285879" y="7233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665" name="Google Shape;1665;g39f4a0cddd7_0_1040"/>
          <p:cNvSpPr/>
          <p:nvPr/>
        </p:nvSpPr>
        <p:spPr>
          <a:xfrm>
            <a:off x="9740029" y="7233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6" name="Google Shape;1666;g39f4a0cddd7_0_1040"/>
          <p:cNvSpPr/>
          <p:nvPr/>
        </p:nvSpPr>
        <p:spPr>
          <a:xfrm>
            <a:off x="10221029" y="7233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7" name="Google Shape;1667;g39f4a0cddd7_0_1040"/>
          <p:cNvSpPr/>
          <p:nvPr/>
        </p:nvSpPr>
        <p:spPr>
          <a:xfrm>
            <a:off x="18739329" y="4098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668" name="Google Shape;1668;g39f4a0cddd7_0_1040"/>
          <p:cNvSpPr/>
          <p:nvPr/>
        </p:nvSpPr>
        <p:spPr>
          <a:xfrm>
            <a:off x="19203179" y="4037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3" name="Google Shape;1673;g39f98e7237a_0_0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g39f98e7237a_0_0"/>
          <p:cNvSpPr/>
          <p:nvPr/>
        </p:nvSpPr>
        <p:spPr>
          <a:xfrm>
            <a:off x="814250" y="3300663"/>
            <a:ext cx="20115513" cy="4203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39f98e7237a_0_5"/>
          <p:cNvSpPr/>
          <p:nvPr/>
        </p:nvSpPr>
        <p:spPr>
          <a:xfrm>
            <a:off x="112840" y="74212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80" name="Google Shape;1680;g39f98e7237a_0_5"/>
          <p:cNvSpPr/>
          <p:nvPr/>
        </p:nvSpPr>
        <p:spPr>
          <a:xfrm>
            <a:off x="112841" y="1137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T14: Revisit the read code, and find code smells.</a:t>
            </a:r>
            <a:endParaRPr/>
          </a:p>
        </p:txBody>
      </p:sp>
      <p:cxnSp>
        <p:nvCxnSpPr>
          <p:cNvPr id="1681" name="Google Shape;1681;g39f98e7237a_0_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2" name="Google Shape;1682;g39f98e7237a_0_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3" name="Google Shape;1683;g39f98e7237a_0_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4" name="Google Shape;1684;g39f98e7237a_0_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5" name="Google Shape;1685;g39f98e7237a_0_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6" name="Google Shape;1686;g39f98e7237a_0_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7" name="Google Shape;1687;g39f98e7237a_0_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8" name="Google Shape;1688;g39f98e7237a_0_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9" name="Google Shape;1689;g39f98e7237a_0_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0" name="Google Shape;1690;g39f98e7237a_0_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1" name="Google Shape;1691;g39f98e7237a_0_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2" name="Google Shape;1692;g39f98e7237a_0_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3" name="Google Shape;1693;g39f98e7237a_0_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4" name="Google Shape;1694;g39f98e7237a_0_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95" name="Google Shape;1695;g39f98e7237a_0_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6" name="Google Shape;1696;g39f98e7237a_0_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7" name="Google Shape;1697;g39f98e7237a_0_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8" name="Google Shape;1698;g39f98e7237a_0_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9" name="Google Shape;1699;g39f98e7237a_0_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00" name="Google Shape;1700;g39f98e7237a_0_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01" name="Google Shape;1701;g39f98e7237a_0_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2" name="Google Shape;1702;g39f98e7237a_0_5"/>
          <p:cNvSpPr/>
          <p:nvPr/>
        </p:nvSpPr>
        <p:spPr>
          <a:xfrm>
            <a:off x="112841" y="1523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T15: Document found code smells, and brainstorm possible solutions.</a:t>
            </a:r>
            <a:endParaRPr/>
          </a:p>
        </p:txBody>
      </p:sp>
      <p:sp>
        <p:nvSpPr>
          <p:cNvPr id="1703" name="Google Shape;1703;g39f98e7237a_0_5"/>
          <p:cNvSpPr/>
          <p:nvPr/>
        </p:nvSpPr>
        <p:spPr>
          <a:xfrm>
            <a:off x="113000" y="2380925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US7: As an aspiring software engineer, I want to review the code and look at some of the design patterns used throughout the code base, so that I may document them and further improve their modelling.</a:t>
            </a:r>
            <a:endParaRPr/>
          </a:p>
        </p:txBody>
      </p:sp>
      <p:sp>
        <p:nvSpPr>
          <p:cNvPr id="1704" name="Google Shape;1704;g39f98e7237a_0_5"/>
          <p:cNvSpPr/>
          <p:nvPr/>
        </p:nvSpPr>
        <p:spPr>
          <a:xfrm>
            <a:off x="112841" y="2839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T16: Revisit the read code, and find design patterns.</a:t>
            </a:r>
            <a:endParaRPr/>
          </a:p>
        </p:txBody>
      </p:sp>
      <p:sp>
        <p:nvSpPr>
          <p:cNvPr id="1705" name="Google Shape;1705;g39f98e7237a_0_5"/>
          <p:cNvSpPr/>
          <p:nvPr/>
        </p:nvSpPr>
        <p:spPr>
          <a:xfrm>
            <a:off x="112841" y="3225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6" name="Google Shape;1706;g39f98e7237a_0_5"/>
          <p:cNvSpPr/>
          <p:nvPr/>
        </p:nvSpPr>
        <p:spPr>
          <a:xfrm>
            <a:off x="112841" y="3601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7" name="Google Shape;1707;g39f98e7237a_0_5"/>
          <p:cNvSpPr/>
          <p:nvPr/>
        </p:nvSpPr>
        <p:spPr>
          <a:xfrm>
            <a:off x="113000" y="4687775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US8: As an aspiring software engineer, I want to make a report on the code’s metrics, in order to make a report about my findings.</a:t>
            </a:r>
            <a:endParaRPr/>
          </a:p>
        </p:txBody>
      </p:sp>
      <p:sp>
        <p:nvSpPr>
          <p:cNvPr id="1708" name="Google Shape;1708;g39f98e7237a_0_5"/>
          <p:cNvSpPr/>
          <p:nvPr/>
        </p:nvSpPr>
        <p:spPr>
          <a:xfrm>
            <a:off x="112841" y="5460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T19: Revisit the read code, and study the associated metrics.</a:t>
            </a:r>
            <a:endParaRPr/>
          </a:p>
        </p:txBody>
      </p:sp>
      <p:sp>
        <p:nvSpPr>
          <p:cNvPr id="1709" name="Google Shape;1709;g39f98e7237a_0_5"/>
          <p:cNvSpPr/>
          <p:nvPr/>
        </p:nvSpPr>
        <p:spPr>
          <a:xfrm>
            <a:off x="112841" y="6064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T20: Document said metrics.</a:t>
            </a:r>
            <a:endParaRPr/>
          </a:p>
        </p:txBody>
      </p:sp>
      <p:sp>
        <p:nvSpPr>
          <p:cNvPr id="1710" name="Google Shape;1710;g39f98e7237a_0_5"/>
          <p:cNvSpPr/>
          <p:nvPr/>
        </p:nvSpPr>
        <p:spPr>
          <a:xfrm>
            <a:off x="113000" y="7301125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US9: As an aspiring software engineer, I want to create use case diagrams about the code base, so that I may able to understand and communicate on how to interact with the game.</a:t>
            </a:r>
            <a:endParaRPr/>
          </a:p>
        </p:txBody>
      </p:sp>
      <p:sp>
        <p:nvSpPr>
          <p:cNvPr id="1711" name="Google Shape;1711;g39f98e7237a_0_5"/>
          <p:cNvSpPr/>
          <p:nvPr/>
        </p:nvSpPr>
        <p:spPr>
          <a:xfrm>
            <a:off x="112841" y="8366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T21: Revisit the read code, and choose a part of the system to work on.</a:t>
            </a:r>
            <a:endParaRPr/>
          </a:p>
        </p:txBody>
      </p:sp>
      <p:sp>
        <p:nvSpPr>
          <p:cNvPr id="1712" name="Google Shape;1712;g39f98e7237a_0_5"/>
          <p:cNvSpPr/>
          <p:nvPr/>
        </p:nvSpPr>
        <p:spPr>
          <a:xfrm>
            <a:off x="112841" y="89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T22: Develop the Use Case Diagram of the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chosen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system part.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7" name="Google Shape;1717;g39f98e7237a_0_4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18" name="Google Shape;1718;g39f98e7237a_0_46"/>
          <p:cNvSpPr/>
          <p:nvPr/>
        </p:nvSpPr>
        <p:spPr>
          <a:xfrm>
            <a:off x="15278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1719" name="Google Shape;1719;g39f98e7237a_0_4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0" name="Google Shape;1720;g39f98e7237a_0_4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1" name="Google Shape;1721;g39f98e7237a_0_4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2" name="Google Shape;1722;g39f98e7237a_0_4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3" name="Google Shape;1723;g39f98e7237a_0_4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4" name="Google Shape;1724;g39f98e7237a_0_4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5" name="Google Shape;1725;g39f98e7237a_0_4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6" name="Google Shape;1726;g39f98e7237a_0_4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7" name="Google Shape;1727;g39f98e7237a_0_4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8" name="Google Shape;1728;g39f98e7237a_0_4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9" name="Google Shape;1729;g39f98e7237a_0_4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0" name="Google Shape;1730;g39f98e7237a_0_4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1" name="Google Shape;1731;g39f98e7237a_0_4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2" name="Google Shape;1732;g39f98e7237a_0_4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33" name="Google Shape;1733;g39f98e7237a_0_4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4" name="Google Shape;1734;g39f98e7237a_0_4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5" name="Google Shape;1735;g39f98e7237a_0_4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6" name="Google Shape;1736;g39f98e7237a_0_4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7" name="Google Shape;1737;g39f98e7237a_0_4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8" name="Google Shape;1738;g39f98e7237a_0_4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9" name="Google Shape;1739;g39f98e7237a_0_46"/>
          <p:cNvSpPr/>
          <p:nvPr/>
        </p:nvSpPr>
        <p:spPr>
          <a:xfrm>
            <a:off x="12546166" y="562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0" name="Google Shape;1740;g39f98e7237a_0_46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41" name="Google Shape;1741;g39f98e7237a_0_46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42" name="Google Shape;1742;g39f98e7237a_0_46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43" name="Google Shape;1743;g39f98e7237a_0_46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44" name="Google Shape;1744;g39f98e7237a_0_46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45" name="Google Shape;1745;g39f98e7237a_0_46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46" name="Google Shape;1746;g39f98e7237a_0_46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47" name="Google Shape;1747;g39f98e7237a_0_46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48" name="Google Shape;1748;g39f98e7237a_0_46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49" name="Google Shape;1749;g39f98e7237a_0_46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50" name="Google Shape;1750;g39f98e7237a_0_46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51" name="Google Shape;1751;g39f98e7237a_0_46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52" name="Google Shape;1752;g39f98e7237a_0_46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53" name="Google Shape;1753;g39f98e7237a_0_46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54" name="Google Shape;1754;g39f98e7237a_0_46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55" name="Google Shape;1755;g39f98e7237a_0_46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56" name="Google Shape;1756;g39f98e7237a_0_46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57" name="Google Shape;1757;g39f98e7237a_0_46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58" name="Google Shape;1758;g39f98e7237a_0_46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59" name="Google Shape;1759;g39f98e7237a_0_46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60" name="Google Shape;1760;g39f98e7237a_0_46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61" name="Google Shape;1761;g39f98e7237a_0_46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62" name="Google Shape;1762;g39f98e7237a_0_46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63" name="Google Shape;1763;g39f98e7237a_0_46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64" name="Google Shape;1764;g39f98e7237a_0_46"/>
          <p:cNvSpPr/>
          <p:nvPr/>
        </p:nvSpPr>
        <p:spPr>
          <a:xfrm>
            <a:off x="9322841" y="7198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1765" name="Google Shape;1765;g39f98e7237a_0_46"/>
          <p:cNvSpPr/>
          <p:nvPr/>
        </p:nvSpPr>
        <p:spPr>
          <a:xfrm>
            <a:off x="9388791" y="7209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1766" name="Google Shape;1766;g39f98e7237a_0_46"/>
          <p:cNvSpPr/>
          <p:nvPr/>
        </p:nvSpPr>
        <p:spPr>
          <a:xfrm>
            <a:off x="9512966" y="7232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1767" name="Google Shape;1767;g39f98e7237a_0_46"/>
          <p:cNvSpPr/>
          <p:nvPr/>
        </p:nvSpPr>
        <p:spPr>
          <a:xfrm>
            <a:off x="9682829" y="724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1768" name="Google Shape;1768;g39f98e7237a_0_46"/>
          <p:cNvSpPr/>
          <p:nvPr/>
        </p:nvSpPr>
        <p:spPr>
          <a:xfrm>
            <a:off x="9248391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1769" name="Google Shape;1769;g39f98e7237a_0_46"/>
          <p:cNvSpPr/>
          <p:nvPr/>
        </p:nvSpPr>
        <p:spPr>
          <a:xfrm>
            <a:off x="9388791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1770" name="Google Shape;1770;g39f98e7237a_0_46"/>
          <p:cNvSpPr/>
          <p:nvPr/>
        </p:nvSpPr>
        <p:spPr>
          <a:xfrm>
            <a:off x="9552454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1771" name="Google Shape;1771;g39f98e7237a_0_46"/>
          <p:cNvSpPr/>
          <p:nvPr/>
        </p:nvSpPr>
        <p:spPr>
          <a:xfrm>
            <a:off x="9731454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1772" name="Google Shape;1772;g39f98e7237a_0_46"/>
          <p:cNvSpPr/>
          <p:nvPr/>
        </p:nvSpPr>
        <p:spPr>
          <a:xfrm>
            <a:off x="9248391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1773" name="Google Shape;1773;g39f98e7237a_0_46"/>
          <p:cNvSpPr/>
          <p:nvPr/>
        </p:nvSpPr>
        <p:spPr>
          <a:xfrm>
            <a:off x="9412041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1774" name="Google Shape;1774;g39f98e7237a_0_46"/>
          <p:cNvSpPr/>
          <p:nvPr/>
        </p:nvSpPr>
        <p:spPr>
          <a:xfrm>
            <a:off x="959105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1775" name="Google Shape;1775;g39f98e7237a_0_46"/>
          <p:cNvSpPr/>
          <p:nvPr/>
        </p:nvSpPr>
        <p:spPr>
          <a:xfrm>
            <a:off x="98018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1776" name="Google Shape;1776;g39f98e7237a_0_46"/>
          <p:cNvSpPr/>
          <p:nvPr/>
        </p:nvSpPr>
        <p:spPr>
          <a:xfrm>
            <a:off x="9248391" y="4106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1777" name="Google Shape;1777;g39f98e7237a_0_46"/>
          <p:cNvSpPr/>
          <p:nvPr/>
        </p:nvSpPr>
        <p:spPr>
          <a:xfrm>
            <a:off x="12507491" y="4050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1778" name="Google Shape;1778;g39f98e7237a_0_46"/>
          <p:cNvSpPr/>
          <p:nvPr/>
        </p:nvSpPr>
        <p:spPr>
          <a:xfrm>
            <a:off x="9459179" y="41065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1779" name="Google Shape;1779;g39f98e7237a_0_46"/>
          <p:cNvSpPr/>
          <p:nvPr/>
        </p:nvSpPr>
        <p:spPr>
          <a:xfrm>
            <a:off x="9616566" y="4061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1780" name="Google Shape;1780;g39f98e7237a_0_46"/>
          <p:cNvSpPr/>
          <p:nvPr/>
        </p:nvSpPr>
        <p:spPr>
          <a:xfrm>
            <a:off x="9273916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1781" name="Google Shape;1781;g39f98e7237a_0_46"/>
          <p:cNvSpPr/>
          <p:nvPr/>
        </p:nvSpPr>
        <p:spPr>
          <a:xfrm>
            <a:off x="9437566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1782" name="Google Shape;1782;g39f98e7237a_0_46"/>
          <p:cNvSpPr/>
          <p:nvPr/>
        </p:nvSpPr>
        <p:spPr>
          <a:xfrm>
            <a:off x="961657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1783" name="Google Shape;1783;g39f98e7237a_0_46"/>
          <p:cNvSpPr/>
          <p:nvPr/>
        </p:nvSpPr>
        <p:spPr>
          <a:xfrm>
            <a:off x="982732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1784" name="Google Shape;1784;g39f98e7237a_0_46"/>
          <p:cNvSpPr/>
          <p:nvPr/>
        </p:nvSpPr>
        <p:spPr>
          <a:xfrm>
            <a:off x="938879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1785" name="Google Shape;1785;g39f98e7237a_0_46"/>
          <p:cNvSpPr/>
          <p:nvPr/>
        </p:nvSpPr>
        <p:spPr>
          <a:xfrm>
            <a:off x="955244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work on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786" name="Google Shape;1786;g39f98e7237a_0_46"/>
          <p:cNvSpPr/>
          <p:nvPr/>
        </p:nvSpPr>
        <p:spPr>
          <a:xfrm>
            <a:off x="9731454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1787" name="Google Shape;1787;g39f98e7237a_0_46"/>
          <p:cNvSpPr/>
          <p:nvPr/>
        </p:nvSpPr>
        <p:spPr>
          <a:xfrm>
            <a:off x="9942204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1788" name="Google Shape;1788;g39f98e7237a_0_46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789" name="Google Shape;1789;g39f98e7237a_0_46"/>
          <p:cNvSpPr/>
          <p:nvPr/>
        </p:nvSpPr>
        <p:spPr>
          <a:xfrm>
            <a:off x="1892327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0" name="Google Shape;1790;g39f98e7237a_0_46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791" name="Google Shape;1791;g39f98e7237a_0_46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2" name="Google Shape;1792;g39f98e7237a_0_46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793" name="Google Shape;1793;g39f98e7237a_0_46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4" name="Google Shape;1794;g39f98e7237a_0_46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795" name="Google Shape;1795;g39f98e7237a_0_46"/>
          <p:cNvSpPr/>
          <p:nvPr/>
        </p:nvSpPr>
        <p:spPr>
          <a:xfrm>
            <a:off x="12419079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796" name="Google Shape;1796;g39f98e7237a_0_46"/>
          <p:cNvSpPr/>
          <p:nvPr/>
        </p:nvSpPr>
        <p:spPr>
          <a:xfrm>
            <a:off x="12601579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797" name="Google Shape;1797;g39f98e7237a_0_46"/>
          <p:cNvSpPr/>
          <p:nvPr/>
        </p:nvSpPr>
        <p:spPr>
          <a:xfrm>
            <a:off x="15471691" y="843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8" name="Google Shape;1798;g39f98e7237a_0_46"/>
          <p:cNvSpPr/>
          <p:nvPr/>
        </p:nvSpPr>
        <p:spPr>
          <a:xfrm>
            <a:off x="12540241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9" name="Google Shape;1799;g39f98e7237a_0_46"/>
          <p:cNvSpPr/>
          <p:nvPr/>
        </p:nvSpPr>
        <p:spPr>
          <a:xfrm>
            <a:off x="15278704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800" name="Google Shape;1800;g39f98e7237a_0_46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1" name="Google Shape;1801;g39f98e7237a_0_46"/>
          <p:cNvSpPr/>
          <p:nvPr/>
        </p:nvSpPr>
        <p:spPr>
          <a:xfrm>
            <a:off x="15475779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802" name="Google Shape;1802;g39f98e7237a_0_46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803" name="Google Shape;1803;g39f98e7237a_0_46"/>
          <p:cNvSpPr/>
          <p:nvPr/>
        </p:nvSpPr>
        <p:spPr>
          <a:xfrm>
            <a:off x="156110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804" name="Google Shape;1804;g39f98e7237a_0_46"/>
          <p:cNvSpPr/>
          <p:nvPr/>
        </p:nvSpPr>
        <p:spPr>
          <a:xfrm>
            <a:off x="12738741" y="562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5" name="Google Shape;1805;g39f98e7237a_0_46"/>
          <p:cNvSpPr/>
          <p:nvPr/>
        </p:nvSpPr>
        <p:spPr>
          <a:xfrm>
            <a:off x="10154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6" name="Google Shape;1806;g39f98e7237a_0_46"/>
          <p:cNvSpPr/>
          <p:nvPr/>
        </p:nvSpPr>
        <p:spPr>
          <a:xfrm>
            <a:off x="10357666" y="8834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7" name="Google Shape;1807;g39f98e7237a_0_46"/>
          <p:cNvSpPr/>
          <p:nvPr/>
        </p:nvSpPr>
        <p:spPr>
          <a:xfrm>
            <a:off x="10576679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808" name="Google Shape;1808;g39f98e7237a_0_46"/>
          <p:cNvSpPr/>
          <p:nvPr/>
        </p:nvSpPr>
        <p:spPr>
          <a:xfrm>
            <a:off x="9836741" y="7214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9" name="Google Shape;1809;g39f98e7237a_0_46"/>
          <p:cNvSpPr/>
          <p:nvPr/>
        </p:nvSpPr>
        <p:spPr>
          <a:xfrm>
            <a:off x="9953566" y="7244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0" name="Google Shape;1810;g39f98e7237a_0_46"/>
          <p:cNvSpPr/>
          <p:nvPr/>
        </p:nvSpPr>
        <p:spPr>
          <a:xfrm>
            <a:off x="10047654" y="72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811" name="Google Shape;1811;g39f98e7237a_0_46"/>
          <p:cNvSpPr/>
          <p:nvPr/>
        </p:nvSpPr>
        <p:spPr>
          <a:xfrm>
            <a:off x="12659254" y="7229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812" name="Google Shape;1812;g39f98e7237a_0_46"/>
          <p:cNvSpPr/>
          <p:nvPr/>
        </p:nvSpPr>
        <p:spPr>
          <a:xfrm>
            <a:off x="12836091" y="7229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7" name="Google Shape;1817;g3a0c371d84b_0_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18" name="Google Shape;1818;g3a0c371d84b_0_8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1819" name="Google Shape;1819;g3a0c371d84b_0_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0" name="Google Shape;1820;g3a0c371d84b_0_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1" name="Google Shape;1821;g3a0c371d84b_0_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2" name="Google Shape;1822;g3a0c371d84b_0_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3" name="Google Shape;1823;g3a0c371d84b_0_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4" name="Google Shape;1824;g3a0c371d84b_0_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5" name="Google Shape;1825;g3a0c371d84b_0_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6" name="Google Shape;1826;g3a0c371d84b_0_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7" name="Google Shape;1827;g3a0c371d84b_0_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8" name="Google Shape;1828;g3a0c371d84b_0_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9" name="Google Shape;1829;g3a0c371d84b_0_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0" name="Google Shape;1830;g3a0c371d84b_0_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1" name="Google Shape;1831;g3a0c371d84b_0_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2" name="Google Shape;1832;g3a0c371d84b_0_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833" name="Google Shape;1833;g3a0c371d84b_0_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34" name="Google Shape;1834;g3a0c371d84b_0_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35" name="Google Shape;1835;g3a0c371d84b_0_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36" name="Google Shape;1836;g3a0c371d84b_0_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37" name="Google Shape;1837;g3a0c371d84b_0_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38" name="Google Shape;1838;g3a0c371d84b_0_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9" name="Google Shape;1839;g3a0c371d84b_0_8"/>
          <p:cNvSpPr/>
          <p:nvPr/>
        </p:nvSpPr>
        <p:spPr>
          <a:xfrm>
            <a:off x="12546166" y="562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0" name="Google Shape;1840;g3a0c371d84b_0_8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41" name="Google Shape;1841;g3a0c371d84b_0_8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42" name="Google Shape;1842;g3a0c371d84b_0_8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43" name="Google Shape;1843;g3a0c371d84b_0_8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44" name="Google Shape;1844;g3a0c371d84b_0_8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45" name="Google Shape;1845;g3a0c371d84b_0_8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46" name="Google Shape;1846;g3a0c371d84b_0_8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47" name="Google Shape;1847;g3a0c371d84b_0_8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48" name="Google Shape;1848;g3a0c371d84b_0_8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49" name="Google Shape;1849;g3a0c371d84b_0_8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50" name="Google Shape;1850;g3a0c371d84b_0_8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51" name="Google Shape;1851;g3a0c371d84b_0_8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52" name="Google Shape;1852;g3a0c371d84b_0_8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53" name="Google Shape;1853;g3a0c371d84b_0_8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54" name="Google Shape;1854;g3a0c371d84b_0_8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55" name="Google Shape;1855;g3a0c371d84b_0_8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56" name="Google Shape;1856;g3a0c371d84b_0_8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57" name="Google Shape;1857;g3a0c371d84b_0_8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58" name="Google Shape;1858;g3a0c371d84b_0_8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59" name="Google Shape;1859;g3a0c371d84b_0_8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60" name="Google Shape;1860;g3a0c371d84b_0_8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861" name="Google Shape;1861;g3a0c371d84b_0_8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862" name="Google Shape;1862;g3a0c371d84b_0_8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863" name="Google Shape;1863;g3a0c371d84b_0_8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864" name="Google Shape;1864;g3a0c371d84b_0_8"/>
          <p:cNvSpPr/>
          <p:nvPr/>
        </p:nvSpPr>
        <p:spPr>
          <a:xfrm>
            <a:off x="9322841" y="7198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1865" name="Google Shape;1865;g3a0c371d84b_0_8"/>
          <p:cNvSpPr/>
          <p:nvPr/>
        </p:nvSpPr>
        <p:spPr>
          <a:xfrm>
            <a:off x="9388791" y="7209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1866" name="Google Shape;1866;g3a0c371d84b_0_8"/>
          <p:cNvSpPr/>
          <p:nvPr/>
        </p:nvSpPr>
        <p:spPr>
          <a:xfrm>
            <a:off x="9512966" y="7232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1867" name="Google Shape;1867;g3a0c371d84b_0_8"/>
          <p:cNvSpPr/>
          <p:nvPr/>
        </p:nvSpPr>
        <p:spPr>
          <a:xfrm>
            <a:off x="9682829" y="724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1868" name="Google Shape;1868;g3a0c371d84b_0_8"/>
          <p:cNvSpPr/>
          <p:nvPr/>
        </p:nvSpPr>
        <p:spPr>
          <a:xfrm>
            <a:off x="9248391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1869" name="Google Shape;1869;g3a0c371d84b_0_8"/>
          <p:cNvSpPr/>
          <p:nvPr/>
        </p:nvSpPr>
        <p:spPr>
          <a:xfrm>
            <a:off x="12452504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1870" name="Google Shape;1870;g3a0c371d84b_0_8"/>
          <p:cNvSpPr/>
          <p:nvPr/>
        </p:nvSpPr>
        <p:spPr>
          <a:xfrm>
            <a:off x="9552454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1871" name="Google Shape;1871;g3a0c371d84b_0_8"/>
          <p:cNvSpPr/>
          <p:nvPr/>
        </p:nvSpPr>
        <p:spPr>
          <a:xfrm>
            <a:off x="12681241" y="894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1872" name="Google Shape;1872;g3a0c371d84b_0_8"/>
          <p:cNvSpPr/>
          <p:nvPr/>
        </p:nvSpPr>
        <p:spPr>
          <a:xfrm>
            <a:off x="12566391" y="2481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1873" name="Google Shape;1873;g3a0c371d84b_0_8"/>
          <p:cNvSpPr/>
          <p:nvPr/>
        </p:nvSpPr>
        <p:spPr>
          <a:xfrm>
            <a:off x="12707104" y="2482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1874" name="Google Shape;1874;g3a0c371d84b_0_8"/>
          <p:cNvSpPr/>
          <p:nvPr/>
        </p:nvSpPr>
        <p:spPr>
          <a:xfrm>
            <a:off x="9405329" y="2478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1875" name="Google Shape;1875;g3a0c371d84b_0_8"/>
          <p:cNvSpPr/>
          <p:nvPr/>
        </p:nvSpPr>
        <p:spPr>
          <a:xfrm>
            <a:off x="9616079" y="2478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1876" name="Google Shape;1876;g3a0c371d84b_0_8"/>
          <p:cNvSpPr/>
          <p:nvPr/>
        </p:nvSpPr>
        <p:spPr>
          <a:xfrm>
            <a:off x="12447629" y="4069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1877" name="Google Shape;1877;g3a0c371d84b_0_8"/>
          <p:cNvSpPr/>
          <p:nvPr/>
        </p:nvSpPr>
        <p:spPr>
          <a:xfrm>
            <a:off x="9459179" y="41065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1878" name="Google Shape;1878;g3a0c371d84b_0_8"/>
          <p:cNvSpPr/>
          <p:nvPr/>
        </p:nvSpPr>
        <p:spPr>
          <a:xfrm>
            <a:off x="9616566" y="4061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1879" name="Google Shape;1879;g3a0c371d84b_0_8"/>
          <p:cNvSpPr/>
          <p:nvPr/>
        </p:nvSpPr>
        <p:spPr>
          <a:xfrm>
            <a:off x="9273916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1880" name="Google Shape;1880;g3a0c371d84b_0_8"/>
          <p:cNvSpPr/>
          <p:nvPr/>
        </p:nvSpPr>
        <p:spPr>
          <a:xfrm>
            <a:off x="9437566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1881" name="Google Shape;1881;g3a0c371d84b_0_8"/>
          <p:cNvSpPr/>
          <p:nvPr/>
        </p:nvSpPr>
        <p:spPr>
          <a:xfrm>
            <a:off x="961657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1882" name="Google Shape;1882;g3a0c371d84b_0_8"/>
          <p:cNvSpPr/>
          <p:nvPr/>
        </p:nvSpPr>
        <p:spPr>
          <a:xfrm>
            <a:off x="982732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1883" name="Google Shape;1883;g3a0c371d84b_0_8"/>
          <p:cNvSpPr/>
          <p:nvPr/>
        </p:nvSpPr>
        <p:spPr>
          <a:xfrm>
            <a:off x="938879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1884" name="Google Shape;1884;g3a0c371d84b_0_8"/>
          <p:cNvSpPr/>
          <p:nvPr/>
        </p:nvSpPr>
        <p:spPr>
          <a:xfrm>
            <a:off x="955244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1885" name="Google Shape;1885;g3a0c371d84b_0_8"/>
          <p:cNvSpPr/>
          <p:nvPr/>
        </p:nvSpPr>
        <p:spPr>
          <a:xfrm>
            <a:off x="9731454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1886" name="Google Shape;1886;g3a0c371d84b_0_8"/>
          <p:cNvSpPr/>
          <p:nvPr/>
        </p:nvSpPr>
        <p:spPr>
          <a:xfrm>
            <a:off x="9827329" y="8834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1887" name="Google Shape;1887;g3a0c371d84b_0_8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888" name="Google Shape;1888;g3a0c371d84b_0_8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9" name="Google Shape;1889;g3a0c371d84b_0_8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890" name="Google Shape;1890;g3a0c371d84b_0_8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1" name="Google Shape;1891;g3a0c371d84b_0_8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892" name="Google Shape;1892;g3a0c371d84b_0_8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3" name="Google Shape;1893;g3a0c371d84b_0_8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894" name="Google Shape;1894;g3a0c371d84b_0_8"/>
          <p:cNvSpPr/>
          <p:nvPr/>
        </p:nvSpPr>
        <p:spPr>
          <a:xfrm>
            <a:off x="19141166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895" name="Google Shape;1895;g3a0c371d84b_0_8"/>
          <p:cNvSpPr/>
          <p:nvPr/>
        </p:nvSpPr>
        <p:spPr>
          <a:xfrm>
            <a:off x="15471691" y="843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6" name="Google Shape;1896;g3a0c371d84b_0_8"/>
          <p:cNvSpPr/>
          <p:nvPr/>
        </p:nvSpPr>
        <p:spPr>
          <a:xfrm>
            <a:off x="15735816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7" name="Google Shape;1897;g3a0c371d84b_0_8"/>
          <p:cNvSpPr/>
          <p:nvPr/>
        </p:nvSpPr>
        <p:spPr>
          <a:xfrm>
            <a:off x="15278704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898" name="Google Shape;1898;g3a0c371d84b_0_8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9" name="Google Shape;1899;g3a0c371d84b_0_8"/>
          <p:cNvSpPr/>
          <p:nvPr/>
        </p:nvSpPr>
        <p:spPr>
          <a:xfrm>
            <a:off x="15475779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900" name="Google Shape;1900;g3a0c371d84b_0_8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901" name="Google Shape;1901;g3a0c371d84b_0_8"/>
          <p:cNvSpPr/>
          <p:nvPr/>
        </p:nvSpPr>
        <p:spPr>
          <a:xfrm>
            <a:off x="156110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902" name="Google Shape;1902;g3a0c371d84b_0_8"/>
          <p:cNvSpPr/>
          <p:nvPr/>
        </p:nvSpPr>
        <p:spPr>
          <a:xfrm>
            <a:off x="1907981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3" name="Google Shape;1903;g3a0c371d84b_0_8"/>
          <p:cNvSpPr/>
          <p:nvPr/>
        </p:nvSpPr>
        <p:spPr>
          <a:xfrm>
            <a:off x="12460091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4" name="Google Shape;1904;g3a0c371d84b_0_8"/>
          <p:cNvSpPr/>
          <p:nvPr/>
        </p:nvSpPr>
        <p:spPr>
          <a:xfrm>
            <a:off x="12663391" y="88035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5" name="Google Shape;1905;g3a0c371d84b_0_8"/>
          <p:cNvSpPr/>
          <p:nvPr/>
        </p:nvSpPr>
        <p:spPr>
          <a:xfrm>
            <a:off x="12882404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906" name="Google Shape;1906;g3a0c371d84b_0_8"/>
          <p:cNvSpPr/>
          <p:nvPr/>
        </p:nvSpPr>
        <p:spPr>
          <a:xfrm>
            <a:off x="12548879" y="7214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7" name="Google Shape;1907;g3a0c371d84b_0_8"/>
          <p:cNvSpPr/>
          <p:nvPr/>
        </p:nvSpPr>
        <p:spPr>
          <a:xfrm>
            <a:off x="12665704" y="7244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8" name="Google Shape;1908;g3a0c371d84b_0_8"/>
          <p:cNvSpPr/>
          <p:nvPr/>
        </p:nvSpPr>
        <p:spPr>
          <a:xfrm>
            <a:off x="12759791" y="72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909" name="Google Shape;1909;g3a0c371d84b_0_8"/>
          <p:cNvSpPr/>
          <p:nvPr/>
        </p:nvSpPr>
        <p:spPr>
          <a:xfrm>
            <a:off x="12926579" y="7199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910" name="Google Shape;1910;g3a0c371d84b_0_8"/>
          <p:cNvSpPr/>
          <p:nvPr/>
        </p:nvSpPr>
        <p:spPr>
          <a:xfrm>
            <a:off x="13103416" y="7199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911" name="Google Shape;1911;g3a0c371d84b_0_8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1912" name="Google Shape;1912;g3a0c371d84b_0_8"/>
          <p:cNvSpPr/>
          <p:nvPr/>
        </p:nvSpPr>
        <p:spPr>
          <a:xfrm>
            <a:off x="15754341" y="78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7" name="Google Shape;1917;g3a0c371d84b_0_11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18" name="Google Shape;1918;g3a0c371d84b_0_112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1919" name="Google Shape;1919;g3a0c371d84b_0_11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0" name="Google Shape;1920;g3a0c371d84b_0_11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1" name="Google Shape;1921;g3a0c371d84b_0_11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2" name="Google Shape;1922;g3a0c371d84b_0_11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3" name="Google Shape;1923;g3a0c371d84b_0_11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4" name="Google Shape;1924;g3a0c371d84b_0_11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5" name="Google Shape;1925;g3a0c371d84b_0_11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6" name="Google Shape;1926;g3a0c371d84b_0_11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7" name="Google Shape;1927;g3a0c371d84b_0_11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8" name="Google Shape;1928;g3a0c371d84b_0_11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9" name="Google Shape;1929;g3a0c371d84b_0_11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0" name="Google Shape;1930;g3a0c371d84b_0_11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1" name="Google Shape;1931;g3a0c371d84b_0_11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2" name="Google Shape;1932;g3a0c371d84b_0_11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33" name="Google Shape;1933;g3a0c371d84b_0_11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34" name="Google Shape;1934;g3a0c371d84b_0_11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35" name="Google Shape;1935;g3a0c371d84b_0_11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36" name="Google Shape;1936;g3a0c371d84b_0_11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37" name="Google Shape;1937;g3a0c371d84b_0_11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38" name="Google Shape;1938;g3a0c371d84b_0_11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9" name="Google Shape;1939;g3a0c371d84b_0_112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0" name="Google Shape;1940;g3a0c371d84b_0_112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41" name="Google Shape;1941;g3a0c371d84b_0_112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42" name="Google Shape;1942;g3a0c371d84b_0_112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43" name="Google Shape;1943;g3a0c371d84b_0_112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44" name="Google Shape;1944;g3a0c371d84b_0_112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45" name="Google Shape;1945;g3a0c371d84b_0_112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46" name="Google Shape;1946;g3a0c371d84b_0_112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47" name="Google Shape;1947;g3a0c371d84b_0_112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48" name="Google Shape;1948;g3a0c371d84b_0_112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49" name="Google Shape;1949;g3a0c371d84b_0_112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50" name="Google Shape;1950;g3a0c371d84b_0_112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51" name="Google Shape;1951;g3a0c371d84b_0_112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52" name="Google Shape;1952;g3a0c371d84b_0_112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53" name="Google Shape;1953;g3a0c371d84b_0_112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54" name="Google Shape;1954;g3a0c371d84b_0_112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55" name="Google Shape;1955;g3a0c371d84b_0_112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56" name="Google Shape;1956;g3a0c371d84b_0_112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57" name="Google Shape;1957;g3a0c371d84b_0_112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58" name="Google Shape;1958;g3a0c371d84b_0_112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59" name="Google Shape;1959;g3a0c371d84b_0_112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60" name="Google Shape;1960;g3a0c371d84b_0_112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961" name="Google Shape;1961;g3a0c371d84b_0_112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962" name="Google Shape;1962;g3a0c371d84b_0_112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963" name="Google Shape;1963;g3a0c371d84b_0_112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964" name="Google Shape;1964;g3a0c371d84b_0_112"/>
          <p:cNvSpPr/>
          <p:nvPr/>
        </p:nvSpPr>
        <p:spPr>
          <a:xfrm>
            <a:off x="9322841" y="7198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1965" name="Google Shape;1965;g3a0c371d84b_0_112"/>
          <p:cNvSpPr/>
          <p:nvPr/>
        </p:nvSpPr>
        <p:spPr>
          <a:xfrm>
            <a:off x="9388791" y="7209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1966" name="Google Shape;1966;g3a0c371d84b_0_112"/>
          <p:cNvSpPr/>
          <p:nvPr/>
        </p:nvSpPr>
        <p:spPr>
          <a:xfrm>
            <a:off x="9512966" y="7232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1967" name="Google Shape;1967;g3a0c371d84b_0_112"/>
          <p:cNvSpPr/>
          <p:nvPr/>
        </p:nvSpPr>
        <p:spPr>
          <a:xfrm>
            <a:off x="9682829" y="724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1968" name="Google Shape;1968;g3a0c371d84b_0_112"/>
          <p:cNvSpPr/>
          <p:nvPr/>
        </p:nvSpPr>
        <p:spPr>
          <a:xfrm>
            <a:off x="9248391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1969" name="Google Shape;1969;g3a0c371d84b_0_112"/>
          <p:cNvSpPr/>
          <p:nvPr/>
        </p:nvSpPr>
        <p:spPr>
          <a:xfrm>
            <a:off x="12452504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1970" name="Google Shape;1970;g3a0c371d84b_0_112"/>
          <p:cNvSpPr/>
          <p:nvPr/>
        </p:nvSpPr>
        <p:spPr>
          <a:xfrm>
            <a:off x="9552454" y="895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1971" name="Google Shape;1971;g3a0c371d84b_0_112"/>
          <p:cNvSpPr/>
          <p:nvPr/>
        </p:nvSpPr>
        <p:spPr>
          <a:xfrm>
            <a:off x="12681241" y="894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1972" name="Google Shape;1972;g3a0c371d84b_0_112"/>
          <p:cNvSpPr/>
          <p:nvPr/>
        </p:nvSpPr>
        <p:spPr>
          <a:xfrm>
            <a:off x="9405329" y="2478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1973" name="Google Shape;1973;g3a0c371d84b_0_112"/>
          <p:cNvSpPr/>
          <p:nvPr/>
        </p:nvSpPr>
        <p:spPr>
          <a:xfrm>
            <a:off x="9616079" y="2478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1974" name="Google Shape;1974;g3a0c371d84b_0_112"/>
          <p:cNvSpPr/>
          <p:nvPr/>
        </p:nvSpPr>
        <p:spPr>
          <a:xfrm>
            <a:off x="12447629" y="4069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1975" name="Google Shape;1975;g3a0c371d84b_0_112"/>
          <p:cNvSpPr/>
          <p:nvPr/>
        </p:nvSpPr>
        <p:spPr>
          <a:xfrm>
            <a:off x="9459179" y="41065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1976" name="Google Shape;1976;g3a0c371d84b_0_112"/>
          <p:cNvSpPr/>
          <p:nvPr/>
        </p:nvSpPr>
        <p:spPr>
          <a:xfrm>
            <a:off x="9616566" y="4061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1977" name="Google Shape;1977;g3a0c371d84b_0_112"/>
          <p:cNvSpPr/>
          <p:nvPr/>
        </p:nvSpPr>
        <p:spPr>
          <a:xfrm>
            <a:off x="9273916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1978" name="Google Shape;1978;g3a0c371d84b_0_112"/>
          <p:cNvSpPr/>
          <p:nvPr/>
        </p:nvSpPr>
        <p:spPr>
          <a:xfrm>
            <a:off x="12538066" y="5641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1979" name="Google Shape;1979;g3a0c371d84b_0_112"/>
          <p:cNvSpPr/>
          <p:nvPr/>
        </p:nvSpPr>
        <p:spPr>
          <a:xfrm>
            <a:off x="961657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1980" name="Google Shape;1980;g3a0c371d84b_0_112"/>
          <p:cNvSpPr/>
          <p:nvPr/>
        </p:nvSpPr>
        <p:spPr>
          <a:xfrm>
            <a:off x="982732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1981" name="Google Shape;1981;g3a0c371d84b_0_112"/>
          <p:cNvSpPr/>
          <p:nvPr/>
        </p:nvSpPr>
        <p:spPr>
          <a:xfrm>
            <a:off x="938879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1982" name="Google Shape;1982;g3a0c371d84b_0_112"/>
          <p:cNvSpPr/>
          <p:nvPr/>
        </p:nvSpPr>
        <p:spPr>
          <a:xfrm>
            <a:off x="955244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1983" name="Google Shape;1983;g3a0c371d84b_0_112"/>
          <p:cNvSpPr/>
          <p:nvPr/>
        </p:nvSpPr>
        <p:spPr>
          <a:xfrm>
            <a:off x="9731454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1984" name="Google Shape;1984;g3a0c371d84b_0_112"/>
          <p:cNvSpPr/>
          <p:nvPr/>
        </p:nvSpPr>
        <p:spPr>
          <a:xfrm>
            <a:off x="9827329" y="8834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1985" name="Google Shape;1985;g3a0c371d84b_0_112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986" name="Google Shape;1986;g3a0c371d84b_0_112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7" name="Google Shape;1987;g3a0c371d84b_0_112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988" name="Google Shape;1988;g3a0c371d84b_0_112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9" name="Google Shape;1989;g3a0c371d84b_0_112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990" name="Google Shape;1990;g3a0c371d84b_0_112"/>
          <p:cNvSpPr/>
          <p:nvPr/>
        </p:nvSpPr>
        <p:spPr>
          <a:xfrm>
            <a:off x="18753804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1" name="Google Shape;1991;g3a0c371d84b_0_112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992" name="Google Shape;1992;g3a0c371d84b_0_112"/>
          <p:cNvSpPr/>
          <p:nvPr/>
        </p:nvSpPr>
        <p:spPr>
          <a:xfrm>
            <a:off x="19141166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993" name="Google Shape;1993;g3a0c371d84b_0_112"/>
          <p:cNvSpPr/>
          <p:nvPr/>
        </p:nvSpPr>
        <p:spPr>
          <a:xfrm>
            <a:off x="15471691" y="843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4" name="Google Shape;1994;g3a0c371d84b_0_112"/>
          <p:cNvSpPr/>
          <p:nvPr/>
        </p:nvSpPr>
        <p:spPr>
          <a:xfrm>
            <a:off x="15633541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5" name="Google Shape;1995;g3a0c371d84b_0_112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6" name="Google Shape;1996;g3a0c371d84b_0_112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997" name="Google Shape;1997;g3a0c371d84b_0_112"/>
          <p:cNvSpPr/>
          <p:nvPr/>
        </p:nvSpPr>
        <p:spPr>
          <a:xfrm>
            <a:off x="156110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998" name="Google Shape;1998;g3a0c371d84b_0_112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9" name="Google Shape;1999;g3a0c371d84b_0_112"/>
          <p:cNvSpPr/>
          <p:nvPr/>
        </p:nvSpPr>
        <p:spPr>
          <a:xfrm>
            <a:off x="12460091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0" name="Google Shape;2000;g3a0c371d84b_0_112"/>
          <p:cNvSpPr/>
          <p:nvPr/>
        </p:nvSpPr>
        <p:spPr>
          <a:xfrm>
            <a:off x="12663391" y="88035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1" name="Google Shape;2001;g3a0c371d84b_0_112"/>
          <p:cNvSpPr/>
          <p:nvPr/>
        </p:nvSpPr>
        <p:spPr>
          <a:xfrm>
            <a:off x="12882404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002" name="Google Shape;2002;g3a0c371d84b_0_112"/>
          <p:cNvSpPr/>
          <p:nvPr/>
        </p:nvSpPr>
        <p:spPr>
          <a:xfrm>
            <a:off x="12548879" y="7214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3" name="Google Shape;2003;g3a0c371d84b_0_112"/>
          <p:cNvSpPr/>
          <p:nvPr/>
        </p:nvSpPr>
        <p:spPr>
          <a:xfrm>
            <a:off x="12665704" y="7244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4" name="Google Shape;2004;g3a0c371d84b_0_112"/>
          <p:cNvSpPr/>
          <p:nvPr/>
        </p:nvSpPr>
        <p:spPr>
          <a:xfrm>
            <a:off x="12759791" y="72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005" name="Google Shape;2005;g3a0c371d84b_0_112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006" name="Google Shape;2006;g3a0c371d84b_0_112"/>
          <p:cNvSpPr/>
          <p:nvPr/>
        </p:nvSpPr>
        <p:spPr>
          <a:xfrm>
            <a:off x="1575680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007" name="Google Shape;2007;g3a0c371d84b_0_112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008" name="Google Shape;2008;g3a0c371d84b_0_112"/>
          <p:cNvSpPr/>
          <p:nvPr/>
        </p:nvSpPr>
        <p:spPr>
          <a:xfrm>
            <a:off x="15754329" y="78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009" name="Google Shape;2009;g3a0c371d84b_0_112"/>
          <p:cNvSpPr/>
          <p:nvPr/>
        </p:nvSpPr>
        <p:spPr>
          <a:xfrm>
            <a:off x="15899591" y="24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010" name="Google Shape;2010;g3a0c371d84b_0_112"/>
          <p:cNvSpPr/>
          <p:nvPr/>
        </p:nvSpPr>
        <p:spPr>
          <a:xfrm>
            <a:off x="16040304" y="244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011" name="Google Shape;2011;g3a0c371d84b_0_112"/>
          <p:cNvSpPr/>
          <p:nvPr/>
        </p:nvSpPr>
        <p:spPr>
          <a:xfrm>
            <a:off x="19246729" y="57703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012" name="Google Shape;2012;g3a0c371d84b_0_112"/>
          <p:cNvSpPr/>
          <p:nvPr/>
        </p:nvSpPr>
        <p:spPr>
          <a:xfrm>
            <a:off x="19373179" y="4180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7" name="Google Shape;2017;g3a1716757fe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18" name="Google Shape;2018;g3a1716757fe_0_0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019" name="Google Shape;2019;g3a1716757fe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0" name="Google Shape;2020;g3a1716757fe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1" name="Google Shape;2021;g3a1716757fe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2" name="Google Shape;2022;g3a1716757fe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3" name="Google Shape;2023;g3a1716757fe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4" name="Google Shape;2024;g3a1716757fe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5" name="Google Shape;2025;g3a1716757fe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6" name="Google Shape;2026;g3a1716757fe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7" name="Google Shape;2027;g3a1716757fe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8" name="Google Shape;2028;g3a1716757fe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9" name="Google Shape;2029;g3a1716757fe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0" name="Google Shape;2030;g3a1716757fe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1" name="Google Shape;2031;g3a1716757fe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2" name="Google Shape;2032;g3a1716757fe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33" name="Google Shape;2033;g3a1716757fe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4" name="Google Shape;2034;g3a1716757fe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5" name="Google Shape;2035;g3a1716757fe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6" name="Google Shape;2036;g3a1716757fe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7" name="Google Shape;2037;g3a1716757fe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8" name="Google Shape;2038;g3a1716757fe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9" name="Google Shape;2039;g3a1716757fe_0_0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0" name="Google Shape;2040;g3a1716757fe_0_0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41" name="Google Shape;2041;g3a1716757fe_0_0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42" name="Google Shape;2042;g3a1716757fe_0_0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43" name="Google Shape;2043;g3a1716757fe_0_0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44" name="Google Shape;2044;g3a1716757fe_0_0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45" name="Google Shape;2045;g3a1716757fe_0_0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46" name="Google Shape;2046;g3a1716757fe_0_0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47" name="Google Shape;2047;g3a1716757fe_0_0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48" name="Google Shape;2048;g3a1716757fe_0_0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49" name="Google Shape;2049;g3a1716757fe_0_0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50" name="Google Shape;2050;g3a1716757fe_0_0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51" name="Google Shape;2051;g3a1716757fe_0_0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52" name="Google Shape;2052;g3a1716757fe_0_0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53" name="Google Shape;2053;g3a1716757fe_0_0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54" name="Google Shape;2054;g3a1716757fe_0_0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55" name="Google Shape;2055;g3a1716757fe_0_0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56" name="Google Shape;2056;g3a1716757fe_0_0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57" name="Google Shape;2057;g3a1716757fe_0_0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58" name="Google Shape;2058;g3a1716757fe_0_0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59" name="Google Shape;2059;g3a1716757fe_0_0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60" name="Google Shape;2060;g3a1716757fe_0_0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061" name="Google Shape;2061;g3a1716757fe_0_0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062" name="Google Shape;2062;g3a1716757fe_0_0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063" name="Google Shape;2063;g3a1716757fe_0_0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064" name="Google Shape;2064;g3a1716757fe_0_0"/>
          <p:cNvSpPr/>
          <p:nvPr/>
        </p:nvSpPr>
        <p:spPr>
          <a:xfrm>
            <a:off x="9322841" y="7198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065" name="Google Shape;2065;g3a1716757fe_0_0"/>
          <p:cNvSpPr/>
          <p:nvPr/>
        </p:nvSpPr>
        <p:spPr>
          <a:xfrm>
            <a:off x="12501254" y="72131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066" name="Google Shape;2066;g3a1716757fe_0_0"/>
          <p:cNvSpPr/>
          <p:nvPr/>
        </p:nvSpPr>
        <p:spPr>
          <a:xfrm>
            <a:off x="9512966" y="7232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067" name="Google Shape;2067;g3a1716757fe_0_0"/>
          <p:cNvSpPr/>
          <p:nvPr/>
        </p:nvSpPr>
        <p:spPr>
          <a:xfrm>
            <a:off x="9682829" y="724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068" name="Google Shape;2068;g3a1716757fe_0_0"/>
          <p:cNvSpPr/>
          <p:nvPr/>
        </p:nvSpPr>
        <p:spPr>
          <a:xfrm>
            <a:off x="12390654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069" name="Google Shape;2069;g3a1716757fe_0_0"/>
          <p:cNvSpPr/>
          <p:nvPr/>
        </p:nvSpPr>
        <p:spPr>
          <a:xfrm>
            <a:off x="9437366" y="895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070" name="Google Shape;2070;g3a1716757fe_0_0"/>
          <p:cNvSpPr/>
          <p:nvPr/>
        </p:nvSpPr>
        <p:spPr>
          <a:xfrm>
            <a:off x="9405329" y="2478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071" name="Google Shape;2071;g3a1716757fe_0_0"/>
          <p:cNvSpPr/>
          <p:nvPr/>
        </p:nvSpPr>
        <p:spPr>
          <a:xfrm>
            <a:off x="12438516" y="2480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072" name="Google Shape;2072;g3a1716757fe_0_0"/>
          <p:cNvSpPr/>
          <p:nvPr/>
        </p:nvSpPr>
        <p:spPr>
          <a:xfrm>
            <a:off x="12447629" y="4069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073" name="Google Shape;2073;g3a1716757fe_0_0"/>
          <p:cNvSpPr/>
          <p:nvPr/>
        </p:nvSpPr>
        <p:spPr>
          <a:xfrm>
            <a:off x="9459179" y="41065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074" name="Google Shape;2074;g3a1716757fe_0_0"/>
          <p:cNvSpPr/>
          <p:nvPr/>
        </p:nvSpPr>
        <p:spPr>
          <a:xfrm>
            <a:off x="9616566" y="40655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075" name="Google Shape;2075;g3a1716757fe_0_0"/>
          <p:cNvSpPr/>
          <p:nvPr/>
        </p:nvSpPr>
        <p:spPr>
          <a:xfrm>
            <a:off x="1253806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076" name="Google Shape;2076;g3a1716757fe_0_0"/>
          <p:cNvSpPr/>
          <p:nvPr/>
        </p:nvSpPr>
        <p:spPr>
          <a:xfrm>
            <a:off x="961657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077" name="Google Shape;2077;g3a1716757fe_0_0"/>
          <p:cNvSpPr/>
          <p:nvPr/>
        </p:nvSpPr>
        <p:spPr>
          <a:xfrm>
            <a:off x="9827329" y="565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078" name="Google Shape;2078;g3a1716757fe_0_0"/>
          <p:cNvSpPr/>
          <p:nvPr/>
        </p:nvSpPr>
        <p:spPr>
          <a:xfrm>
            <a:off x="9388791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2079" name="Google Shape;2079;g3a1716757fe_0_0"/>
          <p:cNvSpPr/>
          <p:nvPr/>
        </p:nvSpPr>
        <p:spPr>
          <a:xfrm>
            <a:off x="12491516" y="88034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080" name="Google Shape;2080;g3a1716757fe_0_0"/>
          <p:cNvSpPr/>
          <p:nvPr/>
        </p:nvSpPr>
        <p:spPr>
          <a:xfrm>
            <a:off x="9731454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081" name="Google Shape;2081;g3a1716757fe_0_0"/>
          <p:cNvSpPr/>
          <p:nvPr/>
        </p:nvSpPr>
        <p:spPr>
          <a:xfrm>
            <a:off x="9827329" y="8834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082" name="Google Shape;2082;g3a1716757fe_0_0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083" name="Google Shape;2083;g3a1716757fe_0_0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4" name="Google Shape;2084;g3a1716757fe_0_0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085" name="Google Shape;2085;g3a1716757fe_0_0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6" name="Google Shape;2086;g3a1716757fe_0_0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087" name="Google Shape;2087;g3a1716757fe_0_0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8" name="Google Shape;2088;g3a1716757fe_0_0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089" name="Google Shape;2089;g3a1716757fe_0_0"/>
          <p:cNvSpPr/>
          <p:nvPr/>
        </p:nvSpPr>
        <p:spPr>
          <a:xfrm>
            <a:off x="19141166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090" name="Google Shape;2090;g3a1716757fe_0_0"/>
          <p:cNvSpPr/>
          <p:nvPr/>
        </p:nvSpPr>
        <p:spPr>
          <a:xfrm>
            <a:off x="15471691" y="843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1" name="Google Shape;2091;g3a1716757fe_0_0"/>
          <p:cNvSpPr/>
          <p:nvPr/>
        </p:nvSpPr>
        <p:spPr>
          <a:xfrm>
            <a:off x="15633541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2" name="Google Shape;2092;g3a1716757fe_0_0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3" name="Google Shape;2093;g3a1716757fe_0_0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094" name="Google Shape;2094;g3a1716757fe_0_0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095" name="Google Shape;2095;g3a1716757fe_0_0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6" name="Google Shape;2096;g3a1716757fe_0_0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7" name="Google Shape;2097;g3a1716757fe_0_0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8" name="Google Shape;2098;g3a1716757fe_0_0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099" name="Google Shape;2099;g3a1716757fe_0_0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100" name="Google Shape;2100;g3a1716757fe_0_0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101" name="Google Shape;2101;g3a1716757fe_0_0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102" name="Google Shape;2102;g3a1716757fe_0_0"/>
          <p:cNvSpPr/>
          <p:nvPr/>
        </p:nvSpPr>
        <p:spPr>
          <a:xfrm>
            <a:off x="157543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103" name="Google Shape;2103;g3a1716757fe_0_0"/>
          <p:cNvSpPr/>
          <p:nvPr/>
        </p:nvSpPr>
        <p:spPr>
          <a:xfrm>
            <a:off x="15899591" y="24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104" name="Google Shape;2104;g3a1716757fe_0_0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105" name="Google Shape;2105;g3a1716757fe_0_0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106" name="Google Shape;2106;g3a1716757fe_0_0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107" name="Google Shape;2107;g3a1716757fe_0_0"/>
          <p:cNvSpPr/>
          <p:nvPr/>
        </p:nvSpPr>
        <p:spPr>
          <a:xfrm>
            <a:off x="19511329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108" name="Google Shape;2108;g3a1716757fe_0_0"/>
          <p:cNvSpPr/>
          <p:nvPr/>
        </p:nvSpPr>
        <p:spPr>
          <a:xfrm>
            <a:off x="12653391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109" name="Google Shape;2109;g3a1716757fe_0_0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110" name="Google Shape;2110;g3a1716757fe_0_0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1" name="Google Shape;2111;g3a1716757fe_0_0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2" name="Google Shape;2112;g3a1716757fe_0_0"/>
          <p:cNvSpPr/>
          <p:nvPr/>
        </p:nvSpPr>
        <p:spPr>
          <a:xfrm>
            <a:off x="193865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7" name="Google Shape;2117;g3a1716757fe_0_30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18" name="Google Shape;2118;g3a1716757fe_0_307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119" name="Google Shape;2119;g3a1716757fe_0_30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0" name="Google Shape;2120;g3a1716757fe_0_30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1" name="Google Shape;2121;g3a1716757fe_0_30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2" name="Google Shape;2122;g3a1716757fe_0_30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3" name="Google Shape;2123;g3a1716757fe_0_30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4" name="Google Shape;2124;g3a1716757fe_0_30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5" name="Google Shape;2125;g3a1716757fe_0_30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6" name="Google Shape;2126;g3a1716757fe_0_30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7" name="Google Shape;2127;g3a1716757fe_0_30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8" name="Google Shape;2128;g3a1716757fe_0_30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9" name="Google Shape;2129;g3a1716757fe_0_30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0" name="Google Shape;2130;g3a1716757fe_0_30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1" name="Google Shape;2131;g3a1716757fe_0_30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2" name="Google Shape;2132;g3a1716757fe_0_30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33" name="Google Shape;2133;g3a1716757fe_0_30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4" name="Google Shape;2134;g3a1716757fe_0_30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5" name="Google Shape;2135;g3a1716757fe_0_30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6" name="Google Shape;2136;g3a1716757fe_0_30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7" name="Google Shape;2137;g3a1716757fe_0_30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8" name="Google Shape;2138;g3a1716757fe_0_30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9" name="Google Shape;2139;g3a1716757fe_0_307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0" name="Google Shape;2140;g3a1716757fe_0_307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41" name="Google Shape;2141;g3a1716757fe_0_307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42" name="Google Shape;2142;g3a1716757fe_0_307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43" name="Google Shape;2143;g3a1716757fe_0_307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44" name="Google Shape;2144;g3a1716757fe_0_307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45" name="Google Shape;2145;g3a1716757fe_0_307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46" name="Google Shape;2146;g3a1716757fe_0_307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47" name="Google Shape;2147;g3a1716757fe_0_307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48" name="Google Shape;2148;g3a1716757fe_0_307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49" name="Google Shape;2149;g3a1716757fe_0_307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50" name="Google Shape;2150;g3a1716757fe_0_307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51" name="Google Shape;2151;g3a1716757fe_0_307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52" name="Google Shape;2152;g3a1716757fe_0_307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53" name="Google Shape;2153;g3a1716757fe_0_307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54" name="Google Shape;2154;g3a1716757fe_0_307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55" name="Google Shape;2155;g3a1716757fe_0_307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56" name="Google Shape;2156;g3a1716757fe_0_307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57" name="Google Shape;2157;g3a1716757fe_0_307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58" name="Google Shape;2158;g3a1716757fe_0_307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59" name="Google Shape;2159;g3a1716757fe_0_307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60" name="Google Shape;2160;g3a1716757fe_0_307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161" name="Google Shape;2161;g3a1716757fe_0_307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162" name="Google Shape;2162;g3a1716757fe_0_307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163" name="Google Shape;2163;g3a1716757fe_0_307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164" name="Google Shape;2164;g3a1716757fe_0_307"/>
          <p:cNvSpPr/>
          <p:nvPr/>
        </p:nvSpPr>
        <p:spPr>
          <a:xfrm>
            <a:off x="12025529" y="7210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165" name="Google Shape;2165;g3a1716757fe_0_307"/>
          <p:cNvSpPr/>
          <p:nvPr/>
        </p:nvSpPr>
        <p:spPr>
          <a:xfrm>
            <a:off x="12215654" y="7244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166" name="Google Shape;2166;g3a1716757fe_0_307"/>
          <p:cNvSpPr/>
          <p:nvPr/>
        </p:nvSpPr>
        <p:spPr>
          <a:xfrm>
            <a:off x="12385516" y="725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167" name="Google Shape;2167;g3a1716757fe_0_307"/>
          <p:cNvSpPr/>
          <p:nvPr/>
        </p:nvSpPr>
        <p:spPr>
          <a:xfrm>
            <a:off x="12083016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168" name="Google Shape;2168;g3a1716757fe_0_307"/>
          <p:cNvSpPr/>
          <p:nvPr/>
        </p:nvSpPr>
        <p:spPr>
          <a:xfrm>
            <a:off x="12202529" y="2480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169" name="Google Shape;2169;g3a1716757fe_0_307"/>
          <p:cNvSpPr/>
          <p:nvPr/>
        </p:nvSpPr>
        <p:spPr>
          <a:xfrm>
            <a:off x="12438516" y="2480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170" name="Google Shape;2170;g3a1716757fe_0_307"/>
          <p:cNvSpPr/>
          <p:nvPr/>
        </p:nvSpPr>
        <p:spPr>
          <a:xfrm>
            <a:off x="12202529" y="40665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171" name="Google Shape;2171;g3a1716757fe_0_307"/>
          <p:cNvSpPr/>
          <p:nvPr/>
        </p:nvSpPr>
        <p:spPr>
          <a:xfrm>
            <a:off x="12390654" y="4051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172" name="Google Shape;2172;g3a1716757fe_0_307"/>
          <p:cNvSpPr/>
          <p:nvPr/>
        </p:nvSpPr>
        <p:spPr>
          <a:xfrm>
            <a:off x="15709741" y="55699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173" name="Google Shape;2173;g3a1716757fe_0_307"/>
          <p:cNvSpPr/>
          <p:nvPr/>
        </p:nvSpPr>
        <p:spPr>
          <a:xfrm>
            <a:off x="12205516" y="5632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174" name="Google Shape;2174;g3a1716757fe_0_307"/>
          <p:cNvSpPr/>
          <p:nvPr/>
        </p:nvSpPr>
        <p:spPr>
          <a:xfrm>
            <a:off x="12390654" y="5622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175" name="Google Shape;2175;g3a1716757fe_0_307"/>
          <p:cNvSpPr/>
          <p:nvPr/>
        </p:nvSpPr>
        <p:spPr>
          <a:xfrm>
            <a:off x="11979491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2176" name="Google Shape;2176;g3a1716757fe_0_307"/>
          <p:cNvSpPr/>
          <p:nvPr/>
        </p:nvSpPr>
        <p:spPr>
          <a:xfrm>
            <a:off x="12196004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177" name="Google Shape;2177;g3a1716757fe_0_307"/>
          <p:cNvSpPr/>
          <p:nvPr/>
        </p:nvSpPr>
        <p:spPr>
          <a:xfrm>
            <a:off x="12418029" y="8856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178" name="Google Shape;2178;g3a1716757fe_0_307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179" name="Google Shape;2179;g3a1716757fe_0_307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0" name="Google Shape;2180;g3a1716757fe_0_307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181" name="Google Shape;2181;g3a1716757fe_0_307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2" name="Google Shape;2182;g3a1716757fe_0_307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183" name="Google Shape;2183;g3a1716757fe_0_307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4" name="Google Shape;2184;g3a1716757fe_0_307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185" name="Google Shape;2185;g3a1716757fe_0_307"/>
          <p:cNvSpPr/>
          <p:nvPr/>
        </p:nvSpPr>
        <p:spPr>
          <a:xfrm>
            <a:off x="19005316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186" name="Google Shape;2186;g3a1716757fe_0_307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7" name="Google Shape;2187;g3a1716757fe_0_307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188" name="Google Shape;2188;g3a1716757fe_0_307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189" name="Google Shape;2189;g3a1716757fe_0_307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0" name="Google Shape;2190;g3a1716757fe_0_307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1" name="Google Shape;2191;g3a1716757fe_0_307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2" name="Google Shape;2192;g3a1716757fe_0_307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193" name="Google Shape;2193;g3a1716757fe_0_307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194" name="Google Shape;2194;g3a1716757fe_0_307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195" name="Google Shape;2195;g3a1716757fe_0_307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196" name="Google Shape;2196;g3a1716757fe_0_307"/>
          <p:cNvSpPr/>
          <p:nvPr/>
        </p:nvSpPr>
        <p:spPr>
          <a:xfrm>
            <a:off x="15899591" y="24447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197" name="Google Shape;2197;g3a1716757fe_0_307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198" name="Google Shape;2198;g3a1716757fe_0_307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199" name="Google Shape;2199;g3a1716757fe_0_307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200" name="Google Shape;2200;g3a1716757fe_0_307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201" name="Google Shape;2201;g3a1716757fe_0_307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2" name="Google Shape;2202;g3a1716757fe_0_307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3" name="Google Shape;2203;g3a1716757fe_0_307"/>
          <p:cNvSpPr/>
          <p:nvPr/>
        </p:nvSpPr>
        <p:spPr>
          <a:xfrm>
            <a:off x="192590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204" name="Google Shape;2204;g3a1716757fe_0_307"/>
          <p:cNvSpPr/>
          <p:nvPr/>
        </p:nvSpPr>
        <p:spPr>
          <a:xfrm>
            <a:off x="151012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5" name="Google Shape;2205;g3a1716757fe_0_307"/>
          <p:cNvSpPr/>
          <p:nvPr/>
        </p:nvSpPr>
        <p:spPr>
          <a:xfrm>
            <a:off x="12390654" y="891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206" name="Google Shape;2206;g3a1716757fe_0_307"/>
          <p:cNvSpPr/>
          <p:nvPr/>
        </p:nvSpPr>
        <p:spPr>
          <a:xfrm>
            <a:off x="15411604" y="83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207" name="Google Shape;2207;g3a1716757fe_0_307"/>
          <p:cNvSpPr/>
          <p:nvPr/>
        </p:nvSpPr>
        <p:spPr>
          <a:xfrm>
            <a:off x="15806466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208" name="Google Shape;2208;g3a1716757fe_0_307"/>
          <p:cNvSpPr/>
          <p:nvPr/>
        </p:nvSpPr>
        <p:spPr>
          <a:xfrm>
            <a:off x="15709754" y="40471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209" name="Google Shape;2209;g3a1716757fe_0_307"/>
          <p:cNvSpPr/>
          <p:nvPr/>
        </p:nvSpPr>
        <p:spPr>
          <a:xfrm>
            <a:off x="19480804" y="4215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210" name="Google Shape;2210;g3a1716757fe_0_307"/>
          <p:cNvSpPr/>
          <p:nvPr/>
        </p:nvSpPr>
        <p:spPr>
          <a:xfrm>
            <a:off x="19480791" y="261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11" name="Google Shape;2211;g3a1716757fe_0_307"/>
          <p:cNvSpPr/>
          <p:nvPr/>
        </p:nvSpPr>
        <p:spPr>
          <a:xfrm>
            <a:off x="1915302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212" name="Google Shape;2212;g3a1716757fe_0_307"/>
          <p:cNvSpPr/>
          <p:nvPr/>
        </p:nvSpPr>
        <p:spPr>
          <a:xfrm>
            <a:off x="19198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7" name="Google Shape;2217;g3a1716757fe_0_40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18" name="Google Shape;2218;g3a1716757fe_0_406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219" name="Google Shape;2219;g3a1716757fe_0_40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0" name="Google Shape;2220;g3a1716757fe_0_40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1" name="Google Shape;2221;g3a1716757fe_0_40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2" name="Google Shape;2222;g3a1716757fe_0_40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3" name="Google Shape;2223;g3a1716757fe_0_40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4" name="Google Shape;2224;g3a1716757fe_0_40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5" name="Google Shape;2225;g3a1716757fe_0_40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6" name="Google Shape;2226;g3a1716757fe_0_40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7" name="Google Shape;2227;g3a1716757fe_0_40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8" name="Google Shape;2228;g3a1716757fe_0_40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9" name="Google Shape;2229;g3a1716757fe_0_40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0" name="Google Shape;2230;g3a1716757fe_0_40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1" name="Google Shape;2231;g3a1716757fe_0_40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2" name="Google Shape;2232;g3a1716757fe_0_40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33" name="Google Shape;2233;g3a1716757fe_0_40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4" name="Google Shape;2234;g3a1716757fe_0_40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5" name="Google Shape;2235;g3a1716757fe_0_40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6" name="Google Shape;2236;g3a1716757fe_0_40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7" name="Google Shape;2237;g3a1716757fe_0_40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8" name="Google Shape;2238;g3a1716757fe_0_40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9" name="Google Shape;2239;g3a1716757fe_0_406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0" name="Google Shape;2240;g3a1716757fe_0_406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41" name="Google Shape;2241;g3a1716757fe_0_406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42" name="Google Shape;2242;g3a1716757fe_0_406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43" name="Google Shape;2243;g3a1716757fe_0_406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44" name="Google Shape;2244;g3a1716757fe_0_406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45" name="Google Shape;2245;g3a1716757fe_0_406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46" name="Google Shape;2246;g3a1716757fe_0_406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47" name="Google Shape;2247;g3a1716757fe_0_406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48" name="Google Shape;2248;g3a1716757fe_0_406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49" name="Google Shape;2249;g3a1716757fe_0_406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50" name="Google Shape;2250;g3a1716757fe_0_406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51" name="Google Shape;2251;g3a1716757fe_0_406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52" name="Google Shape;2252;g3a1716757fe_0_406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53" name="Google Shape;2253;g3a1716757fe_0_406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54" name="Google Shape;2254;g3a1716757fe_0_406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55" name="Google Shape;2255;g3a1716757fe_0_406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56" name="Google Shape;2256;g3a1716757fe_0_406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57" name="Google Shape;2257;g3a1716757fe_0_406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58" name="Google Shape;2258;g3a1716757fe_0_406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59" name="Google Shape;2259;g3a1716757fe_0_406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60" name="Google Shape;2260;g3a1716757fe_0_406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261" name="Google Shape;2261;g3a1716757fe_0_406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262" name="Google Shape;2262;g3a1716757fe_0_406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263" name="Google Shape;2263;g3a1716757fe_0_406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264" name="Google Shape;2264;g3a1716757fe_0_406"/>
          <p:cNvSpPr/>
          <p:nvPr/>
        </p:nvSpPr>
        <p:spPr>
          <a:xfrm>
            <a:off x="12025529" y="7210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265" name="Google Shape;2265;g3a1716757fe_0_406"/>
          <p:cNvSpPr/>
          <p:nvPr/>
        </p:nvSpPr>
        <p:spPr>
          <a:xfrm>
            <a:off x="12215654" y="7244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266" name="Google Shape;2266;g3a1716757fe_0_406"/>
          <p:cNvSpPr/>
          <p:nvPr/>
        </p:nvSpPr>
        <p:spPr>
          <a:xfrm>
            <a:off x="12385516" y="725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267" name="Google Shape;2267;g3a1716757fe_0_406"/>
          <p:cNvSpPr/>
          <p:nvPr/>
        </p:nvSpPr>
        <p:spPr>
          <a:xfrm>
            <a:off x="15677666" y="5638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268" name="Google Shape;2268;g3a1716757fe_0_406"/>
          <p:cNvSpPr/>
          <p:nvPr/>
        </p:nvSpPr>
        <p:spPr>
          <a:xfrm>
            <a:off x="11979491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2269" name="Google Shape;2269;g3a1716757fe_0_406"/>
          <p:cNvSpPr/>
          <p:nvPr/>
        </p:nvSpPr>
        <p:spPr>
          <a:xfrm>
            <a:off x="12196004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270" name="Google Shape;2270;g3a1716757fe_0_406"/>
          <p:cNvSpPr/>
          <p:nvPr/>
        </p:nvSpPr>
        <p:spPr>
          <a:xfrm>
            <a:off x="12418029" y="8856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271" name="Google Shape;2271;g3a1716757fe_0_406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272" name="Google Shape;2272;g3a1716757fe_0_406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3" name="Google Shape;2273;g3a1716757fe_0_406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274" name="Google Shape;2274;g3a1716757fe_0_406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5" name="Google Shape;2275;g3a1716757fe_0_406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276" name="Google Shape;2276;g3a1716757fe_0_406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7" name="Google Shape;2277;g3a1716757fe_0_406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278" name="Google Shape;2278;g3a1716757fe_0_406"/>
          <p:cNvSpPr/>
          <p:nvPr/>
        </p:nvSpPr>
        <p:spPr>
          <a:xfrm>
            <a:off x="19005316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279" name="Google Shape;2279;g3a1716757fe_0_406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0" name="Google Shape;2280;g3a1716757fe_0_406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281" name="Google Shape;2281;g3a1716757fe_0_406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282" name="Google Shape;2282;g3a1716757fe_0_406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3" name="Google Shape;2283;g3a1716757fe_0_406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4" name="Google Shape;2284;g3a1716757fe_0_406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5" name="Google Shape;2285;g3a1716757fe_0_406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286" name="Google Shape;2286;g3a1716757fe_0_406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287" name="Google Shape;2287;g3a1716757fe_0_406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288" name="Google Shape;2288;g3a1716757fe_0_406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289" name="Google Shape;2289;g3a1716757fe_0_406"/>
          <p:cNvSpPr/>
          <p:nvPr/>
        </p:nvSpPr>
        <p:spPr>
          <a:xfrm>
            <a:off x="15763741" y="24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290" name="Google Shape;2290;g3a1716757fe_0_406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291" name="Google Shape;2291;g3a1716757fe_0_406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292" name="Google Shape;2292;g3a1716757fe_0_406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293" name="Google Shape;2293;g3a1716757fe_0_406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294" name="Google Shape;2294;g3a1716757fe_0_406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5" name="Google Shape;2295;g3a1716757fe_0_406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6" name="Google Shape;2296;g3a1716757fe_0_406"/>
          <p:cNvSpPr/>
          <p:nvPr/>
        </p:nvSpPr>
        <p:spPr>
          <a:xfrm>
            <a:off x="192590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297" name="Google Shape;2297;g3a1716757fe_0_406"/>
          <p:cNvSpPr/>
          <p:nvPr/>
        </p:nvSpPr>
        <p:spPr>
          <a:xfrm>
            <a:off x="151012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8" name="Google Shape;2298;g3a1716757fe_0_406"/>
          <p:cNvSpPr/>
          <p:nvPr/>
        </p:nvSpPr>
        <p:spPr>
          <a:xfrm>
            <a:off x="15411604" y="83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299" name="Google Shape;2299;g3a1716757fe_0_406"/>
          <p:cNvSpPr/>
          <p:nvPr/>
        </p:nvSpPr>
        <p:spPr>
          <a:xfrm>
            <a:off x="15806466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300" name="Google Shape;2300;g3a1716757fe_0_406"/>
          <p:cNvSpPr/>
          <p:nvPr/>
        </p:nvSpPr>
        <p:spPr>
          <a:xfrm>
            <a:off x="15709754" y="40471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301" name="Google Shape;2301;g3a1716757fe_0_406"/>
          <p:cNvSpPr/>
          <p:nvPr/>
        </p:nvSpPr>
        <p:spPr>
          <a:xfrm>
            <a:off x="19480804" y="4215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302" name="Google Shape;2302;g3a1716757fe_0_406"/>
          <p:cNvSpPr/>
          <p:nvPr/>
        </p:nvSpPr>
        <p:spPr>
          <a:xfrm>
            <a:off x="19480791" y="261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3" name="Google Shape;2303;g3a1716757fe_0_406"/>
          <p:cNvSpPr/>
          <p:nvPr/>
        </p:nvSpPr>
        <p:spPr>
          <a:xfrm>
            <a:off x="1915302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304" name="Google Shape;2304;g3a1716757fe_0_406"/>
          <p:cNvSpPr/>
          <p:nvPr/>
        </p:nvSpPr>
        <p:spPr>
          <a:xfrm>
            <a:off x="19198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305" name="Google Shape;2305;g3a1716757fe_0_406"/>
          <p:cNvSpPr/>
          <p:nvPr/>
        </p:nvSpPr>
        <p:spPr>
          <a:xfrm>
            <a:off x="16149191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306" name="Google Shape;2306;g3a1716757fe_0_406"/>
          <p:cNvSpPr/>
          <p:nvPr/>
        </p:nvSpPr>
        <p:spPr>
          <a:xfrm>
            <a:off x="16456829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307" name="Google Shape;2307;g3a1716757fe_0_406"/>
          <p:cNvSpPr/>
          <p:nvPr/>
        </p:nvSpPr>
        <p:spPr>
          <a:xfrm>
            <a:off x="159677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308" name="Google Shape;2308;g3a1716757fe_0_406"/>
          <p:cNvSpPr/>
          <p:nvPr/>
        </p:nvSpPr>
        <p:spPr>
          <a:xfrm>
            <a:off x="16234091" y="24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309" name="Google Shape;2309;g3a1716757fe_0_406"/>
          <p:cNvSpPr/>
          <p:nvPr/>
        </p:nvSpPr>
        <p:spPr>
          <a:xfrm>
            <a:off x="15918879" y="405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310" name="Google Shape;2310;g3a1716757fe_0_406"/>
          <p:cNvSpPr/>
          <p:nvPr/>
        </p:nvSpPr>
        <p:spPr>
          <a:xfrm>
            <a:off x="16107004" y="4039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311" name="Google Shape;2311;g3a1716757fe_0_406"/>
          <p:cNvSpPr/>
          <p:nvPr/>
        </p:nvSpPr>
        <p:spPr>
          <a:xfrm>
            <a:off x="15918866" y="56315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312" name="Google Shape;2312;g3a1716757fe_0_406"/>
          <p:cNvSpPr/>
          <p:nvPr/>
        </p:nvSpPr>
        <p:spPr>
          <a:xfrm>
            <a:off x="16104004" y="5621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7" name="Google Shape;2317;g3a1716757fe_0_50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18" name="Google Shape;2318;g3a1716757fe_0_505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319" name="Google Shape;2319;g3a1716757fe_0_50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0" name="Google Shape;2320;g3a1716757fe_0_50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1" name="Google Shape;2321;g3a1716757fe_0_50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2" name="Google Shape;2322;g3a1716757fe_0_50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3" name="Google Shape;2323;g3a1716757fe_0_50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4" name="Google Shape;2324;g3a1716757fe_0_50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5" name="Google Shape;2325;g3a1716757fe_0_50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6" name="Google Shape;2326;g3a1716757fe_0_50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7" name="Google Shape;2327;g3a1716757fe_0_50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8" name="Google Shape;2328;g3a1716757fe_0_50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9" name="Google Shape;2329;g3a1716757fe_0_50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0" name="Google Shape;2330;g3a1716757fe_0_50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1" name="Google Shape;2331;g3a1716757fe_0_50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2" name="Google Shape;2332;g3a1716757fe_0_50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333" name="Google Shape;2333;g3a1716757fe_0_50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34" name="Google Shape;2334;g3a1716757fe_0_50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35" name="Google Shape;2335;g3a1716757fe_0_50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36" name="Google Shape;2336;g3a1716757fe_0_50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37" name="Google Shape;2337;g3a1716757fe_0_50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38" name="Google Shape;2338;g3a1716757fe_0_50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9" name="Google Shape;2339;g3a1716757fe_0_505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40" name="Google Shape;2340;g3a1716757fe_0_505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41" name="Google Shape;2341;g3a1716757fe_0_505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42" name="Google Shape;2342;g3a1716757fe_0_505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43" name="Google Shape;2343;g3a1716757fe_0_505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44" name="Google Shape;2344;g3a1716757fe_0_505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45" name="Google Shape;2345;g3a1716757fe_0_505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46" name="Google Shape;2346;g3a1716757fe_0_505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47" name="Google Shape;2347;g3a1716757fe_0_505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48" name="Google Shape;2348;g3a1716757fe_0_505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49" name="Google Shape;2349;g3a1716757fe_0_505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50" name="Google Shape;2350;g3a1716757fe_0_505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51" name="Google Shape;2351;g3a1716757fe_0_505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52" name="Google Shape;2352;g3a1716757fe_0_505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53" name="Google Shape;2353;g3a1716757fe_0_505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54" name="Google Shape;2354;g3a1716757fe_0_505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55" name="Google Shape;2355;g3a1716757fe_0_505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56" name="Google Shape;2356;g3a1716757fe_0_505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57" name="Google Shape;2357;g3a1716757fe_0_505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58" name="Google Shape;2358;g3a1716757fe_0_505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59" name="Google Shape;2359;g3a1716757fe_0_505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60" name="Google Shape;2360;g3a1716757fe_0_505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361" name="Google Shape;2361;g3a1716757fe_0_505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362" name="Google Shape;2362;g3a1716757fe_0_505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363" name="Google Shape;2363;g3a1716757fe_0_505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364" name="Google Shape;2364;g3a1716757fe_0_505"/>
          <p:cNvSpPr/>
          <p:nvPr/>
        </p:nvSpPr>
        <p:spPr>
          <a:xfrm>
            <a:off x="15677666" y="5638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365" name="Google Shape;2365;g3a1716757fe_0_505"/>
          <p:cNvSpPr/>
          <p:nvPr/>
        </p:nvSpPr>
        <p:spPr>
          <a:xfrm>
            <a:off x="12196004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366" name="Google Shape;2366;g3a1716757fe_0_505"/>
          <p:cNvSpPr/>
          <p:nvPr/>
        </p:nvSpPr>
        <p:spPr>
          <a:xfrm>
            <a:off x="12418029" y="8856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367" name="Google Shape;2367;g3a1716757fe_0_505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368" name="Google Shape;2368;g3a1716757fe_0_505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9" name="Google Shape;2369;g3a1716757fe_0_505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370" name="Google Shape;2370;g3a1716757fe_0_505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1" name="Google Shape;2371;g3a1716757fe_0_505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372" name="Google Shape;2372;g3a1716757fe_0_505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3" name="Google Shape;2373;g3a1716757fe_0_505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374" name="Google Shape;2374;g3a1716757fe_0_505"/>
          <p:cNvSpPr/>
          <p:nvPr/>
        </p:nvSpPr>
        <p:spPr>
          <a:xfrm>
            <a:off x="19005316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375" name="Google Shape;2375;g3a1716757fe_0_505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6" name="Google Shape;2376;g3a1716757fe_0_505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377" name="Google Shape;2377;g3a1716757fe_0_505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378" name="Google Shape;2378;g3a1716757fe_0_505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9" name="Google Shape;2379;g3a1716757fe_0_505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0" name="Google Shape;2380;g3a1716757fe_0_505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1" name="Google Shape;2381;g3a1716757fe_0_505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382" name="Google Shape;2382;g3a1716757fe_0_505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383" name="Google Shape;2383;g3a1716757fe_0_505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384" name="Google Shape;2384;g3a1716757fe_0_505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385" name="Google Shape;2385;g3a1716757fe_0_505"/>
          <p:cNvSpPr/>
          <p:nvPr/>
        </p:nvSpPr>
        <p:spPr>
          <a:xfrm>
            <a:off x="15763741" y="24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386" name="Google Shape;2386;g3a1716757fe_0_505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387" name="Google Shape;2387;g3a1716757fe_0_505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388" name="Google Shape;2388;g3a1716757fe_0_505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389" name="Google Shape;2389;g3a1716757fe_0_505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390" name="Google Shape;2390;g3a1716757fe_0_505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1" name="Google Shape;2391;g3a1716757fe_0_505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2" name="Google Shape;2392;g3a1716757fe_0_505"/>
          <p:cNvSpPr/>
          <p:nvPr/>
        </p:nvSpPr>
        <p:spPr>
          <a:xfrm>
            <a:off x="192590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393" name="Google Shape;2393;g3a1716757fe_0_505"/>
          <p:cNvSpPr/>
          <p:nvPr/>
        </p:nvSpPr>
        <p:spPr>
          <a:xfrm>
            <a:off x="151012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4" name="Google Shape;2394;g3a1716757fe_0_505"/>
          <p:cNvSpPr/>
          <p:nvPr/>
        </p:nvSpPr>
        <p:spPr>
          <a:xfrm>
            <a:off x="15411604" y="83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395" name="Google Shape;2395;g3a1716757fe_0_505"/>
          <p:cNvSpPr/>
          <p:nvPr/>
        </p:nvSpPr>
        <p:spPr>
          <a:xfrm>
            <a:off x="15806466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396" name="Google Shape;2396;g3a1716757fe_0_505"/>
          <p:cNvSpPr/>
          <p:nvPr/>
        </p:nvSpPr>
        <p:spPr>
          <a:xfrm>
            <a:off x="15709754" y="40471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397" name="Google Shape;2397;g3a1716757fe_0_505"/>
          <p:cNvSpPr/>
          <p:nvPr/>
        </p:nvSpPr>
        <p:spPr>
          <a:xfrm>
            <a:off x="19480804" y="4215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398" name="Google Shape;2398;g3a1716757fe_0_505"/>
          <p:cNvSpPr/>
          <p:nvPr/>
        </p:nvSpPr>
        <p:spPr>
          <a:xfrm>
            <a:off x="19480791" y="261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9" name="Google Shape;2399;g3a1716757fe_0_505"/>
          <p:cNvSpPr/>
          <p:nvPr/>
        </p:nvSpPr>
        <p:spPr>
          <a:xfrm>
            <a:off x="1915302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400" name="Google Shape;2400;g3a1716757fe_0_505"/>
          <p:cNvSpPr/>
          <p:nvPr/>
        </p:nvSpPr>
        <p:spPr>
          <a:xfrm>
            <a:off x="19198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401" name="Google Shape;2401;g3a1716757fe_0_505"/>
          <p:cNvSpPr/>
          <p:nvPr/>
        </p:nvSpPr>
        <p:spPr>
          <a:xfrm>
            <a:off x="16149191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402" name="Google Shape;2402;g3a1716757fe_0_505"/>
          <p:cNvSpPr/>
          <p:nvPr/>
        </p:nvSpPr>
        <p:spPr>
          <a:xfrm>
            <a:off x="16456829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403" name="Google Shape;2403;g3a1716757fe_0_505"/>
          <p:cNvSpPr/>
          <p:nvPr/>
        </p:nvSpPr>
        <p:spPr>
          <a:xfrm>
            <a:off x="159677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404" name="Google Shape;2404;g3a1716757fe_0_505"/>
          <p:cNvSpPr/>
          <p:nvPr/>
        </p:nvSpPr>
        <p:spPr>
          <a:xfrm>
            <a:off x="16234091" y="24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405" name="Google Shape;2405;g3a1716757fe_0_505"/>
          <p:cNvSpPr/>
          <p:nvPr/>
        </p:nvSpPr>
        <p:spPr>
          <a:xfrm>
            <a:off x="15918879" y="405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406" name="Google Shape;2406;g3a1716757fe_0_505"/>
          <p:cNvSpPr/>
          <p:nvPr/>
        </p:nvSpPr>
        <p:spPr>
          <a:xfrm>
            <a:off x="16107004" y="4039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407" name="Google Shape;2407;g3a1716757fe_0_505"/>
          <p:cNvSpPr/>
          <p:nvPr/>
        </p:nvSpPr>
        <p:spPr>
          <a:xfrm>
            <a:off x="15918866" y="56315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408" name="Google Shape;2408;g3a1716757fe_0_505"/>
          <p:cNvSpPr/>
          <p:nvPr/>
        </p:nvSpPr>
        <p:spPr>
          <a:xfrm>
            <a:off x="16104004" y="5621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409" name="Google Shape;2409;g3a1716757fe_0_505"/>
          <p:cNvSpPr/>
          <p:nvPr/>
        </p:nvSpPr>
        <p:spPr>
          <a:xfrm>
            <a:off x="19386566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410" name="Google Shape;2410;g3a1716757fe_0_505"/>
          <p:cNvSpPr/>
          <p:nvPr/>
        </p:nvSpPr>
        <p:spPr>
          <a:xfrm>
            <a:off x="16422029" y="71982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411" name="Google Shape;2411;g3a1716757fe_0_505"/>
          <p:cNvSpPr/>
          <p:nvPr/>
        </p:nvSpPr>
        <p:spPr>
          <a:xfrm>
            <a:off x="16678679" y="7198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412" name="Google Shape;2412;g3a1716757fe_0_505"/>
          <p:cNvSpPr/>
          <p:nvPr/>
        </p:nvSpPr>
        <p:spPr>
          <a:xfrm>
            <a:off x="16234091" y="875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7" name="Google Shape;2417;g3a1716757fe_0_60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18" name="Google Shape;2418;g3a1716757fe_0_604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419" name="Google Shape;2419;g3a1716757fe_0_60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0" name="Google Shape;2420;g3a1716757fe_0_60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1" name="Google Shape;2421;g3a1716757fe_0_60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2" name="Google Shape;2422;g3a1716757fe_0_60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3" name="Google Shape;2423;g3a1716757fe_0_60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4" name="Google Shape;2424;g3a1716757fe_0_60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5" name="Google Shape;2425;g3a1716757fe_0_60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6" name="Google Shape;2426;g3a1716757fe_0_60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7" name="Google Shape;2427;g3a1716757fe_0_60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8" name="Google Shape;2428;g3a1716757fe_0_60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9" name="Google Shape;2429;g3a1716757fe_0_60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0" name="Google Shape;2430;g3a1716757fe_0_60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1" name="Google Shape;2431;g3a1716757fe_0_60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2" name="Google Shape;2432;g3a1716757fe_0_60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433" name="Google Shape;2433;g3a1716757fe_0_60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34" name="Google Shape;2434;g3a1716757fe_0_60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35" name="Google Shape;2435;g3a1716757fe_0_60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36" name="Google Shape;2436;g3a1716757fe_0_60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37" name="Google Shape;2437;g3a1716757fe_0_60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38" name="Google Shape;2438;g3a1716757fe_0_60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9" name="Google Shape;2439;g3a1716757fe_0_604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40" name="Google Shape;2440;g3a1716757fe_0_604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41" name="Google Shape;2441;g3a1716757fe_0_604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42" name="Google Shape;2442;g3a1716757fe_0_604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43" name="Google Shape;2443;g3a1716757fe_0_604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44" name="Google Shape;2444;g3a1716757fe_0_604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45" name="Google Shape;2445;g3a1716757fe_0_604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46" name="Google Shape;2446;g3a1716757fe_0_604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47" name="Google Shape;2447;g3a1716757fe_0_604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48" name="Google Shape;2448;g3a1716757fe_0_604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49" name="Google Shape;2449;g3a1716757fe_0_604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50" name="Google Shape;2450;g3a1716757fe_0_604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51" name="Google Shape;2451;g3a1716757fe_0_604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52" name="Google Shape;2452;g3a1716757fe_0_604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53" name="Google Shape;2453;g3a1716757fe_0_604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54" name="Google Shape;2454;g3a1716757fe_0_604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55" name="Google Shape;2455;g3a1716757fe_0_604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56" name="Google Shape;2456;g3a1716757fe_0_604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57" name="Google Shape;2457;g3a1716757fe_0_604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58" name="Google Shape;2458;g3a1716757fe_0_604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59" name="Google Shape;2459;g3a1716757fe_0_604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60" name="Google Shape;2460;g3a1716757fe_0_604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461" name="Google Shape;2461;g3a1716757fe_0_604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462" name="Google Shape;2462;g3a1716757fe_0_604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463" name="Google Shape;2463;g3a1716757fe_0_604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464" name="Google Shape;2464;g3a1716757fe_0_604"/>
          <p:cNvSpPr/>
          <p:nvPr/>
        </p:nvSpPr>
        <p:spPr>
          <a:xfrm>
            <a:off x="15677666" y="5638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465" name="Google Shape;2465;g3a1716757fe_0_604"/>
          <p:cNvSpPr/>
          <p:nvPr/>
        </p:nvSpPr>
        <p:spPr>
          <a:xfrm>
            <a:off x="12196004" y="8856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466" name="Google Shape;2466;g3a1716757fe_0_604"/>
          <p:cNvSpPr/>
          <p:nvPr/>
        </p:nvSpPr>
        <p:spPr>
          <a:xfrm>
            <a:off x="12418029" y="8856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467" name="Google Shape;2467;g3a1716757fe_0_604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468" name="Google Shape;2468;g3a1716757fe_0_604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9" name="Google Shape;2469;g3a1716757fe_0_604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470" name="Google Shape;2470;g3a1716757fe_0_604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1" name="Google Shape;2471;g3a1716757fe_0_604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472" name="Google Shape;2472;g3a1716757fe_0_604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3" name="Google Shape;2473;g3a1716757fe_0_604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474" name="Google Shape;2474;g3a1716757fe_0_604"/>
          <p:cNvSpPr/>
          <p:nvPr/>
        </p:nvSpPr>
        <p:spPr>
          <a:xfrm>
            <a:off x="19005316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475" name="Google Shape;2475;g3a1716757fe_0_604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6" name="Google Shape;2476;g3a1716757fe_0_604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477" name="Google Shape;2477;g3a1716757fe_0_604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478" name="Google Shape;2478;g3a1716757fe_0_604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9" name="Google Shape;2479;g3a1716757fe_0_604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0" name="Google Shape;2480;g3a1716757fe_0_604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1" name="Google Shape;2481;g3a1716757fe_0_604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482" name="Google Shape;2482;g3a1716757fe_0_604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483" name="Google Shape;2483;g3a1716757fe_0_604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484" name="Google Shape;2484;g3a1716757fe_0_604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485" name="Google Shape;2485;g3a1716757fe_0_604"/>
          <p:cNvSpPr/>
          <p:nvPr/>
        </p:nvSpPr>
        <p:spPr>
          <a:xfrm>
            <a:off x="15763741" y="24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486" name="Google Shape;2486;g3a1716757fe_0_604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487" name="Google Shape;2487;g3a1716757fe_0_604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488" name="Google Shape;2488;g3a1716757fe_0_604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489" name="Google Shape;2489;g3a1716757fe_0_604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490" name="Google Shape;2490;g3a1716757fe_0_604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1" name="Google Shape;2491;g3a1716757fe_0_604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2" name="Google Shape;2492;g3a1716757fe_0_604"/>
          <p:cNvSpPr/>
          <p:nvPr/>
        </p:nvSpPr>
        <p:spPr>
          <a:xfrm>
            <a:off x="192590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493" name="Google Shape;2493;g3a1716757fe_0_604"/>
          <p:cNvSpPr/>
          <p:nvPr/>
        </p:nvSpPr>
        <p:spPr>
          <a:xfrm>
            <a:off x="151012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4" name="Google Shape;2494;g3a1716757fe_0_604"/>
          <p:cNvSpPr/>
          <p:nvPr/>
        </p:nvSpPr>
        <p:spPr>
          <a:xfrm>
            <a:off x="15411604" y="83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495" name="Google Shape;2495;g3a1716757fe_0_604"/>
          <p:cNvSpPr/>
          <p:nvPr/>
        </p:nvSpPr>
        <p:spPr>
          <a:xfrm>
            <a:off x="15806466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496" name="Google Shape;2496;g3a1716757fe_0_604"/>
          <p:cNvSpPr/>
          <p:nvPr/>
        </p:nvSpPr>
        <p:spPr>
          <a:xfrm>
            <a:off x="15709754" y="40471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497" name="Google Shape;2497;g3a1716757fe_0_604"/>
          <p:cNvSpPr/>
          <p:nvPr/>
        </p:nvSpPr>
        <p:spPr>
          <a:xfrm>
            <a:off x="19480804" y="4215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498" name="Google Shape;2498;g3a1716757fe_0_604"/>
          <p:cNvSpPr/>
          <p:nvPr/>
        </p:nvSpPr>
        <p:spPr>
          <a:xfrm>
            <a:off x="19480791" y="261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99" name="Google Shape;2499;g3a1716757fe_0_604"/>
          <p:cNvSpPr/>
          <p:nvPr/>
        </p:nvSpPr>
        <p:spPr>
          <a:xfrm>
            <a:off x="1915302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500" name="Google Shape;2500;g3a1716757fe_0_604"/>
          <p:cNvSpPr/>
          <p:nvPr/>
        </p:nvSpPr>
        <p:spPr>
          <a:xfrm>
            <a:off x="19198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501" name="Google Shape;2501;g3a1716757fe_0_604"/>
          <p:cNvSpPr/>
          <p:nvPr/>
        </p:nvSpPr>
        <p:spPr>
          <a:xfrm>
            <a:off x="16149191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502" name="Google Shape;2502;g3a1716757fe_0_604"/>
          <p:cNvSpPr/>
          <p:nvPr/>
        </p:nvSpPr>
        <p:spPr>
          <a:xfrm>
            <a:off x="16456829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503" name="Google Shape;2503;g3a1716757fe_0_604"/>
          <p:cNvSpPr/>
          <p:nvPr/>
        </p:nvSpPr>
        <p:spPr>
          <a:xfrm>
            <a:off x="159677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504" name="Google Shape;2504;g3a1716757fe_0_604"/>
          <p:cNvSpPr/>
          <p:nvPr/>
        </p:nvSpPr>
        <p:spPr>
          <a:xfrm>
            <a:off x="16234091" y="24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505" name="Google Shape;2505;g3a1716757fe_0_604"/>
          <p:cNvSpPr/>
          <p:nvPr/>
        </p:nvSpPr>
        <p:spPr>
          <a:xfrm>
            <a:off x="15918879" y="405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506" name="Google Shape;2506;g3a1716757fe_0_604"/>
          <p:cNvSpPr/>
          <p:nvPr/>
        </p:nvSpPr>
        <p:spPr>
          <a:xfrm>
            <a:off x="16107004" y="4039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507" name="Google Shape;2507;g3a1716757fe_0_604"/>
          <p:cNvSpPr/>
          <p:nvPr/>
        </p:nvSpPr>
        <p:spPr>
          <a:xfrm>
            <a:off x="15918866" y="56315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508" name="Google Shape;2508;g3a1716757fe_0_604"/>
          <p:cNvSpPr/>
          <p:nvPr/>
        </p:nvSpPr>
        <p:spPr>
          <a:xfrm>
            <a:off x="16104004" y="5621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509" name="Google Shape;2509;g3a1716757fe_0_604"/>
          <p:cNvSpPr/>
          <p:nvPr/>
        </p:nvSpPr>
        <p:spPr>
          <a:xfrm>
            <a:off x="19386566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510" name="Google Shape;2510;g3a1716757fe_0_604"/>
          <p:cNvSpPr/>
          <p:nvPr/>
        </p:nvSpPr>
        <p:spPr>
          <a:xfrm>
            <a:off x="1961067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511" name="Google Shape;2511;g3a1716757fe_0_604"/>
          <p:cNvSpPr/>
          <p:nvPr/>
        </p:nvSpPr>
        <p:spPr>
          <a:xfrm>
            <a:off x="16403579" y="7198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512" name="Google Shape;2512;g3a1716757fe_0_604"/>
          <p:cNvSpPr/>
          <p:nvPr/>
        </p:nvSpPr>
        <p:spPr>
          <a:xfrm>
            <a:off x="16234091" y="875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7" name="Google Shape;2517;g3a27631f3e4_0_9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18" name="Google Shape;2518;g3a27631f3e4_0_99"/>
          <p:cNvSpPr/>
          <p:nvPr/>
        </p:nvSpPr>
        <p:spPr>
          <a:xfrm>
            <a:off x="15471704" y="2470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cxnSp>
        <p:nvCxnSpPr>
          <p:cNvPr id="2519" name="Google Shape;2519;g3a27631f3e4_0_9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0" name="Google Shape;2520;g3a27631f3e4_0_9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1" name="Google Shape;2521;g3a27631f3e4_0_9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2" name="Google Shape;2522;g3a27631f3e4_0_9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3" name="Google Shape;2523;g3a27631f3e4_0_9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4" name="Google Shape;2524;g3a27631f3e4_0_9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5" name="Google Shape;2525;g3a27631f3e4_0_9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6" name="Google Shape;2526;g3a27631f3e4_0_9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7" name="Google Shape;2527;g3a27631f3e4_0_9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8" name="Google Shape;2528;g3a27631f3e4_0_9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9" name="Google Shape;2529;g3a27631f3e4_0_9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30" name="Google Shape;2530;g3a27631f3e4_0_9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31" name="Google Shape;2531;g3a27631f3e4_0_9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32" name="Google Shape;2532;g3a27631f3e4_0_9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533" name="Google Shape;2533;g3a27631f3e4_0_9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4" name="Google Shape;2534;g3a27631f3e4_0_9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5" name="Google Shape;2535;g3a27631f3e4_0_9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6" name="Google Shape;2536;g3a27631f3e4_0_9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7" name="Google Shape;2537;g3a27631f3e4_0_9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8" name="Google Shape;2538;g3a27631f3e4_0_9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9" name="Google Shape;2539;g3a27631f3e4_0_99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40" name="Google Shape;2540;g3a27631f3e4_0_99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41" name="Google Shape;2541;g3a27631f3e4_0_99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42" name="Google Shape;2542;g3a27631f3e4_0_99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43" name="Google Shape;2543;g3a27631f3e4_0_99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44" name="Google Shape;2544;g3a27631f3e4_0_99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45" name="Google Shape;2545;g3a27631f3e4_0_99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46" name="Google Shape;2546;g3a27631f3e4_0_99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47" name="Google Shape;2547;g3a27631f3e4_0_99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48" name="Google Shape;2548;g3a27631f3e4_0_99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49" name="Google Shape;2549;g3a27631f3e4_0_99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50" name="Google Shape;2550;g3a27631f3e4_0_99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51" name="Google Shape;2551;g3a27631f3e4_0_99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52" name="Google Shape;2552;g3a27631f3e4_0_99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53" name="Google Shape;2553;g3a27631f3e4_0_99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54" name="Google Shape;2554;g3a27631f3e4_0_99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55" name="Google Shape;2555;g3a27631f3e4_0_99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56" name="Google Shape;2556;g3a27631f3e4_0_99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57" name="Google Shape;2557;g3a27631f3e4_0_99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58" name="Google Shape;2558;g3a27631f3e4_0_99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59" name="Google Shape;2559;g3a27631f3e4_0_99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60" name="Google Shape;2560;g3a27631f3e4_0_99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561" name="Google Shape;2561;g3a27631f3e4_0_99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562" name="Google Shape;2562;g3a27631f3e4_0_99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563" name="Google Shape;2563;g3a27631f3e4_0_99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564" name="Google Shape;2564;g3a27631f3e4_0_99"/>
          <p:cNvSpPr/>
          <p:nvPr/>
        </p:nvSpPr>
        <p:spPr>
          <a:xfrm>
            <a:off x="15677666" y="5638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565" name="Google Shape;2565;g3a27631f3e4_0_99"/>
          <p:cNvSpPr/>
          <p:nvPr/>
        </p:nvSpPr>
        <p:spPr>
          <a:xfrm>
            <a:off x="18560004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566" name="Google Shape;2566;g3a27631f3e4_0_99"/>
          <p:cNvSpPr/>
          <p:nvPr/>
        </p:nvSpPr>
        <p:spPr>
          <a:xfrm>
            <a:off x="18827429" y="10291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7" name="Google Shape;2567;g3a27631f3e4_0_99"/>
          <p:cNvSpPr/>
          <p:nvPr/>
        </p:nvSpPr>
        <p:spPr>
          <a:xfrm>
            <a:off x="18560004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568" name="Google Shape;2568;g3a27631f3e4_0_99"/>
          <p:cNvSpPr/>
          <p:nvPr/>
        </p:nvSpPr>
        <p:spPr>
          <a:xfrm>
            <a:off x="18923279" y="2590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9" name="Google Shape;2569;g3a27631f3e4_0_99"/>
          <p:cNvSpPr/>
          <p:nvPr/>
        </p:nvSpPr>
        <p:spPr>
          <a:xfrm>
            <a:off x="18560004" y="4232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570" name="Google Shape;2570;g3a27631f3e4_0_99"/>
          <p:cNvSpPr/>
          <p:nvPr/>
        </p:nvSpPr>
        <p:spPr>
          <a:xfrm>
            <a:off x="18878479" y="4203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1" name="Google Shape;2571;g3a27631f3e4_0_99"/>
          <p:cNvSpPr/>
          <p:nvPr/>
        </p:nvSpPr>
        <p:spPr>
          <a:xfrm>
            <a:off x="18753804" y="5815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572" name="Google Shape;2572;g3a27631f3e4_0_99"/>
          <p:cNvSpPr/>
          <p:nvPr/>
        </p:nvSpPr>
        <p:spPr>
          <a:xfrm>
            <a:off x="19005316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573" name="Google Shape;2573;g3a27631f3e4_0_99"/>
          <p:cNvSpPr/>
          <p:nvPr/>
        </p:nvSpPr>
        <p:spPr>
          <a:xfrm>
            <a:off x="15489541" y="4046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4" name="Google Shape;2574;g3a27631f3e4_0_99"/>
          <p:cNvSpPr/>
          <p:nvPr/>
        </p:nvSpPr>
        <p:spPr>
          <a:xfrm>
            <a:off x="154011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2575" name="Google Shape;2575;g3a27631f3e4_0_99"/>
          <p:cNvSpPr/>
          <p:nvPr/>
        </p:nvSpPr>
        <p:spPr>
          <a:xfrm>
            <a:off x="18941716" y="880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576" name="Google Shape;2576;g3a27631f3e4_0_99"/>
          <p:cNvSpPr/>
          <p:nvPr/>
        </p:nvSpPr>
        <p:spPr>
          <a:xfrm>
            <a:off x="18964691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7" name="Google Shape;2577;g3a27631f3e4_0_99"/>
          <p:cNvSpPr/>
          <p:nvPr/>
        </p:nvSpPr>
        <p:spPr>
          <a:xfrm>
            <a:off x="15594241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8" name="Google Shape;2578;g3a27631f3e4_0_99"/>
          <p:cNvSpPr/>
          <p:nvPr/>
        </p:nvSpPr>
        <p:spPr>
          <a:xfrm>
            <a:off x="15679866" y="877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9" name="Google Shape;2579;g3a27631f3e4_0_99"/>
          <p:cNvSpPr/>
          <p:nvPr/>
        </p:nvSpPr>
        <p:spPr>
          <a:xfrm>
            <a:off x="159677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580" name="Google Shape;2580;g3a27631f3e4_0_99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581" name="Google Shape;2581;g3a27631f3e4_0_99"/>
          <p:cNvSpPr/>
          <p:nvPr/>
        </p:nvSpPr>
        <p:spPr>
          <a:xfrm>
            <a:off x="18946329" y="7258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582" name="Google Shape;2582;g3a27631f3e4_0_99"/>
          <p:cNvSpPr/>
          <p:nvPr/>
        </p:nvSpPr>
        <p:spPr>
          <a:xfrm>
            <a:off x="19153016" y="420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583" name="Google Shape;2583;g3a27631f3e4_0_99"/>
          <p:cNvSpPr/>
          <p:nvPr/>
        </p:nvSpPr>
        <p:spPr>
          <a:xfrm>
            <a:off x="15763741" y="24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584" name="Google Shape;2584;g3a27631f3e4_0_99"/>
          <p:cNvSpPr/>
          <p:nvPr/>
        </p:nvSpPr>
        <p:spPr>
          <a:xfrm>
            <a:off x="19198379" y="2616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585" name="Google Shape;2585;g3a27631f3e4_0_99"/>
          <p:cNvSpPr/>
          <p:nvPr/>
        </p:nvSpPr>
        <p:spPr>
          <a:xfrm>
            <a:off x="19198379" y="5815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586" name="Google Shape;2586;g3a27631f3e4_0_99"/>
          <p:cNvSpPr/>
          <p:nvPr/>
        </p:nvSpPr>
        <p:spPr>
          <a:xfrm>
            <a:off x="19386566" y="5815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587" name="Google Shape;2587;g3a27631f3e4_0_99"/>
          <p:cNvSpPr/>
          <p:nvPr/>
        </p:nvSpPr>
        <p:spPr>
          <a:xfrm>
            <a:off x="15709741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588" name="Google Shape;2588;g3a27631f3e4_0_99"/>
          <p:cNvSpPr/>
          <p:nvPr/>
        </p:nvSpPr>
        <p:spPr>
          <a:xfrm>
            <a:off x="15967729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9" name="Google Shape;2589;g3a27631f3e4_0_99"/>
          <p:cNvSpPr/>
          <p:nvPr/>
        </p:nvSpPr>
        <p:spPr>
          <a:xfrm>
            <a:off x="16149204" y="7198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0" name="Google Shape;2590;g3a27631f3e4_0_99"/>
          <p:cNvSpPr/>
          <p:nvPr/>
        </p:nvSpPr>
        <p:spPr>
          <a:xfrm>
            <a:off x="192590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591" name="Google Shape;2591;g3a27631f3e4_0_99"/>
          <p:cNvSpPr/>
          <p:nvPr/>
        </p:nvSpPr>
        <p:spPr>
          <a:xfrm>
            <a:off x="15101241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2" name="Google Shape;2592;g3a27631f3e4_0_99"/>
          <p:cNvSpPr/>
          <p:nvPr/>
        </p:nvSpPr>
        <p:spPr>
          <a:xfrm>
            <a:off x="15411604" y="83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593" name="Google Shape;2593;g3a27631f3e4_0_99"/>
          <p:cNvSpPr/>
          <p:nvPr/>
        </p:nvSpPr>
        <p:spPr>
          <a:xfrm>
            <a:off x="15806466" y="842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594" name="Google Shape;2594;g3a27631f3e4_0_99"/>
          <p:cNvSpPr/>
          <p:nvPr/>
        </p:nvSpPr>
        <p:spPr>
          <a:xfrm>
            <a:off x="15709754" y="40471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595" name="Google Shape;2595;g3a27631f3e4_0_99"/>
          <p:cNvSpPr/>
          <p:nvPr/>
        </p:nvSpPr>
        <p:spPr>
          <a:xfrm>
            <a:off x="19480804" y="4215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596" name="Google Shape;2596;g3a27631f3e4_0_99"/>
          <p:cNvSpPr/>
          <p:nvPr/>
        </p:nvSpPr>
        <p:spPr>
          <a:xfrm>
            <a:off x="19480791" y="2616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7" name="Google Shape;2597;g3a27631f3e4_0_99"/>
          <p:cNvSpPr/>
          <p:nvPr/>
        </p:nvSpPr>
        <p:spPr>
          <a:xfrm>
            <a:off x="1915302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598" name="Google Shape;2598;g3a27631f3e4_0_99"/>
          <p:cNvSpPr/>
          <p:nvPr/>
        </p:nvSpPr>
        <p:spPr>
          <a:xfrm>
            <a:off x="19198366" y="883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599" name="Google Shape;2599;g3a27631f3e4_0_99"/>
          <p:cNvSpPr/>
          <p:nvPr/>
        </p:nvSpPr>
        <p:spPr>
          <a:xfrm>
            <a:off x="16149191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600" name="Google Shape;2600;g3a27631f3e4_0_99"/>
          <p:cNvSpPr/>
          <p:nvPr/>
        </p:nvSpPr>
        <p:spPr>
          <a:xfrm>
            <a:off x="16456829" y="846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601" name="Google Shape;2601;g3a27631f3e4_0_99"/>
          <p:cNvSpPr/>
          <p:nvPr/>
        </p:nvSpPr>
        <p:spPr>
          <a:xfrm>
            <a:off x="159677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602" name="Google Shape;2602;g3a27631f3e4_0_99"/>
          <p:cNvSpPr/>
          <p:nvPr/>
        </p:nvSpPr>
        <p:spPr>
          <a:xfrm>
            <a:off x="16234091" y="24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603" name="Google Shape;2603;g3a27631f3e4_0_99"/>
          <p:cNvSpPr/>
          <p:nvPr/>
        </p:nvSpPr>
        <p:spPr>
          <a:xfrm>
            <a:off x="15918879" y="40545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604" name="Google Shape;2604;g3a27631f3e4_0_99"/>
          <p:cNvSpPr/>
          <p:nvPr/>
        </p:nvSpPr>
        <p:spPr>
          <a:xfrm>
            <a:off x="16107004" y="4039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605" name="Google Shape;2605;g3a27631f3e4_0_99"/>
          <p:cNvSpPr/>
          <p:nvPr/>
        </p:nvSpPr>
        <p:spPr>
          <a:xfrm>
            <a:off x="15918866" y="56315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606" name="Google Shape;2606;g3a27631f3e4_0_99"/>
          <p:cNvSpPr/>
          <p:nvPr/>
        </p:nvSpPr>
        <p:spPr>
          <a:xfrm>
            <a:off x="16104004" y="56219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607" name="Google Shape;2607;g3a27631f3e4_0_99"/>
          <p:cNvSpPr/>
          <p:nvPr/>
        </p:nvSpPr>
        <p:spPr>
          <a:xfrm>
            <a:off x="19386566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608" name="Google Shape;2608;g3a27631f3e4_0_99"/>
          <p:cNvSpPr/>
          <p:nvPr/>
        </p:nvSpPr>
        <p:spPr>
          <a:xfrm>
            <a:off x="19610679" y="7258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609" name="Google Shape;2609;g3a27631f3e4_0_99"/>
          <p:cNvSpPr/>
          <p:nvPr/>
        </p:nvSpPr>
        <p:spPr>
          <a:xfrm>
            <a:off x="16403579" y="7198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610" name="Google Shape;2610;g3a27631f3e4_0_99"/>
          <p:cNvSpPr/>
          <p:nvPr/>
        </p:nvSpPr>
        <p:spPr>
          <a:xfrm>
            <a:off x="16040291" y="875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2611" name="Google Shape;2611;g3a27631f3e4_0_99"/>
          <p:cNvSpPr/>
          <p:nvPr/>
        </p:nvSpPr>
        <p:spPr>
          <a:xfrm>
            <a:off x="16234104" y="875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612" name="Google Shape;2612;g3a27631f3e4_0_99"/>
          <p:cNvSpPr/>
          <p:nvPr/>
        </p:nvSpPr>
        <p:spPr>
          <a:xfrm>
            <a:off x="16456829" y="8774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6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7" name="Google Shape;2617;g3a27631f3e4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18" name="Google Shape;2618;g3a27631f3e4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9" name="Google Shape;2619;g3a27631f3e4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0" name="Google Shape;2620;g3a27631f3e4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1" name="Google Shape;2621;g3a27631f3e4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2" name="Google Shape;2622;g3a27631f3e4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3" name="Google Shape;2623;g3a27631f3e4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4" name="Google Shape;2624;g3a27631f3e4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5" name="Google Shape;2625;g3a27631f3e4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6" name="Google Shape;2626;g3a27631f3e4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7" name="Google Shape;2627;g3a27631f3e4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8" name="Google Shape;2628;g3a27631f3e4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9" name="Google Shape;2629;g3a27631f3e4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0" name="Google Shape;2630;g3a27631f3e4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1" name="Google Shape;2631;g3a27631f3e4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32" name="Google Shape;2632;g3a27631f3e4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33" name="Google Shape;2633;g3a27631f3e4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34" name="Google Shape;2634;g3a27631f3e4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35" name="Google Shape;2635;g3a27631f3e4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36" name="Google Shape;2636;g3a27631f3e4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37" name="Google Shape;2637;g3a27631f3e4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8" name="Google Shape;2638;g3a27631f3e4_0_0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39" name="Google Shape;2639;g3a27631f3e4_0_0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40" name="Google Shape;2640;g3a27631f3e4_0_0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41" name="Google Shape;2641;g3a27631f3e4_0_0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42" name="Google Shape;2642;g3a27631f3e4_0_0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43" name="Google Shape;2643;g3a27631f3e4_0_0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44" name="Google Shape;2644;g3a27631f3e4_0_0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45" name="Google Shape;2645;g3a27631f3e4_0_0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46" name="Google Shape;2646;g3a27631f3e4_0_0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47" name="Google Shape;2647;g3a27631f3e4_0_0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48" name="Google Shape;2648;g3a27631f3e4_0_0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49" name="Google Shape;2649;g3a27631f3e4_0_0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50" name="Google Shape;2650;g3a27631f3e4_0_0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51" name="Google Shape;2651;g3a27631f3e4_0_0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52" name="Google Shape;2652;g3a27631f3e4_0_0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53" name="Google Shape;2653;g3a27631f3e4_0_0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54" name="Google Shape;2654;g3a27631f3e4_0_0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55" name="Google Shape;2655;g3a27631f3e4_0_0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56" name="Google Shape;2656;g3a27631f3e4_0_0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57" name="Google Shape;2657;g3a27631f3e4_0_0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58" name="Google Shape;2658;g3a27631f3e4_0_0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2659" name="Google Shape;2659;g3a27631f3e4_0_0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2660" name="Google Shape;2660;g3a27631f3e4_0_0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2661" name="Google Shape;2661;g3a27631f3e4_0_0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2662" name="Google Shape;2662;g3a27631f3e4_0_0"/>
          <p:cNvSpPr/>
          <p:nvPr/>
        </p:nvSpPr>
        <p:spPr>
          <a:xfrm>
            <a:off x="18009254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2663" name="Google Shape;2663;g3a27631f3e4_0_0"/>
          <p:cNvSpPr/>
          <p:nvPr/>
        </p:nvSpPr>
        <p:spPr>
          <a:xfrm>
            <a:off x="18276679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4" name="Google Shape;2664;g3a27631f3e4_0_0"/>
          <p:cNvSpPr/>
          <p:nvPr/>
        </p:nvSpPr>
        <p:spPr>
          <a:xfrm>
            <a:off x="17964454" y="2602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2665" name="Google Shape;2665;g3a27631f3e4_0_0"/>
          <p:cNvSpPr/>
          <p:nvPr/>
        </p:nvSpPr>
        <p:spPr>
          <a:xfrm>
            <a:off x="18327729" y="2602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6" name="Google Shape;2666;g3a27631f3e4_0_0"/>
          <p:cNvSpPr/>
          <p:nvPr/>
        </p:nvSpPr>
        <p:spPr>
          <a:xfrm>
            <a:off x="17964454" y="4217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667" name="Google Shape;2667;g3a27631f3e4_0_0"/>
          <p:cNvSpPr/>
          <p:nvPr/>
        </p:nvSpPr>
        <p:spPr>
          <a:xfrm>
            <a:off x="18282929" y="41880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8" name="Google Shape;2668;g3a27631f3e4_0_0"/>
          <p:cNvSpPr/>
          <p:nvPr/>
        </p:nvSpPr>
        <p:spPr>
          <a:xfrm>
            <a:off x="18283454" y="5729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2669" name="Google Shape;2669;g3a27631f3e4_0_0"/>
          <p:cNvSpPr/>
          <p:nvPr/>
        </p:nvSpPr>
        <p:spPr>
          <a:xfrm>
            <a:off x="18454566" y="1029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2670" name="Google Shape;2670;g3a27631f3e4_0_0"/>
          <p:cNvSpPr/>
          <p:nvPr/>
        </p:nvSpPr>
        <p:spPr>
          <a:xfrm>
            <a:off x="17920641" y="8771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2671" name="Google Shape;2671;g3a27631f3e4_0_0"/>
          <p:cNvSpPr/>
          <p:nvPr/>
        </p:nvSpPr>
        <p:spPr>
          <a:xfrm>
            <a:off x="18494341" y="5729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2" name="Google Shape;2672;g3a27631f3e4_0_0"/>
          <p:cNvSpPr/>
          <p:nvPr/>
        </p:nvSpPr>
        <p:spPr>
          <a:xfrm>
            <a:off x="18199566" y="72306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2673" name="Google Shape;2673;g3a27631f3e4_0_0"/>
          <p:cNvSpPr/>
          <p:nvPr/>
        </p:nvSpPr>
        <p:spPr>
          <a:xfrm>
            <a:off x="18557466" y="4188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T21.3: Revisit the read code, and choose a part of the system to work on.</a:t>
            </a:r>
            <a:endParaRPr/>
          </a:p>
        </p:txBody>
      </p:sp>
      <p:sp>
        <p:nvSpPr>
          <p:cNvPr id="2674" name="Google Shape;2674;g3a27631f3e4_0_0"/>
          <p:cNvSpPr/>
          <p:nvPr/>
        </p:nvSpPr>
        <p:spPr>
          <a:xfrm>
            <a:off x="18602829" y="2628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T21.2: Revisit the read code, and choose a part of the system to work on.</a:t>
            </a:r>
            <a:endParaRPr/>
          </a:p>
        </p:txBody>
      </p:sp>
      <p:sp>
        <p:nvSpPr>
          <p:cNvPr id="2675" name="Google Shape;2675;g3a27631f3e4_0_0"/>
          <p:cNvSpPr/>
          <p:nvPr/>
        </p:nvSpPr>
        <p:spPr>
          <a:xfrm>
            <a:off x="18728029" y="5729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2676" name="Google Shape;2676;g3a27631f3e4_0_0"/>
          <p:cNvSpPr/>
          <p:nvPr/>
        </p:nvSpPr>
        <p:spPr>
          <a:xfrm>
            <a:off x="18916216" y="5729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T21.4: Revisit the read code, and choose a part of the system to work on.</a:t>
            </a:r>
            <a:endParaRPr/>
          </a:p>
        </p:txBody>
      </p:sp>
      <p:sp>
        <p:nvSpPr>
          <p:cNvPr id="2677" name="Google Shape;2677;g3a27631f3e4_0_0"/>
          <p:cNvSpPr/>
          <p:nvPr/>
        </p:nvSpPr>
        <p:spPr>
          <a:xfrm>
            <a:off x="18708304" y="1029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T21.1: Revisit the read code, and choose a part of the system to work on.</a:t>
            </a:r>
            <a:endParaRPr/>
          </a:p>
        </p:txBody>
      </p:sp>
      <p:sp>
        <p:nvSpPr>
          <p:cNvPr id="2678" name="Google Shape;2678;g3a27631f3e4_0_0"/>
          <p:cNvSpPr/>
          <p:nvPr/>
        </p:nvSpPr>
        <p:spPr>
          <a:xfrm>
            <a:off x="18885254" y="4200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2679" name="Google Shape;2679;g3a27631f3e4_0_0"/>
          <p:cNvSpPr/>
          <p:nvPr/>
        </p:nvSpPr>
        <p:spPr>
          <a:xfrm>
            <a:off x="18885241" y="2628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0" name="Google Shape;2680;g3a27631f3e4_0_0"/>
          <p:cNvSpPr/>
          <p:nvPr/>
        </p:nvSpPr>
        <p:spPr>
          <a:xfrm>
            <a:off x="18406266" y="7230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T21.5: Revisit the read code, and choose a part of the system to work on.</a:t>
            </a:r>
            <a:endParaRPr/>
          </a:p>
        </p:txBody>
      </p:sp>
      <p:sp>
        <p:nvSpPr>
          <p:cNvPr id="2681" name="Google Shape;2681;g3a27631f3e4_0_0"/>
          <p:cNvSpPr/>
          <p:nvPr/>
        </p:nvSpPr>
        <p:spPr>
          <a:xfrm>
            <a:off x="18166466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T21.6: Revisit the read code, and choose a part of the system to work on.</a:t>
            </a:r>
            <a:endParaRPr/>
          </a:p>
        </p:txBody>
      </p:sp>
      <p:sp>
        <p:nvSpPr>
          <p:cNvPr id="2682" name="Google Shape;2682;g3a27631f3e4_0_0"/>
          <p:cNvSpPr/>
          <p:nvPr/>
        </p:nvSpPr>
        <p:spPr>
          <a:xfrm>
            <a:off x="18930054" y="1029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T19.1: Revisit the read code, and study the associated metrics.</a:t>
            </a:r>
            <a:endParaRPr/>
          </a:p>
        </p:txBody>
      </p:sp>
      <p:sp>
        <p:nvSpPr>
          <p:cNvPr id="2683" name="Google Shape;2683;g3a27631f3e4_0_0"/>
          <p:cNvSpPr/>
          <p:nvPr/>
        </p:nvSpPr>
        <p:spPr>
          <a:xfrm>
            <a:off x="19128341" y="2628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T19.2: Revisit the read code, and study the associated metrics.</a:t>
            </a:r>
            <a:endParaRPr/>
          </a:p>
        </p:txBody>
      </p:sp>
      <p:sp>
        <p:nvSpPr>
          <p:cNvPr id="2684" name="Google Shape;2684;g3a27631f3e4_0_0"/>
          <p:cNvSpPr/>
          <p:nvPr/>
        </p:nvSpPr>
        <p:spPr>
          <a:xfrm>
            <a:off x="19140329" y="5761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T19.4: Revisit the read code, and study the associated metrics.</a:t>
            </a:r>
            <a:endParaRPr/>
          </a:p>
        </p:txBody>
      </p:sp>
      <p:sp>
        <p:nvSpPr>
          <p:cNvPr id="2685" name="Google Shape;2685;g3a27631f3e4_0_0"/>
          <p:cNvSpPr/>
          <p:nvPr/>
        </p:nvSpPr>
        <p:spPr>
          <a:xfrm>
            <a:off x="18639804" y="7230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T19.5: Revisit the read code, and study the associated metrics.</a:t>
            </a:r>
            <a:endParaRPr/>
          </a:p>
        </p:txBody>
      </p:sp>
      <p:sp>
        <p:nvSpPr>
          <p:cNvPr id="2686" name="Google Shape;2686;g3a27631f3e4_0_0"/>
          <p:cNvSpPr/>
          <p:nvPr/>
        </p:nvSpPr>
        <p:spPr>
          <a:xfrm>
            <a:off x="18863916" y="7230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T20.5: Document said metrics.</a:t>
            </a:r>
            <a:endParaRPr/>
          </a:p>
        </p:txBody>
      </p:sp>
      <p:sp>
        <p:nvSpPr>
          <p:cNvPr id="2687" name="Google Shape;2687;g3a27631f3e4_0_0"/>
          <p:cNvSpPr/>
          <p:nvPr/>
        </p:nvSpPr>
        <p:spPr>
          <a:xfrm>
            <a:off x="19126516" y="1029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T20.1: Document said metrics.</a:t>
            </a:r>
            <a:endParaRPr/>
          </a:p>
        </p:txBody>
      </p:sp>
      <p:sp>
        <p:nvSpPr>
          <p:cNvPr id="2688" name="Google Shape;2688;g3a27631f3e4_0_0"/>
          <p:cNvSpPr/>
          <p:nvPr/>
        </p:nvSpPr>
        <p:spPr>
          <a:xfrm>
            <a:off x="19307666" y="1029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T22.1: Develop the Use Case Diagram of the chosen system part.</a:t>
            </a:r>
            <a:endParaRPr/>
          </a:p>
        </p:txBody>
      </p:sp>
      <p:sp>
        <p:nvSpPr>
          <p:cNvPr id="2689" name="Google Shape;2689;g3a27631f3e4_0_0"/>
          <p:cNvSpPr/>
          <p:nvPr/>
        </p:nvSpPr>
        <p:spPr>
          <a:xfrm>
            <a:off x="19539179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2690" name="Google Shape;2690;g3a27631f3e4_0_0"/>
          <p:cNvSpPr/>
          <p:nvPr/>
        </p:nvSpPr>
        <p:spPr>
          <a:xfrm>
            <a:off x="19812291" y="1029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1" name="Google Shape;2691;g3a27631f3e4_0_0"/>
          <p:cNvSpPr/>
          <p:nvPr/>
        </p:nvSpPr>
        <p:spPr>
          <a:xfrm>
            <a:off x="19424816" y="5761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T20.4: Document said metrics.</a:t>
            </a:r>
            <a:endParaRPr/>
          </a:p>
        </p:txBody>
      </p:sp>
      <p:sp>
        <p:nvSpPr>
          <p:cNvPr id="2692" name="Google Shape;2692;g3a27631f3e4_0_0"/>
          <p:cNvSpPr/>
          <p:nvPr/>
        </p:nvSpPr>
        <p:spPr>
          <a:xfrm>
            <a:off x="19723891" y="5761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T22.4: Develop the Use Case Diagram of the chosen system part.</a:t>
            </a:r>
            <a:endParaRPr/>
          </a:p>
        </p:txBody>
      </p:sp>
      <p:sp>
        <p:nvSpPr>
          <p:cNvPr id="2693" name="Google Shape;2693;g3a27631f3e4_0_0"/>
          <p:cNvSpPr/>
          <p:nvPr/>
        </p:nvSpPr>
        <p:spPr>
          <a:xfrm>
            <a:off x="15459566" y="562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4" name="Google Shape;2694;g3a27631f3e4_0_0"/>
          <p:cNvSpPr/>
          <p:nvPr/>
        </p:nvSpPr>
        <p:spPr>
          <a:xfrm>
            <a:off x="19348479" y="264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T20.2: Document said metrics.</a:t>
            </a:r>
            <a:endParaRPr/>
          </a:p>
        </p:txBody>
      </p:sp>
      <p:sp>
        <p:nvSpPr>
          <p:cNvPr id="2695" name="Google Shape;2695;g3a27631f3e4_0_0"/>
          <p:cNvSpPr/>
          <p:nvPr/>
        </p:nvSpPr>
        <p:spPr>
          <a:xfrm>
            <a:off x="19533491" y="2628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T22.2: Develop the Use Case Diagram of the chosen system part.</a:t>
            </a:r>
            <a:endParaRPr/>
          </a:p>
        </p:txBody>
      </p:sp>
      <p:sp>
        <p:nvSpPr>
          <p:cNvPr id="2696" name="Google Shape;2696;g3a27631f3e4_0_0"/>
          <p:cNvSpPr/>
          <p:nvPr/>
        </p:nvSpPr>
        <p:spPr>
          <a:xfrm>
            <a:off x="19792504" y="2628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2697" name="Google Shape;2697;g3a27631f3e4_0_0"/>
          <p:cNvSpPr/>
          <p:nvPr/>
        </p:nvSpPr>
        <p:spPr>
          <a:xfrm>
            <a:off x="19128354" y="4187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T19.3: Revisit the read code, and study the associated metrics.</a:t>
            </a:r>
            <a:endParaRPr/>
          </a:p>
        </p:txBody>
      </p:sp>
      <p:sp>
        <p:nvSpPr>
          <p:cNvPr id="2698" name="Google Shape;2698;g3a27631f3e4_0_0"/>
          <p:cNvSpPr/>
          <p:nvPr/>
        </p:nvSpPr>
        <p:spPr>
          <a:xfrm>
            <a:off x="19332029" y="4187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T20.3: Document said metrics.</a:t>
            </a:r>
            <a:endParaRPr/>
          </a:p>
        </p:txBody>
      </p:sp>
      <p:sp>
        <p:nvSpPr>
          <p:cNvPr id="2699" name="Google Shape;2699;g3a27631f3e4_0_0"/>
          <p:cNvSpPr/>
          <p:nvPr/>
        </p:nvSpPr>
        <p:spPr>
          <a:xfrm>
            <a:off x="19641579" y="4187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T22.3: Develop the Use Case Diagram of the chosen system part.</a:t>
            </a:r>
            <a:endParaRPr/>
          </a:p>
        </p:txBody>
      </p:sp>
      <p:sp>
        <p:nvSpPr>
          <p:cNvPr id="2700" name="Google Shape;2700;g3a27631f3e4_0_0"/>
          <p:cNvSpPr/>
          <p:nvPr/>
        </p:nvSpPr>
        <p:spPr>
          <a:xfrm>
            <a:off x="19812291" y="4185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1" name="Google Shape;2701;g3a27631f3e4_0_0"/>
          <p:cNvSpPr/>
          <p:nvPr/>
        </p:nvSpPr>
        <p:spPr>
          <a:xfrm>
            <a:off x="19065541" y="72385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T22.5: Develop the Use Case Diagram of the chosen system part.</a:t>
            </a:r>
            <a:endParaRPr/>
          </a:p>
        </p:txBody>
      </p:sp>
      <p:sp>
        <p:nvSpPr>
          <p:cNvPr id="2702" name="Google Shape;2702;g3a27631f3e4_0_0"/>
          <p:cNvSpPr/>
          <p:nvPr/>
        </p:nvSpPr>
        <p:spPr>
          <a:xfrm>
            <a:off x="19400341" y="7254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3" name="Google Shape;2703;g3a27631f3e4_0_0"/>
          <p:cNvSpPr/>
          <p:nvPr/>
        </p:nvSpPr>
        <p:spPr>
          <a:xfrm>
            <a:off x="19668479" y="7258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4" name="Google Shape;2704;g3a27631f3e4_0_0"/>
          <p:cNvSpPr/>
          <p:nvPr/>
        </p:nvSpPr>
        <p:spPr>
          <a:xfrm>
            <a:off x="19907516" y="7258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2705" name="Google Shape;2705;g3a27631f3e4_0_0"/>
          <p:cNvSpPr/>
          <p:nvPr/>
        </p:nvSpPr>
        <p:spPr>
          <a:xfrm>
            <a:off x="15489554" y="7198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2706" name="Google Shape;2706;g3a27631f3e4_0_0"/>
          <p:cNvSpPr/>
          <p:nvPr/>
        </p:nvSpPr>
        <p:spPr>
          <a:xfrm>
            <a:off x="18403754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T20.6: Document said metrics.</a:t>
            </a:r>
            <a:endParaRPr/>
          </a:p>
        </p:txBody>
      </p:sp>
      <p:sp>
        <p:nvSpPr>
          <p:cNvPr id="2707" name="Google Shape;2707;g3a27631f3e4_0_0"/>
          <p:cNvSpPr/>
          <p:nvPr/>
        </p:nvSpPr>
        <p:spPr>
          <a:xfrm>
            <a:off x="18702829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T19.6: Revisit the read code, and study the associated metrics.</a:t>
            </a:r>
            <a:endParaRPr/>
          </a:p>
        </p:txBody>
      </p:sp>
      <p:sp>
        <p:nvSpPr>
          <p:cNvPr id="2708" name="Google Shape;2708;g3a27631f3e4_0_0"/>
          <p:cNvSpPr/>
          <p:nvPr/>
        </p:nvSpPr>
        <p:spPr>
          <a:xfrm>
            <a:off x="19023254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T22.6: Develop the Use Case Diagram of the chosen system part.</a:t>
            </a:r>
            <a:endParaRPr/>
          </a:p>
        </p:txBody>
      </p:sp>
      <p:sp>
        <p:nvSpPr>
          <p:cNvPr id="2709" name="Google Shape;2709;g3a27631f3e4_0_0"/>
          <p:cNvSpPr/>
          <p:nvPr/>
        </p:nvSpPr>
        <p:spPr>
          <a:xfrm>
            <a:off x="19289216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2710" name="Google Shape;2710;g3a27631f3e4_0_0"/>
          <p:cNvSpPr/>
          <p:nvPr/>
        </p:nvSpPr>
        <p:spPr>
          <a:xfrm>
            <a:off x="19663054" y="8754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1" name="Google Shape;2711;g3a27631f3e4_0_0"/>
          <p:cNvSpPr/>
          <p:nvPr/>
        </p:nvSpPr>
        <p:spPr>
          <a:xfrm>
            <a:off x="19945141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2" name="Google Shape;2712;g3a27631f3e4_0_0"/>
          <p:cNvSpPr/>
          <p:nvPr/>
        </p:nvSpPr>
        <p:spPr>
          <a:xfrm>
            <a:off x="20210454" y="875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7" name="Google Shape;2717;g3700fe3197f_0_0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8" name="Google Shape;2718;g3700fe3197f_0_0"/>
          <p:cNvSpPr/>
          <p:nvPr/>
        </p:nvSpPr>
        <p:spPr>
          <a:xfrm>
            <a:off x="814250" y="3300663"/>
            <a:ext cx="19938980" cy="4203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2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3" name="Google Shape;2723;g3700fe3197f_0_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24" name="Google Shape;2724;g3700fe3197f_0_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5" name="Google Shape;2725;g3700fe3197f_0_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6" name="Google Shape;2726;g3700fe3197f_0_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7" name="Google Shape;2727;g3700fe3197f_0_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8" name="Google Shape;2728;g3700fe3197f_0_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9" name="Google Shape;2729;g3700fe3197f_0_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0" name="Google Shape;2730;g3700fe3197f_0_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1" name="Google Shape;2731;g3700fe3197f_0_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2" name="Google Shape;2732;g3700fe3197f_0_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3" name="Google Shape;2733;g3700fe3197f_0_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4" name="Google Shape;2734;g3700fe3197f_0_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5" name="Google Shape;2735;g3700fe3197f_0_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6" name="Google Shape;2736;g3700fe3197f_0_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7" name="Google Shape;2737;g3700fe3197f_0_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38" name="Google Shape;2738;g3700fe3197f_0_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39" name="Google Shape;2739;g3700fe3197f_0_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40" name="Google Shape;2740;g3700fe3197f_0_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41" name="Google Shape;2741;g3700fe3197f_0_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42" name="Google Shape;2742;g3700fe3197f_0_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43" name="Google Shape;2743;g3700fe3197f_0_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4" name="Google Shape;2744;g3700fe3197f_0_5"/>
          <p:cNvSpPr/>
          <p:nvPr/>
        </p:nvSpPr>
        <p:spPr>
          <a:xfrm>
            <a:off x="329288" y="703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45" name="Google Shape;2745;g3700fe3197f_0_5"/>
          <p:cNvSpPr/>
          <p:nvPr/>
        </p:nvSpPr>
        <p:spPr>
          <a:xfrm>
            <a:off x="329288" y="18695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46" name="Google Shape;2746;g3700fe3197f_0_5"/>
          <p:cNvSpPr/>
          <p:nvPr/>
        </p:nvSpPr>
        <p:spPr>
          <a:xfrm>
            <a:off x="112850" y="5018302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747" name="Google Shape;2747;g3700fe3197f_0_5"/>
          <p:cNvSpPr/>
          <p:nvPr/>
        </p:nvSpPr>
        <p:spPr>
          <a:xfrm>
            <a:off x="112850" y="61855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748" name="Google Shape;2748;g3700fe3197f_0_5"/>
          <p:cNvSpPr/>
          <p:nvPr/>
        </p:nvSpPr>
        <p:spPr>
          <a:xfrm>
            <a:off x="112850" y="72641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g3700fe3197f_0_5"/>
          <p:cNvSpPr/>
          <p:nvPr/>
        </p:nvSpPr>
        <p:spPr>
          <a:xfrm>
            <a:off x="112850" y="848895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endParaRPr/>
          </a:p>
        </p:txBody>
      </p:sp>
      <p:sp>
        <p:nvSpPr>
          <p:cNvPr id="2750" name="Google Shape;2750;g3700fe3197f_0_5"/>
          <p:cNvSpPr/>
          <p:nvPr/>
        </p:nvSpPr>
        <p:spPr>
          <a:xfrm>
            <a:off x="210950" y="3201950"/>
            <a:ext cx="23235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51" name="Google Shape;2751;g3700fe3197f_0_5"/>
          <p:cNvSpPr/>
          <p:nvPr/>
        </p:nvSpPr>
        <p:spPr>
          <a:xfrm>
            <a:off x="112838" y="92971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752" name="Google Shape;2752;g3700fe3197f_0_5"/>
          <p:cNvSpPr/>
          <p:nvPr/>
        </p:nvSpPr>
        <p:spPr>
          <a:xfrm>
            <a:off x="112850" y="9978900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US2 (Leaks).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7" name="Google Shape;2757;g3700fe3197f_0_10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58" name="Google Shape;2758;g3700fe3197f_0_10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9" name="Google Shape;2759;g3700fe3197f_0_10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0" name="Google Shape;2760;g3700fe3197f_0_10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1" name="Google Shape;2761;g3700fe3197f_0_10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2" name="Google Shape;2762;g3700fe3197f_0_10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3" name="Google Shape;2763;g3700fe3197f_0_10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4" name="Google Shape;2764;g3700fe3197f_0_10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5" name="Google Shape;2765;g3700fe3197f_0_10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6" name="Google Shape;2766;g3700fe3197f_0_10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7" name="Google Shape;2767;g3700fe3197f_0_10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8" name="Google Shape;2768;g3700fe3197f_0_10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9" name="Google Shape;2769;g3700fe3197f_0_10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0" name="Google Shape;2770;g3700fe3197f_0_10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1" name="Google Shape;2771;g3700fe3197f_0_10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72" name="Google Shape;2772;g3700fe3197f_0_10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3" name="Google Shape;2773;g3700fe3197f_0_10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4" name="Google Shape;2774;g3700fe3197f_0_10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5" name="Google Shape;2775;g3700fe3197f_0_10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6" name="Google Shape;2776;g3700fe3197f_0_10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7" name="Google Shape;2777;g3700fe3197f_0_10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8" name="Google Shape;2778;g3700fe3197f_0_104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79" name="Google Shape;2779;g3700fe3197f_0_104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0" name="Google Shape;2780;g3700fe3197f_0_104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81" name="Google Shape;2781;g3700fe3197f_0_104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82" name="Google Shape;2782;g3700fe3197f_0_104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3" name="Google Shape;2783;g3700fe3197f_0_104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84" name="Google Shape;2784;g3700fe3197f_0_104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85" name="Google Shape;2785;g3700fe3197f_0_104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6" name="Google Shape;2786;g3700fe3197f_0_104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87" name="Google Shape;2787;g3700fe3197f_0_104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88" name="Google Shape;2788;g3700fe3197f_0_104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9" name="Google Shape;2789;g3700fe3197f_0_104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90" name="Google Shape;2790;g3700fe3197f_0_104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91" name="Google Shape;2791;g3700fe3197f_0_104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92" name="Google Shape;2792;g3700fe3197f_0_104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93" name="Google Shape;2793;g3700fe3197f_0_104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94" name="Google Shape;2794;g3700fe3197f_0_104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95" name="Google Shape;2795;g3700fe3197f_0_104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96" name="Google Shape;2796;g3700fe3197f_0_104"/>
          <p:cNvSpPr/>
          <p:nvPr/>
        </p:nvSpPr>
        <p:spPr>
          <a:xfrm>
            <a:off x="9460100" y="58386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797" name="Google Shape;2797;g3700fe3197f_0_104"/>
          <p:cNvSpPr/>
          <p:nvPr/>
        </p:nvSpPr>
        <p:spPr>
          <a:xfrm>
            <a:off x="9460100" y="91157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798" name="Google Shape;2798;g3700fe3197f_0_104"/>
          <p:cNvSpPr/>
          <p:nvPr/>
        </p:nvSpPr>
        <p:spPr>
          <a:xfrm>
            <a:off x="12296825" y="26868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g3700fe3197f_0_104"/>
          <p:cNvSpPr/>
          <p:nvPr/>
        </p:nvSpPr>
        <p:spPr>
          <a:xfrm>
            <a:off x="1301270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endParaRPr/>
          </a:p>
        </p:txBody>
      </p:sp>
      <p:sp>
        <p:nvSpPr>
          <p:cNvPr id="2800" name="Google Shape;2800;g3700fe3197f_0_104"/>
          <p:cNvSpPr/>
          <p:nvPr/>
        </p:nvSpPr>
        <p:spPr>
          <a:xfrm>
            <a:off x="9356625" y="703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g3700fe3197f_0_104"/>
          <p:cNvSpPr/>
          <p:nvPr/>
        </p:nvSpPr>
        <p:spPr>
          <a:xfrm>
            <a:off x="9460100" y="4316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g3700fe3197f_0_104"/>
          <p:cNvSpPr/>
          <p:nvPr/>
        </p:nvSpPr>
        <p:spPr>
          <a:xfrm>
            <a:off x="12531588" y="44427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803" name="Google Shape;2803;g3700fe3197f_0_104"/>
          <p:cNvSpPr/>
          <p:nvPr/>
        </p:nvSpPr>
        <p:spPr>
          <a:xfrm>
            <a:off x="9876250" y="59013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g3700fe3197f_0_104"/>
          <p:cNvSpPr/>
          <p:nvPr/>
        </p:nvSpPr>
        <p:spPr>
          <a:xfrm>
            <a:off x="9460100" y="73606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5" name="Google Shape;2805;g3700fe3197f_0_104"/>
          <p:cNvSpPr/>
          <p:nvPr/>
        </p:nvSpPr>
        <p:spPr>
          <a:xfrm>
            <a:off x="9876250" y="9115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g3700fe3197f_0_104"/>
          <p:cNvSpPr/>
          <p:nvPr/>
        </p:nvSpPr>
        <p:spPr>
          <a:xfrm>
            <a:off x="9463150" y="2942750"/>
            <a:ext cx="27366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0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1" name="Google Shape;2811;g3a2d1a72bb1_0_25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12" name="Google Shape;2812;g3a2d1a72bb1_0_25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3" name="Google Shape;2813;g3a2d1a72bb1_0_25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4" name="Google Shape;2814;g3a2d1a72bb1_0_25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5" name="Google Shape;2815;g3a2d1a72bb1_0_25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6" name="Google Shape;2816;g3a2d1a72bb1_0_25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7" name="Google Shape;2817;g3a2d1a72bb1_0_25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8" name="Google Shape;2818;g3a2d1a72bb1_0_25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9" name="Google Shape;2819;g3a2d1a72bb1_0_25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0" name="Google Shape;2820;g3a2d1a72bb1_0_25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1" name="Google Shape;2821;g3a2d1a72bb1_0_25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2" name="Google Shape;2822;g3a2d1a72bb1_0_25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3" name="Google Shape;2823;g3a2d1a72bb1_0_25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4" name="Google Shape;2824;g3a2d1a72bb1_0_25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5" name="Google Shape;2825;g3a2d1a72bb1_0_25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826" name="Google Shape;2826;g3a2d1a72bb1_0_25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27" name="Google Shape;2827;g3a2d1a72bb1_0_25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28" name="Google Shape;2828;g3a2d1a72bb1_0_25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29" name="Google Shape;2829;g3a2d1a72bb1_0_25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30" name="Google Shape;2830;g3a2d1a72bb1_0_25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31" name="Google Shape;2831;g3a2d1a72bb1_0_25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2" name="Google Shape;2832;g3a2d1a72bb1_0_25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33" name="Google Shape;2833;g3a2d1a72bb1_0_25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34" name="Google Shape;2834;g3a2d1a72bb1_0_25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35" name="Google Shape;2835;g3a2d1a72bb1_0_25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36" name="Google Shape;2836;g3a2d1a72bb1_0_25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37" name="Google Shape;2837;g3a2d1a72bb1_0_25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38" name="Google Shape;2838;g3a2d1a72bb1_0_25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39" name="Google Shape;2839;g3a2d1a72bb1_0_25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0" name="Google Shape;2840;g3a2d1a72bb1_0_25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41" name="Google Shape;2841;g3a2d1a72bb1_0_25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42" name="Google Shape;2842;g3a2d1a72bb1_0_25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3" name="Google Shape;2843;g3a2d1a72bb1_0_25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44" name="Google Shape;2844;g3a2d1a72bb1_0_25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45" name="Google Shape;2845;g3a2d1a72bb1_0_25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6" name="Google Shape;2846;g3a2d1a72bb1_0_25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47" name="Google Shape;2847;g3a2d1a72bb1_0_25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48" name="Google Shape;2848;g3a2d1a72bb1_0_25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9" name="Google Shape;2849;g3a2d1a72bb1_0_25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50" name="Google Shape;2850;g3a2d1a72bb1_0_250"/>
          <p:cNvSpPr/>
          <p:nvPr/>
        </p:nvSpPr>
        <p:spPr>
          <a:xfrm>
            <a:off x="9460100" y="58386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851" name="Google Shape;2851;g3a2d1a72bb1_0_250"/>
          <p:cNvSpPr/>
          <p:nvPr/>
        </p:nvSpPr>
        <p:spPr>
          <a:xfrm>
            <a:off x="9460100" y="91157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852" name="Google Shape;2852;g3a2d1a72bb1_0_250"/>
          <p:cNvSpPr/>
          <p:nvPr/>
        </p:nvSpPr>
        <p:spPr>
          <a:xfrm>
            <a:off x="12296825" y="26868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g3a2d1a72bb1_0_250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endParaRPr/>
          </a:p>
        </p:txBody>
      </p:sp>
      <p:sp>
        <p:nvSpPr>
          <p:cNvPr id="2854" name="Google Shape;2854;g3a2d1a72bb1_0_250"/>
          <p:cNvSpPr/>
          <p:nvPr/>
        </p:nvSpPr>
        <p:spPr>
          <a:xfrm>
            <a:off x="9356625" y="7038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g3a2d1a72bb1_0_250"/>
          <p:cNvSpPr/>
          <p:nvPr/>
        </p:nvSpPr>
        <p:spPr>
          <a:xfrm>
            <a:off x="9460100" y="4316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6" name="Google Shape;2856;g3a2d1a72bb1_0_250"/>
          <p:cNvSpPr/>
          <p:nvPr/>
        </p:nvSpPr>
        <p:spPr>
          <a:xfrm>
            <a:off x="12531588" y="44427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857" name="Google Shape;2857;g3a2d1a72bb1_0_250"/>
          <p:cNvSpPr/>
          <p:nvPr/>
        </p:nvSpPr>
        <p:spPr>
          <a:xfrm>
            <a:off x="9876250" y="59013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g3a2d1a72bb1_0_250"/>
          <p:cNvSpPr/>
          <p:nvPr/>
        </p:nvSpPr>
        <p:spPr>
          <a:xfrm>
            <a:off x="9460100" y="73606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g3a2d1a72bb1_0_250"/>
          <p:cNvSpPr/>
          <p:nvPr/>
        </p:nvSpPr>
        <p:spPr>
          <a:xfrm>
            <a:off x="9876250" y="911573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g3a2d1a72bb1_0_250"/>
          <p:cNvSpPr/>
          <p:nvPr/>
        </p:nvSpPr>
        <p:spPr>
          <a:xfrm>
            <a:off x="12423150" y="3050725"/>
            <a:ext cx="27366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4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5" name="Google Shape;2865;g3a2d1a72bb1_0_30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66" name="Google Shape;2866;g3a2d1a72bb1_0_30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7" name="Google Shape;2867;g3a2d1a72bb1_0_30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8" name="Google Shape;2868;g3a2d1a72bb1_0_30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9" name="Google Shape;2869;g3a2d1a72bb1_0_30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0" name="Google Shape;2870;g3a2d1a72bb1_0_30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1" name="Google Shape;2871;g3a2d1a72bb1_0_30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2" name="Google Shape;2872;g3a2d1a72bb1_0_30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3" name="Google Shape;2873;g3a2d1a72bb1_0_30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4" name="Google Shape;2874;g3a2d1a72bb1_0_30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5" name="Google Shape;2875;g3a2d1a72bb1_0_30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6" name="Google Shape;2876;g3a2d1a72bb1_0_30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7" name="Google Shape;2877;g3a2d1a72bb1_0_30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8" name="Google Shape;2878;g3a2d1a72bb1_0_30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9" name="Google Shape;2879;g3a2d1a72bb1_0_30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880" name="Google Shape;2880;g3a2d1a72bb1_0_30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1" name="Google Shape;2881;g3a2d1a72bb1_0_30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2" name="Google Shape;2882;g3a2d1a72bb1_0_30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3" name="Google Shape;2883;g3a2d1a72bb1_0_30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4" name="Google Shape;2884;g3a2d1a72bb1_0_30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5" name="Google Shape;2885;g3a2d1a72bb1_0_30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6" name="Google Shape;2886;g3a2d1a72bb1_0_303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87" name="Google Shape;2887;g3a2d1a72bb1_0_303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88" name="Google Shape;2888;g3a2d1a72bb1_0_303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89" name="Google Shape;2889;g3a2d1a72bb1_0_303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0" name="Google Shape;2890;g3a2d1a72bb1_0_303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91" name="Google Shape;2891;g3a2d1a72bb1_0_303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92" name="Google Shape;2892;g3a2d1a72bb1_0_303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3" name="Google Shape;2893;g3a2d1a72bb1_0_303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94" name="Google Shape;2894;g3a2d1a72bb1_0_303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95" name="Google Shape;2895;g3a2d1a72bb1_0_303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6" name="Google Shape;2896;g3a2d1a72bb1_0_303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97" name="Google Shape;2897;g3a2d1a72bb1_0_303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98" name="Google Shape;2898;g3a2d1a72bb1_0_303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9" name="Google Shape;2899;g3a2d1a72bb1_0_303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00" name="Google Shape;2900;g3a2d1a72bb1_0_303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01" name="Google Shape;2901;g3a2d1a72bb1_0_303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02" name="Google Shape;2902;g3a2d1a72bb1_0_303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03" name="Google Shape;2903;g3a2d1a72bb1_0_303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04" name="Google Shape;2904;g3a2d1a72bb1_0_303"/>
          <p:cNvSpPr/>
          <p:nvPr/>
        </p:nvSpPr>
        <p:spPr>
          <a:xfrm>
            <a:off x="15495163" y="26868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</p:txBody>
      </p:sp>
      <p:sp>
        <p:nvSpPr>
          <p:cNvPr id="2905" name="Google Shape;2905;g3a2d1a72bb1_0_303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endParaRPr/>
          </a:p>
        </p:txBody>
      </p:sp>
      <p:sp>
        <p:nvSpPr>
          <p:cNvPr id="2906" name="Google Shape;2906;g3a2d1a72bb1_0_303"/>
          <p:cNvSpPr/>
          <p:nvPr/>
        </p:nvSpPr>
        <p:spPr>
          <a:xfrm>
            <a:off x="15932300" y="2613250"/>
            <a:ext cx="27366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  <p:sp>
        <p:nvSpPr>
          <p:cNvPr id="2907" name="Google Shape;2907;g3a2d1a72bb1_0_303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g3a2d1a72bb1_0_303"/>
          <p:cNvSpPr/>
          <p:nvPr/>
        </p:nvSpPr>
        <p:spPr>
          <a:xfrm>
            <a:off x="15495175" y="44247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g3a2d1a72bb1_0_303"/>
          <p:cNvSpPr/>
          <p:nvPr/>
        </p:nvSpPr>
        <p:spPr>
          <a:xfrm>
            <a:off x="16040738" y="44427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910" name="Google Shape;2910;g3a2d1a72bb1_0_303"/>
          <p:cNvSpPr/>
          <p:nvPr/>
        </p:nvSpPr>
        <p:spPr>
          <a:xfrm>
            <a:off x="12369225" y="5859051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1" name="Google Shape;2911;g3a2d1a72bb1_0_303"/>
          <p:cNvSpPr/>
          <p:nvPr/>
        </p:nvSpPr>
        <p:spPr>
          <a:xfrm>
            <a:off x="12369225" y="74240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g3a2d1a72bb1_0_303"/>
          <p:cNvSpPr/>
          <p:nvPr/>
        </p:nvSpPr>
        <p:spPr>
          <a:xfrm>
            <a:off x="12395950" y="90866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g3a2d1a72bb1_0_303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914" name="Google Shape;2914;g3a2d1a72bb1_0_303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8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9" name="Google Shape;2919;g3a34e3416ec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20" name="Google Shape;2920;g3a34e3416ec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1" name="Google Shape;2921;g3a34e3416ec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2" name="Google Shape;2922;g3a34e3416ec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3" name="Google Shape;2923;g3a34e3416ec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4" name="Google Shape;2924;g3a34e3416ec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5" name="Google Shape;2925;g3a34e3416ec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6" name="Google Shape;2926;g3a34e3416ec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7" name="Google Shape;2927;g3a34e3416ec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8" name="Google Shape;2928;g3a34e3416ec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9" name="Google Shape;2929;g3a34e3416ec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0" name="Google Shape;2930;g3a34e3416ec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1" name="Google Shape;2931;g3a34e3416ec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2" name="Google Shape;2932;g3a34e3416ec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3" name="Google Shape;2933;g3a34e3416ec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34" name="Google Shape;2934;g3a34e3416ec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5" name="Google Shape;2935;g3a34e3416ec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6" name="Google Shape;2936;g3a34e3416ec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7" name="Google Shape;2937;g3a34e3416ec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8" name="Google Shape;2938;g3a34e3416ec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9" name="Google Shape;2939;g3a34e3416ec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0" name="Google Shape;2940;g3a34e3416ec_0_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41" name="Google Shape;2941;g3a34e3416ec_0_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42" name="Google Shape;2942;g3a34e3416ec_0_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43" name="Google Shape;2943;g3a34e3416ec_0_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44" name="Google Shape;2944;g3a34e3416ec_0_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45" name="Google Shape;2945;g3a34e3416ec_0_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46" name="Google Shape;2946;g3a34e3416ec_0_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47" name="Google Shape;2947;g3a34e3416ec_0_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48" name="Google Shape;2948;g3a34e3416ec_0_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49" name="Google Shape;2949;g3a34e3416ec_0_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50" name="Google Shape;2950;g3a34e3416ec_0_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51" name="Google Shape;2951;g3a34e3416ec_0_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52" name="Google Shape;2952;g3a34e3416ec_0_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53" name="Google Shape;2953;g3a34e3416ec_0_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54" name="Google Shape;2954;g3a34e3416ec_0_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55" name="Google Shape;2955;g3a34e3416ec_0_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56" name="Google Shape;2956;g3a34e3416ec_0_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57" name="Google Shape;2957;g3a34e3416ec_0_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58" name="Google Shape;2958;g3a34e3416ec_0_0"/>
          <p:cNvSpPr/>
          <p:nvPr/>
        </p:nvSpPr>
        <p:spPr>
          <a:xfrm>
            <a:off x="15495163" y="26868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</p:txBody>
      </p:sp>
      <p:sp>
        <p:nvSpPr>
          <p:cNvPr id="2959" name="Google Shape;2959;g3a34e3416ec_0_0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endParaRPr/>
          </a:p>
        </p:txBody>
      </p:sp>
      <p:sp>
        <p:nvSpPr>
          <p:cNvPr id="2960" name="Google Shape;2960;g3a34e3416ec_0_0"/>
          <p:cNvSpPr/>
          <p:nvPr/>
        </p:nvSpPr>
        <p:spPr>
          <a:xfrm>
            <a:off x="15932300" y="2613250"/>
            <a:ext cx="27366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  <p:sp>
        <p:nvSpPr>
          <p:cNvPr id="2961" name="Google Shape;2961;g3a34e3416ec_0_0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g3a34e3416ec_0_0"/>
          <p:cNvSpPr/>
          <p:nvPr/>
        </p:nvSpPr>
        <p:spPr>
          <a:xfrm>
            <a:off x="15477950" y="44247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g3a34e3416ec_0_0"/>
          <p:cNvSpPr/>
          <p:nvPr/>
        </p:nvSpPr>
        <p:spPr>
          <a:xfrm>
            <a:off x="16040738" y="44179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964" name="Google Shape;2964;g3a34e3416ec_0_0"/>
          <p:cNvSpPr/>
          <p:nvPr/>
        </p:nvSpPr>
        <p:spPr>
          <a:xfrm>
            <a:off x="12369225" y="5859051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g3a34e3416ec_0_0"/>
          <p:cNvSpPr/>
          <p:nvPr/>
        </p:nvSpPr>
        <p:spPr>
          <a:xfrm>
            <a:off x="12369225" y="742401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g3a34e3416ec_0_0"/>
          <p:cNvSpPr/>
          <p:nvPr/>
        </p:nvSpPr>
        <p:spPr>
          <a:xfrm>
            <a:off x="15477950" y="9153564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g3a34e3416ec_0_0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968" name="Google Shape;2968;g3a34e3416ec_0_0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969" name="Google Shape;2969;g3a34e3416ec_0_0"/>
          <p:cNvSpPr/>
          <p:nvPr/>
        </p:nvSpPr>
        <p:spPr>
          <a:xfrm>
            <a:off x="112838" y="16260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2970" name="Google Shape;2970;g3a34e3416ec_0_0"/>
          <p:cNvSpPr/>
          <p:nvPr/>
        </p:nvSpPr>
        <p:spPr>
          <a:xfrm>
            <a:off x="112838" y="3797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4" name="Shape 2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5" name="Google Shape;2975;g3a3b8b61372_1_5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76" name="Google Shape;2976;g3a3b8b61372_1_5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7" name="Google Shape;2977;g3a3b8b61372_1_5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8" name="Google Shape;2978;g3a3b8b61372_1_5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9" name="Google Shape;2979;g3a3b8b61372_1_5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0" name="Google Shape;2980;g3a3b8b61372_1_5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1" name="Google Shape;2981;g3a3b8b61372_1_5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2" name="Google Shape;2982;g3a3b8b61372_1_5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3" name="Google Shape;2983;g3a3b8b61372_1_5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4" name="Google Shape;2984;g3a3b8b61372_1_5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5" name="Google Shape;2985;g3a3b8b61372_1_5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6" name="Google Shape;2986;g3a3b8b61372_1_5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7" name="Google Shape;2987;g3a3b8b61372_1_5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8" name="Google Shape;2988;g3a3b8b61372_1_5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9" name="Google Shape;2989;g3a3b8b61372_1_5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90" name="Google Shape;2990;g3a3b8b61372_1_5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1" name="Google Shape;2991;g3a3b8b61372_1_5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2" name="Google Shape;2992;g3a3b8b61372_1_5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3" name="Google Shape;2993;g3a3b8b61372_1_5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4" name="Google Shape;2994;g3a3b8b61372_1_5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5" name="Google Shape;2995;g3a3b8b61372_1_5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6" name="Google Shape;2996;g3a3b8b61372_1_55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97" name="Google Shape;2997;g3a3b8b61372_1_55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98" name="Google Shape;2998;g3a3b8b61372_1_55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99" name="Google Shape;2999;g3a3b8b61372_1_55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00" name="Google Shape;3000;g3a3b8b61372_1_55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01" name="Google Shape;3001;g3a3b8b61372_1_55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2" name="Google Shape;3002;g3a3b8b61372_1_55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03" name="Google Shape;3003;g3a3b8b61372_1_55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04" name="Google Shape;3004;g3a3b8b61372_1_55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5" name="Google Shape;3005;g3a3b8b61372_1_55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06" name="Google Shape;3006;g3a3b8b61372_1_55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07" name="Google Shape;3007;g3a3b8b61372_1_55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8" name="Google Shape;3008;g3a3b8b61372_1_55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09" name="Google Shape;3009;g3a3b8b61372_1_55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10" name="Google Shape;3010;g3a3b8b61372_1_55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11" name="Google Shape;3011;g3a3b8b61372_1_55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12" name="Google Shape;3012;g3a3b8b61372_1_55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13" name="Google Shape;3013;g3a3b8b61372_1_55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14" name="Google Shape;3014;g3a3b8b61372_1_55"/>
          <p:cNvSpPr/>
          <p:nvPr/>
        </p:nvSpPr>
        <p:spPr>
          <a:xfrm>
            <a:off x="15495163" y="26868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</p:txBody>
      </p:sp>
      <p:sp>
        <p:nvSpPr>
          <p:cNvPr id="3015" name="Google Shape;3015;g3a3b8b61372_1_55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endParaRPr/>
          </a:p>
        </p:txBody>
      </p:sp>
      <p:sp>
        <p:nvSpPr>
          <p:cNvPr id="3016" name="Google Shape;3016;g3a3b8b61372_1_55"/>
          <p:cNvSpPr/>
          <p:nvPr/>
        </p:nvSpPr>
        <p:spPr>
          <a:xfrm>
            <a:off x="15932300" y="2613250"/>
            <a:ext cx="2736600" cy="8175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  <p:sp>
        <p:nvSpPr>
          <p:cNvPr id="3017" name="Google Shape;3017;g3a3b8b61372_1_55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g3a3b8b61372_1_55"/>
          <p:cNvSpPr/>
          <p:nvPr/>
        </p:nvSpPr>
        <p:spPr>
          <a:xfrm>
            <a:off x="18614450" y="4424726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g3a3b8b61372_1_55"/>
          <p:cNvSpPr/>
          <p:nvPr/>
        </p:nvSpPr>
        <p:spPr>
          <a:xfrm>
            <a:off x="16040738" y="4417938"/>
            <a:ext cx="2519700" cy="670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3020" name="Google Shape;3020;g3a3b8b61372_1_55"/>
          <p:cNvSpPr/>
          <p:nvPr/>
        </p:nvSpPr>
        <p:spPr>
          <a:xfrm>
            <a:off x="12369225" y="5859051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1" name="Google Shape;3021;g3a3b8b61372_1_55"/>
          <p:cNvSpPr/>
          <p:nvPr/>
        </p:nvSpPr>
        <p:spPr>
          <a:xfrm>
            <a:off x="18614450" y="75253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Google Shape;3022;g3a3b8b61372_1_55"/>
          <p:cNvSpPr/>
          <p:nvPr/>
        </p:nvSpPr>
        <p:spPr>
          <a:xfrm>
            <a:off x="18614450" y="9203089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3" name="Google Shape;3023;g3a3b8b61372_1_55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024" name="Google Shape;3024;g3a3b8b61372_1_55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3025" name="Google Shape;3025;g3a3b8b61372_1_55"/>
          <p:cNvSpPr/>
          <p:nvPr/>
        </p:nvSpPr>
        <p:spPr>
          <a:xfrm>
            <a:off x="112838" y="162605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026" name="Google Shape;3026;g3a3b8b61372_1_55"/>
          <p:cNvSpPr/>
          <p:nvPr/>
        </p:nvSpPr>
        <p:spPr>
          <a:xfrm>
            <a:off x="112838" y="3797202"/>
            <a:ext cx="2519700" cy="11103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