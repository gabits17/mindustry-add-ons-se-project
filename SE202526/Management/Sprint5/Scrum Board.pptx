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7" roundtripDataSignature="AMtx7mha4+AAVyXKVx2nRUbOjWcTyAcH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customschemas.google.com/relationships/presentationmetadata" Target="metadata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4" name="Shape 2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5" name="Google Shape;2755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6" name="Google Shape;2756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1171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41" y="3595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41" y="4439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41" y="542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T25: Look into what a Use case diagram covering undo/redo added feature would look like.</a:t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41" y="62164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112841" y="711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Identify areas of code relating to leaks.</a:t>
            </a:r>
            <a:endParaRPr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41" y="7900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Identify areas of code to help with use case diagrams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41" y="8816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3" name="Google Shape;2753;g3700fe3197f_0_5"/>
          <p:cNvSpPr/>
          <p:nvPr/>
        </p:nvSpPr>
        <p:spPr>
          <a:xfrm>
            <a:off x="210950" y="16260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7" name="Shape 2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8" name="Google Shape;2758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9" name="Google Shape;2759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60" name="Google Shape;2760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2" name="Google Shape;2772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3" name="Google Shape;2773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8" name="Google Shape;2778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9" name="Google Shape;2779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356625" y="703850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T23.1: Look into what a Use case diagram covering undo/redo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9431800" y="2478725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T23.2: Look into what a Use case diagram covering undo/redo added feature would look like.</a:t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9431800" y="4102625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T23.3: Look into what a Use case diagram covering undo/redo added feature would look like.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431800" y="5667500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T23.4: Look into what a Use case diagram covering undo/redo added feature would look like.</a:t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31800" y="7316050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T23.5: Look into what a Use case diagram covering undo/redo added feature would look like.</a:t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9431800" y="8964600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T23.6: Look into what a Use case diagram covering undo/redo added feature would look like.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610050" y="70385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T24.1: Look into what a Use case diagram covering leakage added feature would look like.</a:t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685225" y="2478727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T24.2: Look into what a Use case diagram covering leakage added feature would look like.</a:t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685225" y="4102627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T24.3: Look into what a Use case diagram covering leakage added feature would look like.</a:t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685225" y="566750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T24.4: Look into what a Use case diagram covering leakage added feature would look like.</a:t>
            </a:r>
            <a:endParaRPr/>
          </a:p>
        </p:txBody>
      </p:sp>
      <p:sp>
        <p:nvSpPr>
          <p:cNvPr id="2807" name="Google Shape;2807;g3700fe3197f_0_104"/>
          <p:cNvSpPr/>
          <p:nvPr/>
        </p:nvSpPr>
        <p:spPr>
          <a:xfrm>
            <a:off x="9685225" y="731605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T24.5: Look into what a Use case diagram covering leakage added feature would look like.</a:t>
            </a:r>
            <a:endParaRPr/>
          </a:p>
        </p:txBody>
      </p:sp>
      <p:sp>
        <p:nvSpPr>
          <p:cNvPr id="2808" name="Google Shape;2808;g3700fe3197f_0_104"/>
          <p:cNvSpPr/>
          <p:nvPr/>
        </p:nvSpPr>
        <p:spPr>
          <a:xfrm>
            <a:off x="9738950" y="896460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T24.6: Look into what a Use case diagram covering leakage added feature would look like.</a:t>
            </a:r>
            <a:endParaRPr/>
          </a:p>
        </p:txBody>
      </p:sp>
      <p:sp>
        <p:nvSpPr>
          <p:cNvPr id="2809" name="Google Shape;2809;g3700fe3197f_0_104"/>
          <p:cNvSpPr/>
          <p:nvPr/>
        </p:nvSpPr>
        <p:spPr>
          <a:xfrm>
            <a:off x="9876250" y="70385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T25.1: Look into what a Use case diagram covering undo/redo added feature would look like.</a:t>
            </a:r>
            <a:endParaRPr/>
          </a:p>
        </p:txBody>
      </p:sp>
      <p:sp>
        <p:nvSpPr>
          <p:cNvPr id="2810" name="Google Shape;2810;g3700fe3197f_0_104"/>
          <p:cNvSpPr/>
          <p:nvPr/>
        </p:nvSpPr>
        <p:spPr>
          <a:xfrm>
            <a:off x="9990025" y="247875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T25.2: Look into what a Use case diagram covering undo/redo added feature would look like.</a:t>
            </a:r>
            <a:endParaRPr/>
          </a:p>
        </p:txBody>
      </p:sp>
      <p:sp>
        <p:nvSpPr>
          <p:cNvPr id="2811" name="Google Shape;2811;g3700fe3197f_0_104"/>
          <p:cNvSpPr/>
          <p:nvPr/>
        </p:nvSpPr>
        <p:spPr>
          <a:xfrm>
            <a:off x="9876250" y="4073115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T25.3: Look into what a Use case diagram covering undo/redo added feature would look like.</a:t>
            </a:r>
            <a:endParaRPr/>
          </a:p>
        </p:txBody>
      </p:sp>
      <p:sp>
        <p:nvSpPr>
          <p:cNvPr id="2812" name="Google Shape;2812;g3700fe3197f_0_104"/>
          <p:cNvSpPr/>
          <p:nvPr/>
        </p:nvSpPr>
        <p:spPr>
          <a:xfrm>
            <a:off x="9876250" y="5667527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T25.4: Look into what a Use case diagram covering undo/redo added feature would look like.</a:t>
            </a:r>
            <a:endParaRPr/>
          </a:p>
        </p:txBody>
      </p:sp>
      <p:sp>
        <p:nvSpPr>
          <p:cNvPr id="2813" name="Google Shape;2813;g3700fe3197f_0_104"/>
          <p:cNvSpPr/>
          <p:nvPr/>
        </p:nvSpPr>
        <p:spPr>
          <a:xfrm>
            <a:off x="9876250" y="731605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T25.5: Look into what a Use case diagram covering undo/redo added feature would look like.</a:t>
            </a:r>
            <a:endParaRPr/>
          </a:p>
        </p:txBody>
      </p:sp>
      <p:sp>
        <p:nvSpPr>
          <p:cNvPr id="2814" name="Google Shape;2814;g3700fe3197f_0_104"/>
          <p:cNvSpPr/>
          <p:nvPr/>
        </p:nvSpPr>
        <p:spPr>
          <a:xfrm>
            <a:off x="9990025" y="8964602"/>
            <a:ext cx="2519700" cy="10644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T25.6: Look into what a Use case diagram covering undo/redo added feature would look like.</a:t>
            </a:r>
            <a:endParaRPr/>
          </a:p>
        </p:txBody>
      </p:sp>
      <p:sp>
        <p:nvSpPr>
          <p:cNvPr id="2815" name="Google Shape;2815;g3700fe3197f_0_104"/>
          <p:cNvSpPr/>
          <p:nvPr/>
        </p:nvSpPr>
        <p:spPr>
          <a:xfrm>
            <a:off x="10140750" y="671113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T26.1: Go over milestone 2 reviews and identify issues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6" name="Google Shape;2816;g3700fe3197f_0_104"/>
          <p:cNvSpPr/>
          <p:nvPr/>
        </p:nvSpPr>
        <p:spPr>
          <a:xfrm>
            <a:off x="10203025" y="2496188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T26.2: Go over milestone 2 reviews and identify issues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7" name="Google Shape;2817;g3700fe3197f_0_104"/>
          <p:cNvSpPr/>
          <p:nvPr/>
        </p:nvSpPr>
        <p:spPr>
          <a:xfrm>
            <a:off x="10178325" y="4081838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T26.3: Go over milestone 2 reviews and identify issues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8" name="Google Shape;2818;g3700fe3197f_0_104"/>
          <p:cNvSpPr/>
          <p:nvPr/>
        </p:nvSpPr>
        <p:spPr>
          <a:xfrm>
            <a:off x="10057325" y="5698938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T26.4: Go over milestone 2 reviews and identify issues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9" name="Google Shape;2819;g3700fe3197f_0_104"/>
          <p:cNvSpPr/>
          <p:nvPr/>
        </p:nvSpPr>
        <p:spPr>
          <a:xfrm>
            <a:off x="10057325" y="7331763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T26.5: Go over milestone 2 reviews and identify issues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0" name="Google Shape;2820;g3700fe3197f_0_104"/>
          <p:cNvSpPr/>
          <p:nvPr/>
        </p:nvSpPr>
        <p:spPr>
          <a:xfrm>
            <a:off x="10140750" y="8964563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T26.6: Go over milestone 2 reviews and identify issues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1" name="Google Shape;2821;g3700fe3197f_0_104"/>
          <p:cNvSpPr/>
          <p:nvPr/>
        </p:nvSpPr>
        <p:spPr>
          <a:xfrm>
            <a:off x="9356625" y="1334576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T27.1: Identify areas of code relating to leaks.</a:t>
            </a:r>
            <a:endParaRPr/>
          </a:p>
        </p:txBody>
      </p:sp>
      <p:sp>
        <p:nvSpPr>
          <p:cNvPr id="2822" name="Google Shape;2822;g3700fe3197f_0_104"/>
          <p:cNvSpPr/>
          <p:nvPr/>
        </p:nvSpPr>
        <p:spPr>
          <a:xfrm>
            <a:off x="9455713" y="31025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T27.2: Identify areas of code relating to leaks.</a:t>
            </a:r>
            <a:endParaRPr/>
          </a:p>
        </p:txBody>
      </p:sp>
      <p:sp>
        <p:nvSpPr>
          <p:cNvPr id="2823" name="Google Shape;2823;g3700fe3197f_0_104"/>
          <p:cNvSpPr/>
          <p:nvPr/>
        </p:nvSpPr>
        <p:spPr>
          <a:xfrm>
            <a:off x="9443363" y="4540226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T27.3: Identify areas of code relating to leaks.</a:t>
            </a:r>
            <a:endParaRPr/>
          </a:p>
        </p:txBody>
      </p:sp>
      <p:sp>
        <p:nvSpPr>
          <p:cNvPr id="2824" name="Google Shape;2824;g3700fe3197f_0_104"/>
          <p:cNvSpPr/>
          <p:nvPr/>
        </p:nvSpPr>
        <p:spPr>
          <a:xfrm>
            <a:off x="9439275" y="6249726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T27.4: Identify areas of code relating to leaks.</a:t>
            </a:r>
            <a:endParaRPr/>
          </a:p>
        </p:txBody>
      </p:sp>
      <p:sp>
        <p:nvSpPr>
          <p:cNvPr id="2825" name="Google Shape;2825;g3700fe3197f_0_104"/>
          <p:cNvSpPr/>
          <p:nvPr/>
        </p:nvSpPr>
        <p:spPr>
          <a:xfrm>
            <a:off x="9460800" y="7836176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T27.5: Identify areas of code relating to leaks.</a:t>
            </a:r>
            <a:endParaRPr/>
          </a:p>
        </p:txBody>
      </p:sp>
      <p:sp>
        <p:nvSpPr>
          <p:cNvPr id="2826" name="Google Shape;2826;g3700fe3197f_0_104"/>
          <p:cNvSpPr/>
          <p:nvPr/>
        </p:nvSpPr>
        <p:spPr>
          <a:xfrm>
            <a:off x="9438338" y="9505551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T27.6: Identify areas of code relating to leaks.</a:t>
            </a:r>
            <a:endParaRPr/>
          </a:p>
        </p:txBody>
      </p:sp>
      <p:sp>
        <p:nvSpPr>
          <p:cNvPr id="2827" name="Google Shape;2827;g3700fe3197f_0_104"/>
          <p:cNvSpPr/>
          <p:nvPr/>
        </p:nvSpPr>
        <p:spPr>
          <a:xfrm>
            <a:off x="9597550" y="1335888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T28.1: Identify areas of code to help with use case diagrams</a:t>
            </a:r>
            <a:endParaRPr/>
          </a:p>
        </p:txBody>
      </p:sp>
      <p:sp>
        <p:nvSpPr>
          <p:cNvPr id="2828" name="Google Shape;2828;g3700fe3197f_0_104"/>
          <p:cNvSpPr/>
          <p:nvPr/>
        </p:nvSpPr>
        <p:spPr>
          <a:xfrm>
            <a:off x="9706738" y="3088600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T28.2: Identify areas of code to help with use case diagrams</a:t>
            </a:r>
            <a:endParaRPr/>
          </a:p>
        </p:txBody>
      </p:sp>
      <p:sp>
        <p:nvSpPr>
          <p:cNvPr id="2829" name="Google Shape;2829;g3700fe3197f_0_104"/>
          <p:cNvSpPr/>
          <p:nvPr/>
        </p:nvSpPr>
        <p:spPr>
          <a:xfrm>
            <a:off x="9719088" y="4531075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T28.3: Identify areas of code to help with use case diagrams</a:t>
            </a:r>
            <a:endParaRPr/>
          </a:p>
        </p:txBody>
      </p:sp>
      <p:sp>
        <p:nvSpPr>
          <p:cNvPr id="2830" name="Google Shape;2830;g3700fe3197f_0_104"/>
          <p:cNvSpPr/>
          <p:nvPr/>
        </p:nvSpPr>
        <p:spPr>
          <a:xfrm>
            <a:off x="9680200" y="6245150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T28.4: Identify areas of code to help with use case diagrams</a:t>
            </a:r>
            <a:endParaRPr/>
          </a:p>
        </p:txBody>
      </p:sp>
      <p:sp>
        <p:nvSpPr>
          <p:cNvPr id="2831" name="Google Shape;2831;g3700fe3197f_0_104"/>
          <p:cNvSpPr/>
          <p:nvPr/>
        </p:nvSpPr>
        <p:spPr>
          <a:xfrm>
            <a:off x="9701725" y="7833888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T28.5: Identify areas of code to help with use case diagrams</a:t>
            </a:r>
            <a:endParaRPr/>
          </a:p>
        </p:txBody>
      </p:sp>
      <p:sp>
        <p:nvSpPr>
          <p:cNvPr id="2832" name="Google Shape;2832;g3700fe3197f_0_104"/>
          <p:cNvSpPr/>
          <p:nvPr/>
        </p:nvSpPr>
        <p:spPr>
          <a:xfrm>
            <a:off x="9714063" y="9525575"/>
            <a:ext cx="2519700" cy="8490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T28.6: Identify areas of code to help with use case diagrams</a:t>
            </a:r>
            <a:endParaRPr/>
          </a:p>
        </p:txBody>
      </p:sp>
      <p:sp>
        <p:nvSpPr>
          <p:cNvPr id="2833" name="Google Shape;2833;g3700fe3197f_0_104"/>
          <p:cNvSpPr/>
          <p:nvPr/>
        </p:nvSpPr>
        <p:spPr>
          <a:xfrm>
            <a:off x="9922063" y="9525573"/>
            <a:ext cx="2519700" cy="958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T29.6: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4" name="Google Shape;2834;g3700fe3197f_0_104"/>
          <p:cNvSpPr/>
          <p:nvPr/>
        </p:nvSpPr>
        <p:spPr>
          <a:xfrm>
            <a:off x="9952700" y="7871098"/>
            <a:ext cx="2519700" cy="958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T29.5: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5" name="Google Shape;2835;g3700fe3197f_0_104"/>
          <p:cNvSpPr/>
          <p:nvPr/>
        </p:nvSpPr>
        <p:spPr>
          <a:xfrm>
            <a:off x="9931175" y="6199423"/>
            <a:ext cx="2519700" cy="958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T29.4: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6" name="Google Shape;2836;g3700fe3197f_0_104"/>
          <p:cNvSpPr/>
          <p:nvPr/>
        </p:nvSpPr>
        <p:spPr>
          <a:xfrm>
            <a:off x="9927088" y="4469198"/>
            <a:ext cx="2519700" cy="958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T29.3: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7" name="Google Shape;2837;g3700fe3197f_0_104"/>
          <p:cNvSpPr/>
          <p:nvPr/>
        </p:nvSpPr>
        <p:spPr>
          <a:xfrm>
            <a:off x="9914738" y="3029498"/>
            <a:ext cx="2519700" cy="958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T29.2: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8" name="Google Shape;2838;g3700fe3197f_0_104"/>
          <p:cNvSpPr/>
          <p:nvPr/>
        </p:nvSpPr>
        <p:spPr>
          <a:xfrm>
            <a:off x="9848525" y="1281148"/>
            <a:ext cx="2519700" cy="958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T29.1: Identify areas of code to help with use sequence diagrams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