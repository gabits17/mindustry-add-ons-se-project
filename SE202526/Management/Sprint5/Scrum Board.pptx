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8" roundtripDataSignature="AMtx7mjQRvhZWeU4cOodZZiq3jiMSHpu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58" Type="http://customschemas.google.com/relationships/presentationmetadata" Target="meta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460100" y="286685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12730412" y="26993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