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56" roundtripDataSignature="AMtx7miE7iOTghMc+v9c4+nSH7vsaBQQ2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56" Type="http://customschemas.google.com/relationships/presentationmetadata" Target="meta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1171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41" y="3595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Review and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41" y="4439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Review and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41" y="542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T25: Look into what a Use case diagram covering undo/redo added feature would look like.</a:t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41" y="62164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112841" y="711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identify areas of code relating to leaks.</a:t>
            </a:r>
            <a:endParaRPr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41" y="7900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identify areas of code to help with use case diagrams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41" y="8816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T29: identify areas of code to help with use sequence diagrams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3" name="Google Shape;2753;g3700fe3197f_0_5"/>
          <p:cNvSpPr/>
          <p:nvPr/>
        </p:nvSpPr>
        <p:spPr>
          <a:xfrm>
            <a:off x="210950" y="16260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