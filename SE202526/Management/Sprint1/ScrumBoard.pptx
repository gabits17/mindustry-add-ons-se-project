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7" roundtripDataSignature="AMtx7mjVHw8d0PFmnGwqDVgx12IAXqTX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624C7F-1998-4BC2-A7E7-A16CAC5CF5BF}">
  <a:tblStyle styleId="{97624C7F-1998-4BC2-A7E7-A16CAC5CF5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6" y="139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97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0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6" name="Google Shape;5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Vmw_I2.png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title="Vmw_I2.png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1" name="Google Shape;81;p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2" name="Google Shape;82;p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3" name="Google Shape;83;p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4" name="Google Shape;84;p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5" name="Google Shape;85;p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86" name="Google Shape;86;p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3"/>
          <p:cNvSpPr/>
          <p:nvPr/>
        </p:nvSpPr>
        <p:spPr>
          <a:xfrm>
            <a:off x="116604" y="68861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1945" y="223056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(Each person without prior game experience must accomplish this task).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11945" y="5232698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6545" y="372938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1759" y="61488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7224" y="761071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1943" y="8212726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7223" y="884169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11943" y="9470658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1" name="Google Shape;101;p4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cxnSp>
        <p:nvCxnSpPr>
          <p:cNvPr id="102" name="Google Shape;102;p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4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cxnSp>
        <p:nvCxnSpPr>
          <p:cNvPr id="106" name="Google Shape;106;p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" name="Google Shape;107;p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9" name="Google Shape;109;p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0" name="Google Shape;110;p4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268744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4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1" name="Google Shape;151;p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2" name="Google Shape;152;p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3" name="Google Shape;153;p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4" name="Google Shape;154;p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5" name="Google Shape;155;p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6" name="Google Shape;156;p5"/>
          <p:cNvSpPr/>
          <p:nvPr/>
        </p:nvSpPr>
        <p:spPr>
          <a:xfrm>
            <a:off x="12341616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cxnSp>
        <p:nvCxnSpPr>
          <p:cNvPr id="157" name="Google Shape;157;p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5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771161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1" name="Google Shape;201;p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2" name="Google Shape;202;p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3" name="Google Shape;203;p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4" name="Google Shape;204;p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5" name="Google Shape;205;p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6" name="Google Shape;206;p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0" name="Google Shape;220;p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" name="Google Shape;221;p6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0552260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0" name="Google Shape;250;p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1" name="Google Shape;251;p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2" name="Google Shape;252;p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3" name="Google Shape;253;p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4" name="Google Shape;254;p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7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9664358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10144925" y="2389165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2796359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9759871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7083912" y="237479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" name="Google Shape;299;p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0" name="Google Shape;300;p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1" name="Google Shape;301;p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2" name="Google Shape;302;p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3" name="Google Shape;303;p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4" name="Google Shape;304;p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5" name="Google Shape;305;p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8" name="Google Shape;318;p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9" name="Google Shape;319;p8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6622380" y="5532121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12369362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6" name="Google Shape;346;p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7" name="Google Shape;347;p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8" name="Google Shape;348;p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9" name="Google Shape;349;p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0" name="Google Shape;350;p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1" name="Google Shape;351;p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9"/>
          <p:cNvSpPr/>
          <p:nvPr/>
        </p:nvSpPr>
        <p:spPr>
          <a:xfrm>
            <a:off x="9285993" y="3981849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9256128" y="2374798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12341616" y="3991650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005540" y="237853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532173" y="2375479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598037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1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91" name="Google Shape;391;p1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92" name="Google Shape;392;p1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93" name="Google Shape;393;p1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94" name="Google Shape;394;p1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" name="Google Shape;397;p1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0" name="Google Shape;410;p1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10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9705546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9256128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6058843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622379" y="88961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9759870" y="8892882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15478108" y="3964537"/>
            <a:ext cx="2519400" cy="1461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Review: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67763 shown idea proposal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12762195" y="2374798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game.&lt;&lt;&lt;&lt;&lt;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637412" y="234642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4" name="Google Shape;434;p11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35" name="Google Shape;435;p11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36" name="Google Shape;436;p11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37" name="Google Shape;437;p11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38" name="Google Shape;438;p11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39" name="Google Shape;439;p11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40" name="Google Shape;440;p11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1" name="Google Shape;441;p11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4" name="Google Shape;454;p11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5" name="Google Shape;455;p11"/>
          <p:cNvSpPr/>
          <p:nvPr/>
        </p:nvSpPr>
        <p:spPr>
          <a:xfrm>
            <a:off x="12341614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9257240" y="73906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12341430" y="77276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622379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15478085" y="2377701"/>
            <a:ext cx="2519400" cy="1461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(Checking with prior users if a hotbar exists/would help)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Review: 67775, 68547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7" name="Google Shape;477;p12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78" name="Google Shape;478;p12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79" name="Google Shape;479;p12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80" name="Google Shape;480;p12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83" name="Google Shape;483;p12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4" name="Google Shape;484;p12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7" name="Google Shape;497;p12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8" name="Google Shape;498;p12"/>
          <p:cNvSpPr/>
          <p:nvPr/>
        </p:nvSpPr>
        <p:spPr>
          <a:xfrm>
            <a:off x="15478083" y="3964549"/>
            <a:ext cx="2519400" cy="1461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(Small functionality showcase)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Review: 67763, 68130, 68547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12341615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 the game.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6034501" y="3964554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</a:t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6034501" y="234905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8" name="Google Shape;518;p1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19" name="Google Shape;519;p1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20" name="Google Shape;520;p1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21" name="Google Shape;521;p1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22" name="Google Shape;522;p1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23" name="Google Shape;523;p1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24" name="Google Shape;524;p1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5" name="Google Shape;525;p1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8" name="Google Shape;538;p1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9" name="Google Shape;539;p13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9BC78B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game.&lt;&lt;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6655532" y="8894307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12396124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6052621" y="2387451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US3: As a mod developer in a team, I want to define 3 new functionalities so that these can they can be implemented efficiently according to a structure.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12369362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Google Shape;558;p1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59" name="Google Shape;559;p1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0" name="Google Shape;560;p1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1" name="Google Shape;561;p1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2" name="Google Shape;562;p1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3" name="Google Shape;563;p1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4" name="Google Shape;564;p1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5" name="Google Shape;565;p1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8" name="Google Shape;578;p1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9" name="Google Shape;579;p14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9256129" y="5576461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15478083" y="2387304"/>
            <a:ext cx="2519400" cy="1461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Rviewer: 67775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15423733" y="8774604"/>
            <a:ext cx="2519400" cy="1461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Rviewer: 67775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6" name="Google Shape;596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97" name="Google Shape;597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98" name="Google Shape;598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99" name="Google Shape;599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0" name="Google Shape;600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1" name="Google Shape;601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2" name="Google Shape;602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3" name="Google Shape;603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6" name="Google Shape;616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7" name="Google Shape;617;p15"/>
          <p:cNvSpPr/>
          <p:nvPr/>
        </p:nvSpPr>
        <p:spPr>
          <a:xfrm>
            <a:off x="9257240" y="72637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9256129" y="5530450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T1: Play the first area of the game.</a:t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12396031" y="73579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6058843" y="5529488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mod developer, I want to have a grasp of general game mechanics, so that I can understand suggestions made by me or other users.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6058843" y="738423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6058843" y="7193826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1866888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7CA9B2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T3: Define roughly functionality 1. </a:t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18668887" y="238729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T4: Define roughly functionality 2.</a:t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6052621" y="8896940"/>
            <a:ext cx="2519631" cy="146187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US2: As a mod developer, I want to read the codebase so that I gain an understanding of the internal structure of the game.</a:t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18668887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T5: Define roughly functionality 3.</a:t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9256129" y="8894307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T2: Read through the classes in the codebase.</a:t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19080078" y="3964554"/>
            <a:ext cx="2519447" cy="1461874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T6: Trial modification of code.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4774</Words>
  <Application>Microsoft Office PowerPoint</Application>
  <PresentationFormat>Custom</PresentationFormat>
  <Paragraphs>419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Diogo Antunes</cp:lastModifiedBy>
  <cp:revision>1</cp:revision>
  <dcterms:modified xsi:type="dcterms:W3CDTF">2025-12-04T15:32:58Z</dcterms:modified>
</cp:coreProperties>
</file>